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1" r:id="rId1"/>
    <p:sldMasterId id="2147483866" r:id="rId2"/>
    <p:sldMasterId id="2147483907" r:id="rId3"/>
  </p:sldMasterIdLst>
  <p:notesMasterIdLst>
    <p:notesMasterId r:id="rId30"/>
  </p:notesMasterIdLst>
  <p:handoutMasterIdLst>
    <p:handoutMasterId r:id="rId31"/>
  </p:handoutMasterIdLst>
  <p:sldIdLst>
    <p:sldId id="1038" r:id="rId4"/>
    <p:sldId id="1039" r:id="rId5"/>
    <p:sldId id="1040" r:id="rId6"/>
    <p:sldId id="1041" r:id="rId7"/>
    <p:sldId id="1042" r:id="rId8"/>
    <p:sldId id="1043" r:id="rId9"/>
    <p:sldId id="1044" r:id="rId10"/>
    <p:sldId id="1045" r:id="rId11"/>
    <p:sldId id="1046" r:id="rId12"/>
    <p:sldId id="1047" r:id="rId13"/>
    <p:sldId id="1048" r:id="rId14"/>
    <p:sldId id="1049" r:id="rId15"/>
    <p:sldId id="1011" r:id="rId16"/>
    <p:sldId id="1050" r:id="rId17"/>
    <p:sldId id="1051" r:id="rId18"/>
    <p:sldId id="1052" r:id="rId19"/>
    <p:sldId id="1053" r:id="rId20"/>
    <p:sldId id="980" r:id="rId21"/>
    <p:sldId id="1056" r:id="rId22"/>
    <p:sldId id="1057" r:id="rId23"/>
    <p:sldId id="1058" r:id="rId24"/>
    <p:sldId id="1059" r:id="rId25"/>
    <p:sldId id="1060" r:id="rId26"/>
    <p:sldId id="1061" r:id="rId27"/>
    <p:sldId id="1062" r:id="rId28"/>
    <p:sldId id="1063" r:id="rId29"/>
  </p:sldIdLst>
  <p:sldSz cx="12192000" cy="6858000"/>
  <p:notesSz cx="6950075" cy="9236075"/>
  <p:defaultTextStyle>
    <a:defPPr>
      <a:defRPr lang="en-US"/>
    </a:defPPr>
    <a:lvl1pPr marL="0" algn="l" defTabSz="908769" rtl="0" eaLnBrk="1" latinLnBrk="0" hangingPunct="1">
      <a:defRPr sz="1789" kern="1200">
        <a:solidFill>
          <a:schemeClr val="tx1"/>
        </a:solidFill>
        <a:latin typeface="+mn-lt"/>
        <a:ea typeface="+mn-ea"/>
        <a:cs typeface="+mn-cs"/>
      </a:defRPr>
    </a:lvl1pPr>
    <a:lvl2pPr marL="454385" algn="l" defTabSz="908769" rtl="0" eaLnBrk="1" latinLnBrk="0" hangingPunct="1">
      <a:defRPr sz="1789" kern="1200">
        <a:solidFill>
          <a:schemeClr val="tx1"/>
        </a:solidFill>
        <a:latin typeface="+mn-lt"/>
        <a:ea typeface="+mn-ea"/>
        <a:cs typeface="+mn-cs"/>
      </a:defRPr>
    </a:lvl2pPr>
    <a:lvl3pPr marL="908769" algn="l" defTabSz="908769" rtl="0" eaLnBrk="1" latinLnBrk="0" hangingPunct="1">
      <a:defRPr sz="1789" kern="1200">
        <a:solidFill>
          <a:schemeClr val="tx1"/>
        </a:solidFill>
        <a:latin typeface="+mn-lt"/>
        <a:ea typeface="+mn-ea"/>
        <a:cs typeface="+mn-cs"/>
      </a:defRPr>
    </a:lvl3pPr>
    <a:lvl4pPr marL="1363154" algn="l" defTabSz="908769" rtl="0" eaLnBrk="1" latinLnBrk="0" hangingPunct="1">
      <a:defRPr sz="1789" kern="1200">
        <a:solidFill>
          <a:schemeClr val="tx1"/>
        </a:solidFill>
        <a:latin typeface="+mn-lt"/>
        <a:ea typeface="+mn-ea"/>
        <a:cs typeface="+mn-cs"/>
      </a:defRPr>
    </a:lvl4pPr>
    <a:lvl5pPr marL="1817538" algn="l" defTabSz="908769" rtl="0" eaLnBrk="1" latinLnBrk="0" hangingPunct="1">
      <a:defRPr sz="1789" kern="1200">
        <a:solidFill>
          <a:schemeClr val="tx1"/>
        </a:solidFill>
        <a:latin typeface="+mn-lt"/>
        <a:ea typeface="+mn-ea"/>
        <a:cs typeface="+mn-cs"/>
      </a:defRPr>
    </a:lvl5pPr>
    <a:lvl6pPr marL="2271923" algn="l" defTabSz="908769" rtl="0" eaLnBrk="1" latinLnBrk="0" hangingPunct="1">
      <a:defRPr sz="1789" kern="1200">
        <a:solidFill>
          <a:schemeClr val="tx1"/>
        </a:solidFill>
        <a:latin typeface="+mn-lt"/>
        <a:ea typeface="+mn-ea"/>
        <a:cs typeface="+mn-cs"/>
      </a:defRPr>
    </a:lvl6pPr>
    <a:lvl7pPr marL="2726307" algn="l" defTabSz="908769" rtl="0" eaLnBrk="1" latinLnBrk="0" hangingPunct="1">
      <a:defRPr sz="1789" kern="1200">
        <a:solidFill>
          <a:schemeClr val="tx1"/>
        </a:solidFill>
        <a:latin typeface="+mn-lt"/>
        <a:ea typeface="+mn-ea"/>
        <a:cs typeface="+mn-cs"/>
      </a:defRPr>
    </a:lvl7pPr>
    <a:lvl8pPr marL="3180692" algn="l" defTabSz="908769" rtl="0" eaLnBrk="1" latinLnBrk="0" hangingPunct="1">
      <a:defRPr sz="1789" kern="1200">
        <a:solidFill>
          <a:schemeClr val="tx1"/>
        </a:solidFill>
        <a:latin typeface="+mn-lt"/>
        <a:ea typeface="+mn-ea"/>
        <a:cs typeface="+mn-cs"/>
      </a:defRPr>
    </a:lvl8pPr>
    <a:lvl9pPr marL="3635076" algn="l" defTabSz="908769" rtl="0" eaLnBrk="1" latinLnBrk="0" hangingPunct="1">
      <a:defRPr sz="1789"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3D8CC2-D93A-8649-9160-D286FFFAE610}">
          <p14:sldIdLst>
            <p14:sldId id="1038"/>
            <p14:sldId id="1039"/>
            <p14:sldId id="1040"/>
            <p14:sldId id="1041"/>
            <p14:sldId id="1042"/>
            <p14:sldId id="1043"/>
            <p14:sldId id="1044"/>
            <p14:sldId id="1045"/>
            <p14:sldId id="1046"/>
            <p14:sldId id="1047"/>
            <p14:sldId id="1048"/>
            <p14:sldId id="1049"/>
            <p14:sldId id="1011"/>
            <p14:sldId id="1050"/>
            <p14:sldId id="1051"/>
            <p14:sldId id="1052"/>
            <p14:sldId id="1053"/>
          </p14:sldIdLst>
        </p14:section>
        <p14:section name="Appendix" id="{D3126EDE-8B4C-9D42-A565-700975ACEBD0}">
          <p14:sldIdLst>
            <p14:sldId id="980"/>
            <p14:sldId id="1056"/>
            <p14:sldId id="1057"/>
            <p14:sldId id="1058"/>
            <p14:sldId id="1059"/>
            <p14:sldId id="1060"/>
            <p14:sldId id="1061"/>
            <p14:sldId id="1062"/>
            <p14:sldId id="1063"/>
          </p14:sldIdLst>
        </p14:section>
      </p14:sectionLst>
    </p:ext>
    <p:ext uri="{EFAFB233-063F-42B5-8137-9DF3F51BA10A}">
      <p15:sldGuideLst xmlns:p15="http://schemas.microsoft.com/office/powerpoint/2012/main">
        <p15:guide id="9" orient="horz" pos="1944" userDrawn="1">
          <p15:clr>
            <a:srgbClr val="A4A3A4"/>
          </p15:clr>
        </p15:guide>
        <p15:guide id="10" pos="3840" userDrawn="1">
          <p15:clr>
            <a:srgbClr val="A4A3A4"/>
          </p15:clr>
        </p15:guide>
      </p15:sldGuideLst>
    </p:ext>
    <p:ext uri="{2D200454-40CA-4A62-9FC3-DE9A4176ACB9}">
      <p15:notesGuideLst xmlns:p15="http://schemas.microsoft.com/office/powerpoint/2012/main">
        <p15:guide id="1" orient="horz" pos="2909">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B2243E"/>
    <a:srgbClr val="302D2B"/>
    <a:srgbClr val="2B29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67" autoAdjust="0"/>
    <p:restoredTop sz="68379" autoAdjust="0"/>
  </p:normalViewPr>
  <p:slideViewPr>
    <p:cSldViewPr snapToGrid="0" showGuides="1">
      <p:cViewPr>
        <p:scale>
          <a:sx n="96" d="100"/>
          <a:sy n="96" d="100"/>
        </p:scale>
        <p:origin x="968" y="224"/>
      </p:cViewPr>
      <p:guideLst>
        <p:guide orient="horz" pos="1944"/>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80" d="100"/>
          <a:sy n="80" d="100"/>
        </p:scale>
        <p:origin x="3894" y="114"/>
      </p:cViewPr>
      <p:guideLst>
        <p:guide orient="horz" pos="2909"/>
        <p:guide pos="219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Users/chloebarker/Library/Containers/com.microsoft.Excel/Data/Library/Application%20Support/Microsoft/Book1%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chloebarker/Library/Containers/com.microsoft.Excel/Data/Library/Application%20Support/Microsoft/Book1%20(version%201).xlsb"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US" sz="1800" b="1"/>
              <a:t>Readmission</a:t>
            </a:r>
            <a:r>
              <a:rPr lang="en-US" sz="1800" b="1" baseline="0"/>
              <a:t> Dataset Distribution</a:t>
            </a:r>
            <a:endParaRPr lang="en-US" sz="1800" b="1"/>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1"/>
        <c:ser>
          <c:idx val="0"/>
          <c:order val="0"/>
          <c:tx>
            <c:strRef>
              <c:f>'Cleaned Readmission Data'!$B$8</c:f>
              <c:strCache>
                <c:ptCount val="1"/>
                <c:pt idx="0">
                  <c:v>Percent</c:v>
                </c:pt>
              </c:strCache>
            </c:strRef>
          </c:tx>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65E8-4245-B912-3C7134CF957E}"/>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65E8-4245-B912-3C7134CF957E}"/>
              </c:ext>
            </c:extLst>
          </c:dPt>
          <c:dLbls>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65E8-4245-B912-3C7134CF957E}"/>
                </c:ext>
              </c:extLst>
            </c:dLbl>
            <c:dLbl>
              <c:idx val="1"/>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65E8-4245-B912-3C7134CF957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'Cleaned Readmission Data'!$A$9:$A$10</c:f>
              <c:strCache>
                <c:ptCount val="2"/>
                <c:pt idx="0">
                  <c:v>No (&lt;30-Day Readmission)</c:v>
                </c:pt>
                <c:pt idx="1">
                  <c:v>Yes (&lt;30-Day Readmission)</c:v>
                </c:pt>
              </c:strCache>
            </c:strRef>
          </c:cat>
          <c:val>
            <c:numRef>
              <c:f>'Cleaned Readmission Data'!$B$9:$B$10</c:f>
              <c:numCache>
                <c:formatCode>0.0\%</c:formatCode>
                <c:ptCount val="2"/>
                <c:pt idx="0">
                  <c:v>88.6</c:v>
                </c:pt>
                <c:pt idx="1">
                  <c:v>11.4</c:v>
                </c:pt>
              </c:numCache>
            </c:numRef>
          </c:val>
          <c:extLst>
            <c:ext xmlns:c16="http://schemas.microsoft.com/office/drawing/2014/chart" uri="{C3380CC4-5D6E-409C-BE32-E72D297353CC}">
              <c16:uniqueId val="{00000004-65E8-4245-B912-3C7134CF957E}"/>
            </c:ext>
          </c:extLst>
        </c:ser>
        <c:dLbls>
          <c:dLblPos val="outEnd"/>
          <c:showLegendKey val="0"/>
          <c:showVal val="1"/>
          <c:showCatName val="0"/>
          <c:showSerName val="0"/>
          <c:showPercent val="0"/>
          <c:showBubbleSize val="0"/>
        </c:dLbls>
        <c:gapWidth val="89"/>
        <c:overlap val="-56"/>
        <c:axId val="1560390144"/>
        <c:axId val="1568664064"/>
      </c:barChart>
      <c:catAx>
        <c:axId val="1560390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568664064"/>
        <c:crosses val="autoZero"/>
        <c:auto val="1"/>
        <c:lblAlgn val="ctr"/>
        <c:lblOffset val="100"/>
        <c:noMultiLvlLbl val="0"/>
      </c:catAx>
      <c:valAx>
        <c:axId val="15686640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Percent</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5603901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1"/>
        <c:ser>
          <c:idx val="0"/>
          <c:order val="0"/>
          <c:tx>
            <c:strRef>
              <c:f>Sheet1!$B$33</c:f>
              <c:strCache>
                <c:ptCount val="1"/>
                <c:pt idx="0">
                  <c:v>Observed 30-Day Readmission Rate</c:v>
                </c:pt>
              </c:strCache>
            </c:strRef>
          </c:tx>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1-7459-704D-BF9A-A216A65B7672}"/>
              </c:ext>
            </c:extLst>
          </c:dPt>
          <c:dPt>
            <c:idx val="1"/>
            <c:invertIfNegative val="0"/>
            <c:bubble3D val="0"/>
            <c:spPr>
              <a:solidFill>
                <a:schemeClr val="accent3"/>
              </a:solidFill>
              <a:ln>
                <a:noFill/>
              </a:ln>
              <a:effectLst/>
            </c:spPr>
            <c:extLst>
              <c:ext xmlns:c16="http://schemas.microsoft.com/office/drawing/2014/chart" uri="{C3380CC4-5D6E-409C-BE32-E72D297353CC}">
                <c16:uniqueId val="{00000003-7459-704D-BF9A-A216A65B7672}"/>
              </c:ext>
            </c:extLst>
          </c:dPt>
          <c:dPt>
            <c:idx val="2"/>
            <c:invertIfNegative val="1"/>
            <c:bubble3D val="0"/>
            <c:spPr>
              <a:solidFill>
                <a:schemeClr val="accent2"/>
              </a:solidFill>
              <a:ln>
                <a:noFill/>
              </a:ln>
              <a:effectLst/>
            </c:spPr>
            <c:extLst>
              <c:ext xmlns:c16="http://schemas.microsoft.com/office/drawing/2014/chart" uri="{C3380CC4-5D6E-409C-BE32-E72D297353CC}">
                <c16:uniqueId val="{00000005-7459-704D-BF9A-A216A65B7672}"/>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Sheet1!$A$34:$A$36</c:f>
              <c:strCache>
                <c:ptCount val="3"/>
                <c:pt idx="0">
                  <c:v>Low</c:v>
                </c:pt>
                <c:pt idx="1">
                  <c:v>Medium</c:v>
                </c:pt>
                <c:pt idx="2">
                  <c:v>High</c:v>
                </c:pt>
              </c:strCache>
            </c:strRef>
          </c:cat>
          <c:val>
            <c:numRef>
              <c:f>Sheet1!$B$34:$B$36</c:f>
              <c:numCache>
                <c:formatCode>0.00%</c:formatCode>
                <c:ptCount val="3"/>
                <c:pt idx="0">
                  <c:v>6.5000000000000002E-2</c:v>
                </c:pt>
                <c:pt idx="1">
                  <c:v>0.114</c:v>
                </c:pt>
                <c:pt idx="2">
                  <c:v>0.23300000000000001</c:v>
                </c:pt>
              </c:numCache>
            </c:numRef>
          </c:val>
          <c:extLst>
            <c:ext xmlns:c16="http://schemas.microsoft.com/office/drawing/2014/chart" uri="{C3380CC4-5D6E-409C-BE32-E72D297353CC}">
              <c16:uniqueId val="{00000006-7459-704D-BF9A-A216A65B7672}"/>
            </c:ext>
          </c:extLst>
        </c:ser>
        <c:dLbls>
          <c:dLblPos val="outEnd"/>
          <c:showLegendKey val="0"/>
          <c:showVal val="1"/>
          <c:showCatName val="0"/>
          <c:showSerName val="0"/>
          <c:showPercent val="0"/>
          <c:showBubbleSize val="0"/>
        </c:dLbls>
        <c:gapWidth val="123"/>
        <c:overlap val="-27"/>
        <c:axId val="996326271"/>
        <c:axId val="996316415"/>
      </c:barChart>
      <c:catAx>
        <c:axId val="996326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996316415"/>
        <c:crosses val="autoZero"/>
        <c:auto val="1"/>
        <c:lblAlgn val="ctr"/>
        <c:lblOffset val="100"/>
        <c:noMultiLvlLbl val="0"/>
      </c:catAx>
      <c:valAx>
        <c:axId val="996316415"/>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9632627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05E3A0-B43D-4ECC-B852-CFDB55C959AF}"/>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AFE80EA-3240-4959-BA3B-B0BFEE3E570A}"/>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C7001350-0275-41CE-BD6A-51BD6F8AB3AD}" type="datetimeFigureOut">
              <a:rPr lang="en-US" smtClean="0"/>
              <a:t>8/21/26</a:t>
            </a:fld>
            <a:endParaRPr lang="en-US"/>
          </a:p>
        </p:txBody>
      </p:sp>
      <p:sp>
        <p:nvSpPr>
          <p:cNvPr id="4" name="Footer Placeholder 3">
            <a:extLst>
              <a:ext uri="{FF2B5EF4-FFF2-40B4-BE49-F238E27FC236}">
                <a16:creationId xmlns:a16="http://schemas.microsoft.com/office/drawing/2014/main" id="{20EDA7B4-E401-40AF-8297-75548E543552}"/>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12B3679-46FF-4634-831A-47D8D3FD6521}"/>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613E7847-D908-4A52-BA3E-B9D05FBB08F2}" type="slidenum">
              <a:rPr lang="en-US" smtClean="0"/>
              <a:t>‹#›</a:t>
            </a:fld>
            <a:endParaRPr lang="en-US"/>
          </a:p>
        </p:txBody>
      </p:sp>
    </p:spTree>
    <p:extLst>
      <p:ext uri="{BB962C8B-B14F-4D97-AF65-F5344CB8AC3E}">
        <p14:creationId xmlns:p14="http://schemas.microsoft.com/office/powerpoint/2010/main" val="6572791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87463" y="114300"/>
            <a:ext cx="4448175" cy="25034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0" y="2713181"/>
            <a:ext cx="6950075" cy="6522894"/>
          </a:xfrm>
          <a:prstGeom prst="rect">
            <a:avLst/>
          </a:prstGeom>
        </p:spPr>
        <p:txBody>
          <a:bodyPr vert="horz" lIns="91440" tIns="45720" rIns="91440" bIns="45720" rtlCol="0"/>
          <a:lstStyle/>
          <a:p>
            <a:pPr lvl="0"/>
            <a:r>
              <a:rPr lang="en-US" dirty="0"/>
              <a:t>Edit Master text styles</a:t>
            </a:r>
          </a:p>
        </p:txBody>
      </p:sp>
      <p:sp>
        <p:nvSpPr>
          <p:cNvPr id="7" name="Slide Number Placeholder 6"/>
          <p:cNvSpPr>
            <a:spLocks noGrp="1"/>
          </p:cNvSpPr>
          <p:nvPr>
            <p:ph type="sldNum" sz="quarter" idx="5"/>
          </p:nvPr>
        </p:nvSpPr>
        <p:spPr>
          <a:xfrm>
            <a:off x="6204445" y="22578"/>
            <a:ext cx="723052" cy="463550"/>
          </a:xfrm>
          <a:prstGeom prst="rect">
            <a:avLst/>
          </a:prstGeom>
          <a:solidFill>
            <a:schemeClr val="tx1">
              <a:lumMod val="65000"/>
              <a:lumOff val="35000"/>
            </a:schemeClr>
          </a:solidFill>
        </p:spPr>
        <p:txBody>
          <a:bodyPr vert="horz" lIns="0" tIns="45720" rIns="0" bIns="45720" rtlCol="0" anchor="ctr"/>
          <a:lstStyle>
            <a:lvl1pPr algn="ctr">
              <a:defRPr sz="1600">
                <a:solidFill>
                  <a:schemeClr val="bg1"/>
                </a:solidFill>
                <a:latin typeface="Arial" panose="020B0604020202020204" pitchFamily="34" charset="0"/>
              </a:defRPr>
            </a:lvl1pPr>
          </a:lstStyle>
          <a:p>
            <a:fld id="{46956D9F-6166-4DF3-9862-42FD514906BA}" type="slidenum">
              <a:rPr lang="en-US" smtClean="0"/>
              <a:pPr/>
              <a:t>‹#›</a:t>
            </a:fld>
            <a:endParaRPr lang="en-US" dirty="0"/>
          </a:p>
        </p:txBody>
      </p:sp>
    </p:spTree>
    <p:extLst>
      <p:ext uri="{BB962C8B-B14F-4D97-AF65-F5344CB8AC3E}">
        <p14:creationId xmlns:p14="http://schemas.microsoft.com/office/powerpoint/2010/main" val="4188481091"/>
      </p:ext>
    </p:extLst>
  </p:cSld>
  <p:clrMap bg1="lt1" tx1="dk1" bg2="lt2" tx2="dk2" accent1="accent1" accent2="accent2" accent3="accent3" accent4="accent4" accent5="accent5" accent6="accent6" hlink="hlink" folHlink="folHlink"/>
  <p:hf hdr="0" ftr="0" dt="0"/>
  <p:notesStyle>
    <a:lvl1pPr marL="0" algn="l" defTabSz="908928" rtl="0" eaLnBrk="1" latinLnBrk="0" hangingPunct="1">
      <a:defRPr sz="2200" kern="1200">
        <a:solidFill>
          <a:schemeClr val="tx1"/>
        </a:solidFill>
        <a:latin typeface="Times New Roman" panose="02020603050405020304" pitchFamily="18" charset="0"/>
        <a:ea typeface="+mn-ea"/>
        <a:cs typeface="Times New Roman" panose="02020603050405020304" pitchFamily="18" charset="0"/>
      </a:defRPr>
    </a:lvl1pPr>
    <a:lvl2pPr marL="454464" algn="l" defTabSz="908928" rtl="0" eaLnBrk="1" latinLnBrk="0" hangingPunct="1">
      <a:defRPr sz="1193" kern="1200">
        <a:solidFill>
          <a:schemeClr val="tx1"/>
        </a:solidFill>
        <a:latin typeface="Arial" panose="020B0604020202020204" pitchFamily="34" charset="0"/>
        <a:ea typeface="+mn-ea"/>
        <a:cs typeface="+mn-cs"/>
      </a:defRPr>
    </a:lvl2pPr>
    <a:lvl3pPr marL="908928" algn="l" defTabSz="908928" rtl="0" eaLnBrk="1" latinLnBrk="0" hangingPunct="1">
      <a:defRPr sz="1193" kern="1200">
        <a:solidFill>
          <a:schemeClr val="tx1"/>
        </a:solidFill>
        <a:latin typeface="Arial" panose="020B0604020202020204" pitchFamily="34" charset="0"/>
        <a:ea typeface="+mn-ea"/>
        <a:cs typeface="+mn-cs"/>
      </a:defRPr>
    </a:lvl3pPr>
    <a:lvl4pPr marL="1363392" algn="l" defTabSz="908928" rtl="0" eaLnBrk="1" latinLnBrk="0" hangingPunct="1">
      <a:defRPr sz="1193" kern="1200">
        <a:solidFill>
          <a:schemeClr val="tx1"/>
        </a:solidFill>
        <a:latin typeface="Arial" panose="020B0604020202020204" pitchFamily="34" charset="0"/>
        <a:ea typeface="+mn-ea"/>
        <a:cs typeface="+mn-cs"/>
      </a:defRPr>
    </a:lvl4pPr>
    <a:lvl5pPr marL="1817856" algn="l" defTabSz="908928" rtl="0" eaLnBrk="1" latinLnBrk="0" hangingPunct="1">
      <a:defRPr sz="1193" kern="1200">
        <a:solidFill>
          <a:schemeClr val="tx1"/>
        </a:solidFill>
        <a:latin typeface="Arial" panose="020B0604020202020204" pitchFamily="34" charset="0"/>
        <a:ea typeface="+mn-ea"/>
        <a:cs typeface="+mn-cs"/>
      </a:defRPr>
    </a:lvl5pPr>
    <a:lvl6pPr marL="2272320" algn="l" defTabSz="908928" rtl="0" eaLnBrk="1" latinLnBrk="0" hangingPunct="1">
      <a:defRPr sz="1193" kern="1200">
        <a:solidFill>
          <a:schemeClr val="tx1"/>
        </a:solidFill>
        <a:latin typeface="+mn-lt"/>
        <a:ea typeface="+mn-ea"/>
        <a:cs typeface="+mn-cs"/>
      </a:defRPr>
    </a:lvl6pPr>
    <a:lvl7pPr marL="2726785" algn="l" defTabSz="908928" rtl="0" eaLnBrk="1" latinLnBrk="0" hangingPunct="1">
      <a:defRPr sz="1193" kern="1200">
        <a:solidFill>
          <a:schemeClr val="tx1"/>
        </a:solidFill>
        <a:latin typeface="+mn-lt"/>
        <a:ea typeface="+mn-ea"/>
        <a:cs typeface="+mn-cs"/>
      </a:defRPr>
    </a:lvl7pPr>
    <a:lvl8pPr marL="3181249" algn="l" defTabSz="908928" rtl="0" eaLnBrk="1" latinLnBrk="0" hangingPunct="1">
      <a:defRPr sz="1193" kern="1200">
        <a:solidFill>
          <a:schemeClr val="tx1"/>
        </a:solidFill>
        <a:latin typeface="+mn-lt"/>
        <a:ea typeface="+mn-ea"/>
        <a:cs typeface="+mn-cs"/>
      </a:defRPr>
    </a:lvl8pPr>
    <a:lvl9pPr marL="3635713" algn="l" defTabSz="908928" rtl="0" eaLnBrk="1" latinLnBrk="0" hangingPunct="1">
      <a:defRPr sz="1193"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09"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Hi, I am Chloe Barker. My project is a diabetes transitional-care resource allocation system.</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one-sentence version is this: this is not just a model that predicts readmission. It is a decision-support tool that helps a hospital decide who gets help first when it does not have the staff or budget to help everyone intensively.</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46956D9F-6166-4DF3-9862-42FD514906BA}" type="slidenum">
              <a:rPr lang="en-US" smtClean="0"/>
              <a:pPr/>
              <a:t>1</a:t>
            </a:fld>
            <a:endParaRPr lang="en-US" dirty="0"/>
          </a:p>
        </p:txBody>
      </p:sp>
    </p:spTree>
    <p:extLst>
      <p:ext uri="{BB962C8B-B14F-4D97-AF65-F5344CB8AC3E}">
        <p14:creationId xmlns:p14="http://schemas.microsoft.com/office/powerpoint/2010/main" val="256204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Here is the whole project in one slide. Hospitals cannot give intensive post-discharge support to every diabetes patient, so the real decision is which patients should receive support first.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My solution ranks patients by 30-day readmission risk and lets a care team test capacity and cost scenarios. There are three pieces to follow: the model answers who to prioritize, the RAG guidance tool helps answer what actions to consider, and the cost model helps answer whether the plan is worth it.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My recommendation, which I will come back to at the end, is to pilot this as decision support with a person always making the final call.</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br>
              <a:rPr lang="en-US" sz="2400" dirty="0"/>
            </a:br>
            <a:endParaRPr lang="en-US" sz="24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59AF6D-BA0E-4594-94DB-478664329D2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9800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This is built for a Director of Care Management or a Transitional Care Manager. Their real constraint is not just information. It is capacity: limited staff, limited intervention slots, and limited budget.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So the question is not only, “Will this patient be readmitted?” The better business question is, “Who should get our limited available support first?”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That is why my primary KPI is recall at capacity. In plain terms, out of all patients who actually get readmitted, how many did we capture inside the number of patients the team can realistically serve? I also track precision, lift, and expected net value to make the model useful for an operational decision.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sz="2000"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3</a:t>
            </a:fld>
            <a:endParaRPr lang="en-US" dirty="0"/>
          </a:p>
        </p:txBody>
      </p:sp>
    </p:spTree>
    <p:extLst>
      <p:ext uri="{BB962C8B-B14F-4D97-AF65-F5344CB8AC3E}">
        <p14:creationId xmlns:p14="http://schemas.microsoft.com/office/powerpoint/2010/main" val="1052195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used Davenport’s FACE framework to keep this business-first rather than model-first.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Frame means starting with the care-management decision: how to prioritize limited transitional-care resources.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Analyze means cleaning the UCI diabetes data, engineering features, comparing models, evaluating ranking performance, building the RAG guidance component, and estimating cost and value.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Communicate means turning the analysis into a ranked patient list, risk tiers, scenario outputs, and cited guidance a stakeholder can actually understand.</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Execute means this should be piloted carefully with care managers, validated on local data, and monitored for performance, fairness, calibration, and outcomes.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sz="1400" dirty="0"/>
          </a:p>
        </p:txBody>
      </p:sp>
      <p:sp>
        <p:nvSpPr>
          <p:cNvPr id="4" name="Slide Number Placeholder 3"/>
          <p:cNvSpPr>
            <a:spLocks noGrp="1"/>
          </p:cNvSpPr>
          <p:nvPr>
            <p:ph type="sldNum" sz="quarter" idx="10"/>
          </p:nvPr>
        </p:nvSpPr>
        <p:spPr/>
        <p:txBody>
          <a:bodyPr/>
          <a:lstStyle/>
          <a:p>
            <a:fld id="{320E634F-F277-46F4-BC93-3910B600E9D0}" type="slidenum">
              <a:rPr lang="en-US" smtClean="0"/>
              <a:t>4</a:t>
            </a:fld>
            <a:endParaRPr lang="en-US"/>
          </a:p>
        </p:txBody>
      </p:sp>
    </p:spTree>
    <p:extLst>
      <p:ext uri="{BB962C8B-B14F-4D97-AF65-F5344CB8AC3E}">
        <p14:creationId xmlns:p14="http://schemas.microsoft.com/office/powerpoint/2010/main" val="111908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DELTA Plus assessment is basically the readiness reality check. My conclusion is that this is a useful prototype, but not production-ready yet.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data is large, but it is historical, from 1999 to 2008, and it does not include actual transitional-care intervention outcomes. That is the biggest limitation.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Real use would require support from care management, nursing, pharmacy, IT, compliance, and finance. It would also require a reliable technology stack for the model, the dashboard, RAG retrieval, monitoring, and governance.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sz="12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DD572C-0642-445C-95EA-9BF60C5DC7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026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main dataset is the UCI Diabetes 130-US Hospitals dataset. It starts with 101,766 inpatient encounters across 130 hospitals.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cleaned it down to 99,340 eligible encounters after removing hospice and expired discharge dispositions, because those encounters do not match the preventable readmission decision.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target is binary: readmitted within 30 days equals 1, and otherwise equals 0. Only about 11.4 percent of the cleaned encounters were readmitted within 30 days, so this is an imbalanced problem.</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features focus on practical readmission-risk signals: prior inpatient, emergency, and outpatient visits; medication activity; length of stay; admission and discharge context; A1C result; and diagnosis categories.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sz="1600" dirty="0"/>
            </a:br>
            <a:br>
              <a:rPr lang="en-US" sz="1600" dirty="0"/>
            </a:br>
            <a:endParaRPr lang="en-US" sz="1600"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6</a:t>
            </a:fld>
            <a:endParaRPr lang="en-US" dirty="0"/>
          </a:p>
        </p:txBody>
      </p:sp>
    </p:spTree>
    <p:extLst>
      <p:ext uri="{BB962C8B-B14F-4D97-AF65-F5344CB8AC3E}">
        <p14:creationId xmlns:p14="http://schemas.microsoft.com/office/powerpoint/2010/main" val="2974105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Because only about 1 in 9 patients are readmitted, accuracy is not enough. A model could look accurate by mostly predicting “not readmitted,” but that would not help care management decide who to serve.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So I evaluated the model at capacity, because the care-management team can only handle a limited number of patients.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At 500 intervention slots, the current calibrated Gradient Boosting model has about 40.8 percent precision. That means about 2 in 5 selected patients were actually readmitted.</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Recall at 500 is about 9.1 percent. That may sound low at first, but remember this is the top 500 patients out of a much larger test population. The model is capturing a focused high-risk slice.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Lift is about 3.6 times, meaning the selected worklist is about three-and-a-half times richer in readmissions than picking patients at random. Gradient Boosting won because it best matched the fixed-capacity triage decision.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sz="1800"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7</a:t>
            </a:fld>
            <a:endParaRPr lang="en-US" dirty="0"/>
          </a:p>
        </p:txBody>
      </p:sp>
    </p:spTree>
    <p:extLst>
      <p:ext uri="{BB962C8B-B14F-4D97-AF65-F5344CB8AC3E}">
        <p14:creationId xmlns:p14="http://schemas.microsoft.com/office/powerpoint/2010/main" val="1231294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5ECA6-5B47-EBFE-CCB9-4D7AAC01E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25CF5-723B-A64B-C9A1-0C6843023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2CBB9-E87C-6528-0F1D-BCC714A8CE5A}"/>
              </a:ext>
            </a:extLst>
          </p:cNvPr>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Risk tiers translate model scores into a workflow a care manager can use.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low-risk group has an observed readmission rate around 6.5 percent and would generally receive routine support. The medium-risk group is around 11.4 percent and may receive enhanced follow-up. The high-risk group is around 23.3 percent, nearly 1 in 4, so those patients are prioritized for intensive review.</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important point is that the tier creates priority, but capacity determines how many patients are actually served. The model supports the decision. It does not replace clinical judgment.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a:extLst>
              <a:ext uri="{FF2B5EF4-FFF2-40B4-BE49-F238E27FC236}">
                <a16:creationId xmlns:a16="http://schemas.microsoft.com/office/drawing/2014/main" id="{7D9D5BAB-0160-2B5E-058F-2DC631736263}"/>
              </a:ext>
            </a:extLst>
          </p:cNvPr>
          <p:cNvSpPr>
            <a:spLocks noGrp="1"/>
          </p:cNvSpPr>
          <p:nvPr>
            <p:ph type="sldNum" sz="quarter" idx="5"/>
          </p:nvPr>
        </p:nvSpPr>
        <p:spPr/>
        <p:txBody>
          <a:bodyPr/>
          <a:lstStyle/>
          <a:p>
            <a:fld id="{46956D9F-6166-4DF3-9862-42FD514906BA}" type="slidenum">
              <a:rPr lang="en-US" smtClean="0"/>
              <a:pPr/>
              <a:t>8</a:t>
            </a:fld>
            <a:endParaRPr lang="en-US" dirty="0"/>
          </a:p>
        </p:txBody>
      </p:sp>
    </p:spTree>
    <p:extLst>
      <p:ext uri="{BB962C8B-B14F-4D97-AF65-F5344CB8AC3E}">
        <p14:creationId xmlns:p14="http://schemas.microsoft.com/office/powerpoint/2010/main" val="3710542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model tells the care manager who to prioritize. The RAG component helps answer what evidence-based actions to consider.</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RAG stands for retrieval-augmented generation. I would explain it as a search-and-answer tool that only uses approved documents, rather than a general chatbot.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In this project, the sources are CMS HRRP materials and AHRQ Project RED or discharge-planning resources. A care manager asks a question, the system retrieves relevant passages, and then it produces a short answer with the source title, page, and snippet.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That source grounding matters because this is healthcare decision support. The answer needs to be traceable, not just fluent.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sz="1600" dirty="0"/>
            </a:br>
            <a:br>
              <a:rPr lang="en-US" sz="1600" dirty="0"/>
            </a:br>
            <a:endParaRPr lang="en-US" sz="1600"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9</a:t>
            </a:fld>
            <a:endParaRPr lang="en-US" dirty="0"/>
          </a:p>
        </p:txBody>
      </p:sp>
    </p:spTree>
    <p:extLst>
      <p:ext uri="{BB962C8B-B14F-4D97-AF65-F5344CB8AC3E}">
        <p14:creationId xmlns:p14="http://schemas.microsoft.com/office/powerpoint/2010/main" val="38024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142D6-798D-269E-2B31-0BE197A31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2BCEB-90A5-D474-C6A2-BAD2A1573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14A6B-D911-82BD-83E7-78640A4078F2}"/>
              </a:ext>
            </a:extLst>
          </p:cNvPr>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project also required a fine-tuned readmission classifier. To do that, I converted structured patient encounters into short text-style prompts.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trained on 2,000 labeled examples and evaluated on a held-out patient-grouped test set. The patient grouping matters because the same patient should not appear in both training and testing.</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evaluated the prompt classifier with the same business scorecard as the tabular model: PR-AUC, recall at 500, calibration, and expected net value.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point was not just to satisfy a course requirement. The real question was whether a text-based classifier actually improves the care-management decision.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a:extLst>
              <a:ext uri="{FF2B5EF4-FFF2-40B4-BE49-F238E27FC236}">
                <a16:creationId xmlns:a16="http://schemas.microsoft.com/office/drawing/2014/main" id="{1CFAF250-C9C6-48DD-0382-B0D729B1F4AA}"/>
              </a:ext>
            </a:extLst>
          </p:cNvPr>
          <p:cNvSpPr>
            <a:spLocks noGrp="1"/>
          </p:cNvSpPr>
          <p:nvPr>
            <p:ph type="sldNum" sz="quarter" idx="5"/>
          </p:nvPr>
        </p:nvSpPr>
        <p:spPr/>
        <p:txBody>
          <a:bodyPr/>
          <a:lstStyle/>
          <a:p>
            <a:fld id="{46956D9F-6166-4DF3-9862-42FD514906BA}" type="slidenum">
              <a:rPr lang="en-US" smtClean="0"/>
              <a:pPr/>
              <a:t>10</a:t>
            </a:fld>
            <a:endParaRPr lang="en-US" dirty="0"/>
          </a:p>
        </p:txBody>
      </p:sp>
    </p:spTree>
    <p:extLst>
      <p:ext uri="{BB962C8B-B14F-4D97-AF65-F5344CB8AC3E}">
        <p14:creationId xmlns:p14="http://schemas.microsoft.com/office/powerpoint/2010/main" val="2872047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honest result is that the fine-tuned prompt classifier was completed, saved, and compared, but it did not beat the tabular model.</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Gradient Boosting had a PR-AUC of about 0.241, compared with 0.147 for the prompt text model. Recall at 500 was about 9.1 percent for Gradient Boosting versus 5.1 percent for the prompt classifier.</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In actual readmissions captured, that is 204 for Gradient Boosting compared with 115 for the prompt classifier.</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financial comparison makes the recommendation even clearer. Under the default assumptions, Gradient Boosting creates about $113,700 in expected net value, while the prompt classifier is negative, around negative $14,300.</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So Gradient Boosting stays the triage engine. The fine-tuned model is still valuable as a required comparison, but it is not the better operational choice for this structured-data problem.</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11</a:t>
            </a:fld>
            <a:endParaRPr lang="en-US" dirty="0"/>
          </a:p>
        </p:txBody>
      </p:sp>
    </p:spTree>
    <p:extLst>
      <p:ext uri="{BB962C8B-B14F-4D97-AF65-F5344CB8AC3E}">
        <p14:creationId xmlns:p14="http://schemas.microsoft.com/office/powerpoint/2010/main" val="32933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3E1D6-AA38-5543-A03D-8C6844ADF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364D6-EAA0-842A-73BD-6AC26081D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060A6-3276-3055-D4B9-D188D310E1A6}"/>
              </a:ext>
            </a:extLst>
          </p:cNvPr>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Every number on the next slide comes from four adjustable assumptions.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defaults are $15,000 per readmission, $300 per intervention, 10 percent intervention effectiveness, and 500 available intervention slots.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Net value is avoided readmission cost minus intervention cost.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break-even question is: how effective does the intervention need to be for savings to exceed cost?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These are scenario assumptions, not measured financial outcomes. A real hospital would adjust them using its own costs, staffing model, and intervention evidence.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a:extLst>
              <a:ext uri="{FF2B5EF4-FFF2-40B4-BE49-F238E27FC236}">
                <a16:creationId xmlns:a16="http://schemas.microsoft.com/office/drawing/2014/main" id="{5B907D82-32C2-BAF4-9E25-C083BC25B99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565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At 500 selected patients, the current calibrated model estimates about 175.8 expected readmissions without intervention.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At 10 percent assumed effectiveness, that means about 17.6 readmissions avoided.</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At $15,000 per readmission, that is about $263,700 in gross avoided readmission cost. The interventions cost $150,000 total, so the estimated net value is about $113,700.</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intervention only needs to be about 5.7 percent effective to break even, which gives some cushion below the 10 percent assumption.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marginal value turns negative around 1,300 patients under these assumptions. That is the point of the project: the best plan is not always serving the maximum number of patients. It is choosing the right number within capacity and expected value.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13</a:t>
            </a:fld>
            <a:endParaRPr lang="en-US" dirty="0"/>
          </a:p>
        </p:txBody>
      </p:sp>
    </p:spTree>
    <p:extLst>
      <p:ext uri="{BB962C8B-B14F-4D97-AF65-F5344CB8AC3E}">
        <p14:creationId xmlns:p14="http://schemas.microsoft.com/office/powerpoint/2010/main" val="660707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project is built into a </a:t>
            </a:r>
            <a:r>
              <a:rPr lang="en-US" sz="2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Gradio</a:t>
            </a:r>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app with four main sections.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Score ranks patients by 30-day readmission risk and shows a prioritized worklist.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Plan is the scenario planner. The user can adjust capacity, threshold, readmission cost, intervention cost, and intervention effectiveness, and the value estimate updates.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Guidance is the RAG tab. It lets the user ask discharge-planning or care-transition questions grounded in CMS and AHRQ documents.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Model shows performance, the fine-tuned classifier comparison, limitations, and governance language.</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Presenter note: the Space link is https://</a:t>
            </a:r>
            <a:r>
              <a:rPr lang="en-US" sz="2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huggingface.co</a:t>
            </a:r>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/spaces/</a:t>
            </a:r>
            <a:r>
              <a:rPr lang="en-US" sz="2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chloebarker</a:t>
            </a:r>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/diabetes-care-management-decision-support. Open it before presenting because free-tier Spaces may be building, sleeping, or waking up. If it loads in time, demo Score, Plan, and Guidance live. If not, use screenshots and explain that the same app is also verified locally.</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sz="2400" dirty="0"/>
            </a:br>
            <a:br>
              <a:rPr lang="en-US" sz="2400" dirty="0"/>
            </a:br>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14</a:t>
            </a:fld>
            <a:endParaRPr lang="en-US" dirty="0"/>
          </a:p>
        </p:txBody>
      </p:sp>
    </p:spTree>
    <p:extLst>
      <p:ext uri="{BB962C8B-B14F-4D97-AF65-F5344CB8AC3E}">
        <p14:creationId xmlns:p14="http://schemas.microsoft.com/office/powerpoint/2010/main" val="2096456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My recommendation is to pilot this as human-in-the-loop decision support.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Use risk ranking, capacity, and expected net value together to set the operating point. Use the guidance tab to connect high-risk patients to source-grounded care-transition actions. But keep the final decision with care managers.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would roll this out in stages: first retrospective validation on local hospital data, then a shadow-mode workflow test beside existing care-management decisions, then a limited pilot with real review, and only after that a monitored deployment.</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sz="2400" dirty="0"/>
            </a:br>
            <a:br>
              <a:rPr lang="en-US" sz="2400" dirty="0"/>
            </a:br>
            <a:endParaRPr lang="en-US" sz="24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2857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biggest limitation is that the model is trained on historical data from 1999 to 2008, not a current hospital’s live EHR data.</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dataset also does not include actual transitional-care intervention outcomes, so the cost and effectiveness estimates are assumptions, not measured causal results.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Fairness, calibration, and RAG answer quality would all need local validation before real use. The model shows predictive associations, not proof of what causes readmission.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next steps are to validate on current local data, test the workflow with actual care managers, monitor the fine-tuned prompt classifier against Gradient Boosting on future data, build a formal RAG answer-quality test set, and complete privacy, governance, and EHR-integration review.</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16</a:t>
            </a:fld>
            <a:endParaRPr lang="en-US" dirty="0"/>
          </a:p>
        </p:txBody>
      </p:sp>
    </p:spTree>
    <p:extLst>
      <p:ext uri="{BB962C8B-B14F-4D97-AF65-F5344CB8AC3E}">
        <p14:creationId xmlns:p14="http://schemas.microsoft.com/office/powerpoint/2010/main" val="2266633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FF5B-2DE6-5987-66A2-AA690FC69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4D724-D286-C02C-F5E8-BFC2C42DB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32ECD-C92B-5C03-4EB2-05F47C60EBC0}"/>
              </a:ext>
            </a:extLst>
          </p:cNvPr>
          <p:cNvSpPr>
            <a:spLocks noGrp="1"/>
          </p:cNvSpPr>
          <p:nvPr>
            <p:ph type="body" idx="1"/>
          </p:nvPr>
        </p:nvSpPr>
        <p:spPr/>
        <p:txBody>
          <a:bodyPr/>
          <a:lstStyle/>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Thank you.</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If there is one thing to take away, it is that analytics becomes more useful when it is tied to a real decision.</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The value here is not just a clever model. It is better prioritization under scarcity, with a person always making the final call.</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pPr rtl="0"/>
            <a:r>
              <a:rPr lang="en-US" sz="2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 am happy to answer questions.</a:t>
            </a:r>
            <a:endParaRPr lang="en-US" sz="2200" b="0" i="0" kern="1200" dirty="0">
              <a:solidFill>
                <a:schemeClr val="tx1"/>
              </a:solidFill>
              <a:effectLst/>
              <a:latin typeface="Times New Roman" panose="02020603050405020304" pitchFamily="18" charset="0"/>
              <a:ea typeface="+mn-ea"/>
              <a:cs typeface="Times New Roman" panose="02020603050405020304" pitchFamily="18" charset="0"/>
            </a:endParaRPr>
          </a:p>
          <a:p>
            <a:br>
              <a:rPr lang="en-US" dirty="0"/>
            </a:br>
            <a:br>
              <a:rPr lang="en-US" dirty="0"/>
            </a:br>
            <a:endParaRPr lang="en-US" dirty="0"/>
          </a:p>
        </p:txBody>
      </p:sp>
      <p:sp>
        <p:nvSpPr>
          <p:cNvPr id="4" name="Slide Number Placeholder 3">
            <a:extLst>
              <a:ext uri="{FF2B5EF4-FFF2-40B4-BE49-F238E27FC236}">
                <a16:creationId xmlns:a16="http://schemas.microsoft.com/office/drawing/2014/main" id="{148EC20F-6195-B0F3-1240-667643D44DB1}"/>
              </a:ext>
            </a:extLst>
          </p:cNvPr>
          <p:cNvSpPr>
            <a:spLocks noGrp="1"/>
          </p:cNvSpPr>
          <p:nvPr>
            <p:ph type="sldNum" sz="quarter" idx="5"/>
          </p:nvPr>
        </p:nvSpPr>
        <p:spPr/>
        <p:txBody>
          <a:bodyPr/>
          <a:lstStyle/>
          <a:p>
            <a:fld id="{46956D9F-6166-4DF3-9862-42FD514906BA}" type="slidenum">
              <a:rPr lang="en-US" smtClean="0"/>
              <a:pPr/>
              <a:t>17</a:t>
            </a:fld>
            <a:endParaRPr lang="en-US" dirty="0"/>
          </a:p>
        </p:txBody>
      </p:sp>
    </p:spTree>
    <p:extLst>
      <p:ext uri="{BB962C8B-B14F-4D97-AF65-F5344CB8AC3E}">
        <p14:creationId xmlns:p14="http://schemas.microsoft.com/office/powerpoint/2010/main" val="631884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18</a:t>
            </a:fld>
            <a:endParaRPr lang="en-US" dirty="0"/>
          </a:p>
        </p:txBody>
      </p:sp>
    </p:spTree>
    <p:extLst>
      <p:ext uri="{BB962C8B-B14F-4D97-AF65-F5344CB8AC3E}">
        <p14:creationId xmlns:p14="http://schemas.microsoft.com/office/powerpoint/2010/main" val="1502776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19</a:t>
            </a:fld>
            <a:endParaRPr lang="en-US" dirty="0"/>
          </a:p>
        </p:txBody>
      </p:sp>
    </p:spTree>
    <p:extLst>
      <p:ext uri="{BB962C8B-B14F-4D97-AF65-F5344CB8AC3E}">
        <p14:creationId xmlns:p14="http://schemas.microsoft.com/office/powerpoint/2010/main" val="13626222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956D9F-6166-4DF3-9862-42FD514906BA}" type="slidenum">
              <a:rPr lang="en-US" smtClean="0"/>
              <a:pPr/>
              <a:t>24</a:t>
            </a:fld>
            <a:endParaRPr lang="en-US" dirty="0"/>
          </a:p>
        </p:txBody>
      </p:sp>
    </p:spTree>
    <p:extLst>
      <p:ext uri="{BB962C8B-B14F-4D97-AF65-F5344CB8AC3E}">
        <p14:creationId xmlns:p14="http://schemas.microsoft.com/office/powerpoint/2010/main" val="306164718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Full Image">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E29E761-9528-4F17-B413-B1D26A007EFA}"/>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a:ext>
            </a:extLst>
          </a:blip>
          <a:srcRect/>
          <a:stretch/>
        </p:blipFill>
        <p:spPr bwMode="ltGray">
          <a:xfrm>
            <a:off x="-1" y="-3313"/>
            <a:ext cx="12192002" cy="6861313"/>
          </a:xfrm>
          <a:prstGeom prst="rect">
            <a:avLst/>
          </a:prstGeom>
        </p:spPr>
      </p:pic>
      <p:sp>
        <p:nvSpPr>
          <p:cNvPr id="2" name="Title 1"/>
          <p:cNvSpPr>
            <a:spLocks noGrp="1"/>
          </p:cNvSpPr>
          <p:nvPr>
            <p:ph type="ctrTitle" hasCustomPrompt="1"/>
          </p:nvPr>
        </p:nvSpPr>
        <p:spPr bwMode="auto">
          <a:xfrm>
            <a:off x="722501" y="0"/>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734575" y="1296203"/>
            <a:ext cx="11309582" cy="389740"/>
          </a:xfrm>
          <a:prstGeom prst="rect">
            <a:avLst/>
          </a:prstGeom>
        </p:spPr>
        <p:txBody>
          <a:bodyPr lIns="0" tIns="0" rIns="0" bIns="0" anchor="b">
            <a:noAutofit/>
          </a:bodyPr>
          <a:lstStyle>
            <a:lvl1pPr marL="0" indent="0" algn="l">
              <a:buNone/>
              <a:defRPr lang="en-US" sz="2000" b="1" kern="1200">
                <a:solidFill>
                  <a:schemeClr val="bg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730678" y="1742492"/>
            <a:ext cx="11327269" cy="566020"/>
          </a:xfrm>
          <a:prstGeom prst="rect">
            <a:avLst/>
          </a:prstGeom>
        </p:spPr>
        <p:txBody>
          <a:bodyPr lIns="0" rIns="0" bIns="0" anchor="t">
            <a:normAutofit/>
          </a:bodyPr>
          <a:lstStyle>
            <a:lvl1pPr marL="0" indent="0">
              <a:buFontTx/>
              <a:buNone/>
              <a:defRPr sz="1600" i="1">
                <a:solidFill>
                  <a:schemeClr val="bg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740205" y="1285501"/>
            <a:ext cx="4533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
            <a:extLst>
              <a:ext uri="{FF2B5EF4-FFF2-40B4-BE49-F238E27FC236}">
                <a16:creationId xmlns:a16="http://schemas.microsoft.com/office/drawing/2014/main" id="{80F863A6-B06C-4380-AF09-0C2BAF9C9653}"/>
              </a:ext>
            </a:extLst>
          </p:cNvPr>
          <p:cNvGrpSpPr>
            <a:grpSpLocks noChangeAspect="1"/>
          </p:cNvGrpSpPr>
          <p:nvPr userDrawn="1"/>
        </p:nvGrpSpPr>
        <p:grpSpPr bwMode="auto">
          <a:xfrm>
            <a:off x="712973" y="5595196"/>
            <a:ext cx="1784691" cy="526205"/>
            <a:chOff x="5783" y="3319"/>
            <a:chExt cx="2126" cy="627"/>
          </a:xfrm>
          <a:solidFill>
            <a:schemeClr val="bg1"/>
          </a:solidFill>
        </p:grpSpPr>
        <p:sp>
          <p:nvSpPr>
            <p:cNvPr id="16" name="Freeform 5">
              <a:extLst>
                <a:ext uri="{FF2B5EF4-FFF2-40B4-BE49-F238E27FC236}">
                  <a16:creationId xmlns:a16="http://schemas.microsoft.com/office/drawing/2014/main" id="{FBE218FF-997C-41E1-9E8E-5420EEC8B189}"/>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6">
              <a:extLst>
                <a:ext uri="{FF2B5EF4-FFF2-40B4-BE49-F238E27FC236}">
                  <a16:creationId xmlns:a16="http://schemas.microsoft.com/office/drawing/2014/main" id="{245AE3A5-7692-49DB-939A-5DB27B617959}"/>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7">
              <a:extLst>
                <a:ext uri="{FF2B5EF4-FFF2-40B4-BE49-F238E27FC236}">
                  <a16:creationId xmlns:a16="http://schemas.microsoft.com/office/drawing/2014/main" id="{1BD011E3-C685-4B53-B556-F4F51D4BAC30}"/>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9">
              <a:extLst>
                <a:ext uri="{FF2B5EF4-FFF2-40B4-BE49-F238E27FC236}">
                  <a16:creationId xmlns:a16="http://schemas.microsoft.com/office/drawing/2014/main" id="{D4ACFCD2-0F4F-46B9-8A6E-317ED9A27448}"/>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49117281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Full Imag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E8A3A6-BC2A-4222-AE93-82DE0170D9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94"/>
            <a:ext cx="12192000" cy="6856214"/>
          </a:xfrm>
          <a:prstGeom prst="rect">
            <a:avLst/>
          </a:prstGeom>
        </p:spPr>
      </p:pic>
      <p:grpSp>
        <p:nvGrpSpPr>
          <p:cNvPr id="8" name="Graphic 6">
            <a:extLst>
              <a:ext uri="{FF2B5EF4-FFF2-40B4-BE49-F238E27FC236}">
                <a16:creationId xmlns:a16="http://schemas.microsoft.com/office/drawing/2014/main" id="{5CE70B60-F32B-49A9-B182-2198131EDAB1}"/>
              </a:ext>
            </a:extLst>
          </p:cNvPr>
          <p:cNvGrpSpPr/>
          <p:nvPr/>
        </p:nvGrpSpPr>
        <p:grpSpPr>
          <a:xfrm>
            <a:off x="717297" y="5590359"/>
            <a:ext cx="1783544" cy="530352"/>
            <a:chOff x="4710906" y="3597973"/>
            <a:chExt cx="2760252" cy="819150"/>
          </a:xfrm>
          <a:solidFill>
            <a:schemeClr val="bg1"/>
          </a:solidFill>
        </p:grpSpPr>
        <p:sp>
          <p:nvSpPr>
            <p:cNvPr id="9" name="Freeform: Shape 8">
              <a:extLst>
                <a:ext uri="{FF2B5EF4-FFF2-40B4-BE49-F238E27FC236}">
                  <a16:creationId xmlns:a16="http://schemas.microsoft.com/office/drawing/2014/main" id="{E16F5992-B85C-458C-B465-10EF34910CFE}"/>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0" name="Freeform: Shape 9">
              <a:extLst>
                <a:ext uri="{FF2B5EF4-FFF2-40B4-BE49-F238E27FC236}">
                  <a16:creationId xmlns:a16="http://schemas.microsoft.com/office/drawing/2014/main" id="{C356BF6A-6895-4AA1-BAD6-A6EA0AB035A1}"/>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1" name="Freeform: Shape 10">
              <a:extLst>
                <a:ext uri="{FF2B5EF4-FFF2-40B4-BE49-F238E27FC236}">
                  <a16:creationId xmlns:a16="http://schemas.microsoft.com/office/drawing/2014/main" id="{261FB97C-DC1D-4068-92AF-A85D21A73DB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3" name="Freeform: Shape 12">
              <a:extLst>
                <a:ext uri="{FF2B5EF4-FFF2-40B4-BE49-F238E27FC236}">
                  <a16:creationId xmlns:a16="http://schemas.microsoft.com/office/drawing/2014/main" id="{C0F0FEC5-716B-40FA-B04E-7C607186AA86}"/>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A9E9923D-DF4B-46AF-8471-B575180BA1F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itle 1"/>
          <p:cNvSpPr>
            <a:spLocks noGrp="1"/>
          </p:cNvSpPr>
          <p:nvPr>
            <p:ph type="ctrTitle" hasCustomPrompt="1"/>
          </p:nvPr>
        </p:nvSpPr>
        <p:spPr bwMode="auto">
          <a:xfrm>
            <a:off x="722501" y="290289"/>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accent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734575" y="1586492"/>
            <a:ext cx="11309582" cy="389740"/>
          </a:xfrm>
          <a:prstGeom prst="rect">
            <a:avLst/>
          </a:prstGeom>
        </p:spPr>
        <p:txBody>
          <a:bodyPr lIns="0" tIns="0" rIns="0" bIns="0" anchor="b">
            <a:noAutofit/>
          </a:bodyPr>
          <a:lstStyle>
            <a:lvl1pPr marL="0" indent="0" algn="l">
              <a:buNone/>
              <a:defRPr lang="en-US" sz="2000" b="1" kern="1200">
                <a:solidFill>
                  <a:schemeClr val="accent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730678" y="2032781"/>
            <a:ext cx="11327269" cy="566020"/>
          </a:xfrm>
          <a:prstGeom prst="rect">
            <a:avLst/>
          </a:prstGeom>
        </p:spPr>
        <p:txBody>
          <a:bodyPr lIns="0" rIns="0" bIns="0" anchor="t">
            <a:normAutofit/>
          </a:bodyPr>
          <a:lstStyle>
            <a:lvl1pPr marL="0" indent="0">
              <a:buFontTx/>
              <a:buNone/>
              <a:defRPr sz="1600" i="1">
                <a:solidFill>
                  <a:schemeClr val="accent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740205" y="1575790"/>
            <a:ext cx="45330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14095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Full Image">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F5F540D-C2C8-454A-9650-6BA605DA24C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396" r="9396"/>
          <a:stretch/>
        </p:blipFill>
        <p:spPr>
          <a:xfrm>
            <a:off x="-13814" y="-5984"/>
            <a:ext cx="12205815" cy="6863983"/>
          </a:xfrm>
          <a:prstGeom prst="rect">
            <a:avLst/>
          </a:prstGeom>
        </p:spPr>
      </p:pic>
      <p:sp>
        <p:nvSpPr>
          <p:cNvPr id="18" name="Title 1">
            <a:extLst>
              <a:ext uri="{FF2B5EF4-FFF2-40B4-BE49-F238E27FC236}">
                <a16:creationId xmlns:a16="http://schemas.microsoft.com/office/drawing/2014/main" id="{39F27A7A-8552-40D6-9468-9E6AB8903293}"/>
              </a:ext>
            </a:extLst>
          </p:cNvPr>
          <p:cNvSpPr>
            <a:spLocks noGrp="1"/>
          </p:cNvSpPr>
          <p:nvPr>
            <p:ph type="ctrTitle" hasCustomPrompt="1"/>
          </p:nvPr>
        </p:nvSpPr>
        <p:spPr bwMode="auto">
          <a:xfrm>
            <a:off x="722501" y="290289"/>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19" name="Subtitle 2">
            <a:extLst>
              <a:ext uri="{FF2B5EF4-FFF2-40B4-BE49-F238E27FC236}">
                <a16:creationId xmlns:a16="http://schemas.microsoft.com/office/drawing/2014/main" id="{8D9CF08F-D6C7-4914-9678-3A8159D31B29}"/>
              </a:ext>
            </a:extLst>
          </p:cNvPr>
          <p:cNvSpPr>
            <a:spLocks noGrp="1"/>
          </p:cNvSpPr>
          <p:nvPr>
            <p:ph type="subTitle" idx="1" hasCustomPrompt="1"/>
          </p:nvPr>
        </p:nvSpPr>
        <p:spPr bwMode="auto">
          <a:xfrm>
            <a:off x="734575" y="1586492"/>
            <a:ext cx="11309582" cy="389740"/>
          </a:xfrm>
          <a:prstGeom prst="rect">
            <a:avLst/>
          </a:prstGeom>
        </p:spPr>
        <p:txBody>
          <a:bodyPr lIns="0" tIns="0" rIns="0" bIns="0" anchor="b">
            <a:noAutofit/>
          </a:bodyPr>
          <a:lstStyle>
            <a:lvl1pPr marL="0" indent="0" algn="l">
              <a:buNone/>
              <a:defRPr lang="en-US" sz="2400" b="1" kern="1200">
                <a:solidFill>
                  <a:schemeClr val="bg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20" name="Text Placeholder 5">
            <a:extLst>
              <a:ext uri="{FF2B5EF4-FFF2-40B4-BE49-F238E27FC236}">
                <a16:creationId xmlns:a16="http://schemas.microsoft.com/office/drawing/2014/main" id="{02255B20-668D-4CC5-8390-3EF35BFB193E}"/>
              </a:ext>
            </a:extLst>
          </p:cNvPr>
          <p:cNvSpPr>
            <a:spLocks noGrp="1"/>
          </p:cNvSpPr>
          <p:nvPr>
            <p:ph type="body" sz="quarter" idx="10" hasCustomPrompt="1"/>
          </p:nvPr>
        </p:nvSpPr>
        <p:spPr bwMode="auto">
          <a:xfrm>
            <a:off x="730678" y="2032781"/>
            <a:ext cx="11327269" cy="566020"/>
          </a:xfrm>
          <a:prstGeom prst="rect">
            <a:avLst/>
          </a:prstGeom>
        </p:spPr>
        <p:txBody>
          <a:bodyPr lIns="0" rIns="0" bIns="0" anchor="t">
            <a:normAutofit/>
          </a:bodyPr>
          <a:lstStyle>
            <a:lvl1pPr marL="0" indent="0">
              <a:buFontTx/>
              <a:buNone/>
              <a:defRPr sz="1600" i="1">
                <a:solidFill>
                  <a:schemeClr val="bg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21" name="Straight Connector 20">
            <a:extLst>
              <a:ext uri="{FF2B5EF4-FFF2-40B4-BE49-F238E27FC236}">
                <a16:creationId xmlns:a16="http://schemas.microsoft.com/office/drawing/2014/main" id="{F2DADB2D-7C5B-45A0-81D0-9D62802737B1}"/>
              </a:ext>
            </a:extLst>
          </p:cNvPr>
          <p:cNvCxnSpPr>
            <a:cxnSpLocks/>
          </p:cNvCxnSpPr>
          <p:nvPr userDrawn="1"/>
        </p:nvCxnSpPr>
        <p:spPr bwMode="auto">
          <a:xfrm>
            <a:off x="740205" y="1575790"/>
            <a:ext cx="4533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Graphic 6">
            <a:extLst>
              <a:ext uri="{FF2B5EF4-FFF2-40B4-BE49-F238E27FC236}">
                <a16:creationId xmlns:a16="http://schemas.microsoft.com/office/drawing/2014/main" id="{205F9DA1-80A6-43E9-8BC6-AEF733277A6D}"/>
              </a:ext>
            </a:extLst>
          </p:cNvPr>
          <p:cNvGrpSpPr/>
          <p:nvPr userDrawn="1"/>
        </p:nvGrpSpPr>
        <p:grpSpPr>
          <a:xfrm>
            <a:off x="717297" y="5590359"/>
            <a:ext cx="1783544" cy="530352"/>
            <a:chOff x="4710906" y="3597973"/>
            <a:chExt cx="2760252" cy="819150"/>
          </a:xfrm>
          <a:solidFill>
            <a:schemeClr val="bg1"/>
          </a:solidFill>
        </p:grpSpPr>
        <p:sp>
          <p:nvSpPr>
            <p:cNvPr id="22" name="Freeform: Shape 21">
              <a:extLst>
                <a:ext uri="{FF2B5EF4-FFF2-40B4-BE49-F238E27FC236}">
                  <a16:creationId xmlns:a16="http://schemas.microsoft.com/office/drawing/2014/main" id="{7F720A7F-ABFD-4285-B404-1A0720040799}"/>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7CEB3739-C0F0-4929-AB28-A5FF03910DCE}"/>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7EF7B684-D978-463D-83F9-0E9379ABBDB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8BEED3D6-0F20-448F-80E3-118E45429D26}"/>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87FE418C-FF4F-4BCB-9D7E-8A20AAB7EED0}"/>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68017266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Title Slide Full Image">
    <p:bg>
      <p:bgPr>
        <a:solidFill>
          <a:schemeClr val="tx1"/>
        </a:solidFill>
        <a:effectLst/>
      </p:bgPr>
    </p:bg>
    <p:spTree>
      <p:nvGrpSpPr>
        <p:cNvPr id="1" name=""/>
        <p:cNvGrpSpPr/>
        <p:nvPr/>
      </p:nvGrpSpPr>
      <p:grpSpPr>
        <a:xfrm>
          <a:off x="0" y="0"/>
          <a:ext cx="0" cy="0"/>
          <a:chOff x="0" y="0"/>
          <a:chExt cx="0" cy="0"/>
        </a:xfrm>
      </p:grpSpPr>
      <p:pic>
        <p:nvPicPr>
          <p:cNvPr id="1026" name="Picture 2" descr="25883D_Mustangs D8A_9380 flat 18&quot; wide lighter.JPG">
            <a:extLst>
              <a:ext uri="{FF2B5EF4-FFF2-40B4-BE49-F238E27FC236}">
                <a16:creationId xmlns:a16="http://schemas.microsoft.com/office/drawing/2014/main" id="{D7BA241F-58C0-40AE-B254-965C4934A58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955" r="1955"/>
          <a:stretch/>
        </p:blipFill>
        <p:spPr bwMode="auto">
          <a:xfrm>
            <a:off x="1" y="0"/>
            <a:ext cx="121951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aphic 6">
            <a:extLst>
              <a:ext uri="{FF2B5EF4-FFF2-40B4-BE49-F238E27FC236}">
                <a16:creationId xmlns:a16="http://schemas.microsoft.com/office/drawing/2014/main" id="{F923AD90-18E4-4373-B1D9-A1CDC0F17EF0}"/>
              </a:ext>
            </a:extLst>
          </p:cNvPr>
          <p:cNvGrpSpPr/>
          <p:nvPr userDrawn="1"/>
        </p:nvGrpSpPr>
        <p:grpSpPr>
          <a:xfrm>
            <a:off x="9714553" y="5590359"/>
            <a:ext cx="1783544" cy="530352"/>
            <a:chOff x="4710906" y="3597973"/>
            <a:chExt cx="2760252" cy="819150"/>
          </a:xfrm>
          <a:solidFill>
            <a:schemeClr val="accent1"/>
          </a:solidFill>
        </p:grpSpPr>
        <p:sp>
          <p:nvSpPr>
            <p:cNvPr id="14" name="Freeform: Shape 13">
              <a:extLst>
                <a:ext uri="{FF2B5EF4-FFF2-40B4-BE49-F238E27FC236}">
                  <a16:creationId xmlns:a16="http://schemas.microsoft.com/office/drawing/2014/main" id="{C5A49DBB-1426-4234-8764-284661F23138}"/>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CCEF3A97-E061-434C-B13E-9F5CEB70EFD1}"/>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983FC789-9D25-4B66-B943-9EBA5EBC1B7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57208C5-2EA9-4828-88F6-28CD02E9E85B}"/>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723F4791-E88E-458E-BF8E-14F586247AC8}"/>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itle 1"/>
          <p:cNvSpPr>
            <a:spLocks noGrp="1"/>
          </p:cNvSpPr>
          <p:nvPr>
            <p:ph type="ctrTitle" hasCustomPrompt="1"/>
          </p:nvPr>
        </p:nvSpPr>
        <p:spPr bwMode="auto">
          <a:xfrm>
            <a:off x="188963" y="290289"/>
            <a:ext cx="11315723" cy="1264831"/>
          </a:xfrm>
          <a:prstGeom prst="rect">
            <a:avLst/>
          </a:prstGeom>
        </p:spPr>
        <p:txBody>
          <a:bodyPr lIns="0" tIns="0" rIns="0" bIns="0" anchor="b">
            <a:noAutofit/>
          </a:bodyPr>
          <a:lstStyle>
            <a:lvl1pPr marL="0" algn="r" defTabSz="509447" rtl="0" eaLnBrk="1" latinLnBrk="0" hangingPunct="1">
              <a:lnSpc>
                <a:spcPct val="100000"/>
              </a:lnSpc>
              <a:spcBef>
                <a:spcPct val="0"/>
              </a:spcBef>
              <a:buNone/>
              <a:defRPr lang="en-US" sz="4400" b="1" kern="1200" dirty="0">
                <a:solidFill>
                  <a:schemeClr val="accent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4866729" y="1586492"/>
            <a:ext cx="6624167" cy="389740"/>
          </a:xfrm>
          <a:prstGeom prst="rect">
            <a:avLst/>
          </a:prstGeom>
        </p:spPr>
        <p:txBody>
          <a:bodyPr lIns="0" tIns="0" rIns="0" bIns="0" anchor="b">
            <a:noAutofit/>
          </a:bodyPr>
          <a:lstStyle>
            <a:lvl1pPr marL="0" indent="0" algn="r">
              <a:buFont typeface="Arial" panose="020B0604020202020204" pitchFamily="34" charset="0"/>
              <a:buNone/>
              <a:defRPr lang="en-US" sz="1800" b="1" kern="1200">
                <a:solidFill>
                  <a:schemeClr val="accent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4870160" y="2032781"/>
            <a:ext cx="6634527" cy="566020"/>
          </a:xfrm>
          <a:prstGeom prst="rect">
            <a:avLst/>
          </a:prstGeom>
        </p:spPr>
        <p:txBody>
          <a:bodyPr lIns="0" rIns="0" bIns="0" anchor="t">
            <a:normAutofit/>
          </a:bodyPr>
          <a:lstStyle>
            <a:lvl1pPr marL="0" indent="0" algn="r">
              <a:buFont typeface="Arial" panose="020B0604020202020204" pitchFamily="34" charset="0"/>
              <a:buNone/>
              <a:defRPr sz="1200" i="1">
                <a:solidFill>
                  <a:schemeClr val="accent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11051378" y="1575790"/>
            <a:ext cx="45330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34374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722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Half Image Left">
    <p:bg>
      <p:bgPr>
        <a:solidFill>
          <a:schemeClr val="bg1"/>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22B88F7C-980C-40E1-AD60-DD95541C905B}"/>
              </a:ext>
            </a:extLst>
          </p:cNvPr>
          <p:cNvGrpSpPr/>
          <p:nvPr userDrawn="1"/>
        </p:nvGrpSpPr>
        <p:grpSpPr>
          <a:xfrm>
            <a:off x="6651052" y="5959228"/>
            <a:ext cx="1568784" cy="466491"/>
            <a:chOff x="4710906" y="3597973"/>
            <a:chExt cx="2760252" cy="819150"/>
          </a:xfrm>
          <a:solidFill>
            <a:schemeClr val="accent1"/>
          </a:solidFill>
        </p:grpSpPr>
        <p:sp>
          <p:nvSpPr>
            <p:cNvPr id="20" name="Freeform: Shape 19">
              <a:extLst>
                <a:ext uri="{FF2B5EF4-FFF2-40B4-BE49-F238E27FC236}">
                  <a16:creationId xmlns:a16="http://schemas.microsoft.com/office/drawing/2014/main" id="{743B8DB4-A541-4F33-AC58-E1BEDFA764AA}"/>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C0EFF391-DF6B-4019-AC0F-C0067ADC49D2}"/>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6D6BD006-D2DB-41D8-A1BA-4FB0506C41F5}"/>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F1B93A4E-3407-43F9-94BB-5F11CDF8A10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B1F11C0B-265D-44A6-AA8A-9D262D60E0A6}"/>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6" t="24141" r="2584"/>
          <a:stretch/>
        </p:blipFill>
        <p:spPr>
          <a:xfrm>
            <a:off x="455733" y="419100"/>
            <a:ext cx="5754598" cy="59817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accent2"/>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sz="2400" b="1" spc="0" baseline="0">
                <a:solidFill>
                  <a:schemeClr val="tx2"/>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tx2"/>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pic>
        <p:nvPicPr>
          <p:cNvPr id="24" name="Picture 23">
            <a:extLst>
              <a:ext uri="{FF2B5EF4-FFF2-40B4-BE49-F238E27FC236}">
                <a16:creationId xmlns:a16="http://schemas.microsoft.com/office/drawing/2014/main" id="{9A2CE811-9C7D-4771-9D4E-9E58E4D46D99}"/>
              </a:ext>
            </a:extLst>
          </p:cNvPr>
          <p:cNvPicPr>
            <a:picLocks noChangeAspect="1"/>
          </p:cNvPicPr>
          <p:nvPr userDrawn="1"/>
        </p:nvPicPr>
        <p:blipFill>
          <a:blip r:embed="rId3">
            <a:extLst>
              <a:ext uri="{28A0092B-C50C-407E-A947-70E740481C1C}">
                <a14:useLocalDpi xmlns:a14="http://schemas.microsoft.com/office/drawing/2010/main" val="0"/>
              </a:ext>
            </a:extLst>
          </a:blip>
          <a:srcRect l="19820" r="19820"/>
          <a:stretch/>
        </p:blipFill>
        <p:spPr>
          <a:xfrm>
            <a:off x="8714" y="0"/>
            <a:ext cx="6201618" cy="6858000"/>
          </a:xfrm>
          <a:prstGeom prst="rect">
            <a:avLst/>
          </a:prstGeom>
        </p:spPr>
      </p:pic>
    </p:spTree>
    <p:extLst>
      <p:ext uri="{BB962C8B-B14F-4D97-AF65-F5344CB8AC3E}">
        <p14:creationId xmlns:p14="http://schemas.microsoft.com/office/powerpoint/2010/main" val="370572079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36"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Title Slide Half Image Left">
    <p:bg>
      <p:bgPr>
        <a:solidFill>
          <a:srgbClr val="CC0035"/>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B2EFEFE0-24A1-4F00-8D39-68B28B10C4CB}"/>
              </a:ext>
            </a:extLst>
          </p:cNvPr>
          <p:cNvGrpSpPr/>
          <p:nvPr userDrawn="1"/>
        </p:nvGrpSpPr>
        <p:grpSpPr>
          <a:xfrm>
            <a:off x="6651052"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667FDA3B-D355-4356-8D31-0A760FBAF3B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F4CAB2A5-F228-4708-9799-806D54141E7C}"/>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17B1DC5C-169E-4808-A22B-08A40E9815C3}"/>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15C0E203-BEE9-4818-97E4-BF4FA30273F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21C583F2-4174-4D20-9386-7AEA1F0FCE28}"/>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21" t="20112" r="2336" b="1191"/>
          <a:stretch/>
        </p:blipFill>
        <p:spPr>
          <a:xfrm>
            <a:off x="1" y="0"/>
            <a:ext cx="6210331" cy="68580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sz="2400" b="1" spc="0" baseline="0">
                <a:solidFill>
                  <a:schemeClr val="bg1"/>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bg1"/>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spTree>
    <p:extLst>
      <p:ext uri="{BB962C8B-B14F-4D97-AF65-F5344CB8AC3E}">
        <p14:creationId xmlns:p14="http://schemas.microsoft.com/office/powerpoint/2010/main" val="241880981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12"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Title Slide Half Image Left">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6" t="24141" r="2584"/>
          <a:stretch/>
        </p:blipFill>
        <p:spPr>
          <a:xfrm>
            <a:off x="455733" y="419100"/>
            <a:ext cx="5754598" cy="59817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b="1" spc="0" baseline="0">
                <a:solidFill>
                  <a:schemeClr val="accent3"/>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hasCustomPrompt="1"/>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bg1"/>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pic>
        <p:nvPicPr>
          <p:cNvPr id="14" name="Picture 13">
            <a:extLst>
              <a:ext uri="{FF2B5EF4-FFF2-40B4-BE49-F238E27FC236}">
                <a16:creationId xmlns:a16="http://schemas.microsoft.com/office/drawing/2014/main" id="{3E85A606-8DA1-4772-8425-61CB7E64D1AC}"/>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8044" t="-1" r="21082" b="-1"/>
          <a:stretch/>
        </p:blipFill>
        <p:spPr>
          <a:xfrm>
            <a:off x="-27267" y="0"/>
            <a:ext cx="6237598" cy="6858000"/>
          </a:xfrm>
          <a:prstGeom prst="rect">
            <a:avLst/>
          </a:prstGeom>
        </p:spPr>
      </p:pic>
      <p:grpSp>
        <p:nvGrpSpPr>
          <p:cNvPr id="19" name="Graphic 6">
            <a:extLst>
              <a:ext uri="{FF2B5EF4-FFF2-40B4-BE49-F238E27FC236}">
                <a16:creationId xmlns:a16="http://schemas.microsoft.com/office/drawing/2014/main" id="{FE55836B-B23B-4B3C-AB25-D6272651B9FF}"/>
              </a:ext>
            </a:extLst>
          </p:cNvPr>
          <p:cNvGrpSpPr/>
          <p:nvPr userDrawn="1"/>
        </p:nvGrpSpPr>
        <p:grpSpPr>
          <a:xfrm>
            <a:off x="6651052"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44CED3D8-7827-41E1-9193-4D6DDA609C8D}"/>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5078A2DB-D23A-43F8-8BC7-DCF1DA2B0918}"/>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E349ABE0-71D3-4FF5-A94D-1C1E610B05D5}"/>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432B7FDA-A269-4762-8F78-3F0ABC12A801}"/>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15F70D12-EC9A-4F0A-9413-51F0E3548FA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115498351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12"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Title Slide Half Image Right">
    <p:bg>
      <p:bgPr>
        <a:solidFill>
          <a:srgbClr val="CC0035"/>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95C8B3D9-E8D0-408D-B527-668E608DD180}"/>
              </a:ext>
            </a:extLst>
          </p:cNvPr>
          <p:cNvGrpSpPr/>
          <p:nvPr userDrawn="1"/>
        </p:nvGrpSpPr>
        <p:grpSpPr>
          <a:xfrm>
            <a:off x="441440"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99B277BB-01E9-4D19-A588-E9B7AC8B11B6}"/>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025A4C99-D4E2-4C48-AE17-F5E7AD22405B}"/>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A76BF173-AD72-4E82-B0D3-12B873A0E40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44D484AE-0EA0-462B-B69B-722AD0B39C7E}"/>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8" name="Freeform: Shape 27">
              <a:extLst>
                <a:ext uri="{FF2B5EF4-FFF2-40B4-BE49-F238E27FC236}">
                  <a16:creationId xmlns:a16="http://schemas.microsoft.com/office/drawing/2014/main" id="{416957BF-E719-44E7-A8B8-E403FC15CAC3}"/>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bg1"/>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bg1"/>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8" name="Picture 17">
            <a:extLst>
              <a:ext uri="{FF2B5EF4-FFF2-40B4-BE49-F238E27FC236}">
                <a16:creationId xmlns:a16="http://schemas.microsoft.com/office/drawing/2014/main" id="{2743AECF-0D66-41E7-8AE1-08379EA051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118" t="1" r="25092" b="1"/>
          <a:stretch/>
        </p:blipFill>
        <p:spPr>
          <a:xfrm>
            <a:off x="5943560" y="-11498"/>
            <a:ext cx="6248441" cy="6869499"/>
          </a:xfrm>
          <a:prstGeom prst="rect">
            <a:avLst/>
          </a:prstGeom>
        </p:spPr>
      </p:pic>
    </p:spTree>
    <p:extLst>
      <p:ext uri="{BB962C8B-B14F-4D97-AF65-F5344CB8AC3E}">
        <p14:creationId xmlns:p14="http://schemas.microsoft.com/office/powerpoint/2010/main" val="286082031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74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2_Title Slide Half Image Right">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tx2"/>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tx2"/>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accent2"/>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7" name="Picture 16">
            <a:extLst>
              <a:ext uri="{FF2B5EF4-FFF2-40B4-BE49-F238E27FC236}">
                <a16:creationId xmlns:a16="http://schemas.microsoft.com/office/drawing/2014/main" id="{DE28B56A-B818-40D5-BF6A-7A5E4959D3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8" t="19703" b="7605"/>
          <a:stretch/>
        </p:blipFill>
        <p:spPr>
          <a:xfrm>
            <a:off x="5943561" y="0"/>
            <a:ext cx="6248439" cy="6858000"/>
          </a:xfrm>
          <a:prstGeom prst="rect">
            <a:avLst/>
          </a:prstGeom>
        </p:spPr>
      </p:pic>
      <p:grpSp>
        <p:nvGrpSpPr>
          <p:cNvPr id="18" name="Graphic 6">
            <a:extLst>
              <a:ext uri="{FF2B5EF4-FFF2-40B4-BE49-F238E27FC236}">
                <a16:creationId xmlns:a16="http://schemas.microsoft.com/office/drawing/2014/main" id="{D3F8E083-0459-404F-B7F6-2760F7966E44}"/>
              </a:ext>
            </a:extLst>
          </p:cNvPr>
          <p:cNvGrpSpPr/>
          <p:nvPr userDrawn="1"/>
        </p:nvGrpSpPr>
        <p:grpSpPr>
          <a:xfrm>
            <a:off x="441440" y="5959228"/>
            <a:ext cx="1568784" cy="466491"/>
            <a:chOff x="4710906" y="3597973"/>
            <a:chExt cx="2760252" cy="819150"/>
          </a:xfrm>
          <a:solidFill>
            <a:schemeClr val="accent1"/>
          </a:solidFill>
        </p:grpSpPr>
        <p:sp>
          <p:nvSpPr>
            <p:cNvPr id="19" name="Freeform: Shape 18">
              <a:extLst>
                <a:ext uri="{FF2B5EF4-FFF2-40B4-BE49-F238E27FC236}">
                  <a16:creationId xmlns:a16="http://schemas.microsoft.com/office/drawing/2014/main" id="{569F8482-1806-443E-BD1F-BB5C62FD120B}"/>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9305C812-F9A7-4991-9ED6-3E1AAF944CE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9DDF6962-BD2F-48FE-97C4-EAD2298B8C9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95930125-48FA-47CD-8529-01C31F8335D2}"/>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FF89C335-2294-4954-B551-9929CE2810BB}"/>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11584071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4_Title Slide Half Image Right">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tx2"/>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tx2"/>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accent2"/>
                </a:solidFill>
                <a:latin typeface="Georgia" panose="02040502050405020303" pitchFamily="18" charset="0"/>
                <a:ea typeface="+mj-ea"/>
                <a:cs typeface="Arial" panose="020B0604020202020204" pitchFamily="34" charset="0"/>
              </a:defRPr>
            </a:lvl1pPr>
          </a:lstStyle>
          <a:p>
            <a:r>
              <a:rPr lang="en-US" dirty="0"/>
              <a:t>Click to add title</a:t>
            </a:r>
          </a:p>
        </p:txBody>
      </p:sp>
      <p:grpSp>
        <p:nvGrpSpPr>
          <p:cNvPr id="18" name="Graphic 6">
            <a:extLst>
              <a:ext uri="{FF2B5EF4-FFF2-40B4-BE49-F238E27FC236}">
                <a16:creationId xmlns:a16="http://schemas.microsoft.com/office/drawing/2014/main" id="{D3F8E083-0459-404F-B7F6-2760F7966E44}"/>
              </a:ext>
            </a:extLst>
          </p:cNvPr>
          <p:cNvGrpSpPr/>
          <p:nvPr userDrawn="1"/>
        </p:nvGrpSpPr>
        <p:grpSpPr>
          <a:xfrm>
            <a:off x="441440" y="5959228"/>
            <a:ext cx="1568784" cy="466491"/>
            <a:chOff x="4710906" y="3597973"/>
            <a:chExt cx="2760252" cy="819150"/>
          </a:xfrm>
          <a:solidFill>
            <a:schemeClr val="accent1"/>
          </a:solidFill>
        </p:grpSpPr>
        <p:sp>
          <p:nvSpPr>
            <p:cNvPr id="19" name="Freeform: Shape 18">
              <a:extLst>
                <a:ext uri="{FF2B5EF4-FFF2-40B4-BE49-F238E27FC236}">
                  <a16:creationId xmlns:a16="http://schemas.microsoft.com/office/drawing/2014/main" id="{569F8482-1806-443E-BD1F-BB5C62FD120B}"/>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9305C812-F9A7-4991-9ED6-3E1AAF944CE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9DDF6962-BD2F-48FE-97C4-EAD2298B8C9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95930125-48FA-47CD-8529-01C31F8335D2}"/>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FF89C335-2294-4954-B551-9929CE2810BB}"/>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123458015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Title Slide Half Image Right">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accent3"/>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bg1"/>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7" name="Picture 16">
            <a:extLst>
              <a:ext uri="{FF2B5EF4-FFF2-40B4-BE49-F238E27FC236}">
                <a16:creationId xmlns:a16="http://schemas.microsoft.com/office/drawing/2014/main" id="{79F2DA49-65B9-4D18-A939-6F01CCCE26C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044" t="-1" r="21082" b="-1"/>
          <a:stretch/>
        </p:blipFill>
        <p:spPr>
          <a:xfrm>
            <a:off x="5954403" y="0"/>
            <a:ext cx="6237598" cy="6858000"/>
          </a:xfrm>
          <a:prstGeom prst="rect">
            <a:avLst/>
          </a:prstGeom>
        </p:spPr>
      </p:pic>
      <p:grpSp>
        <p:nvGrpSpPr>
          <p:cNvPr id="18" name="Graphic 6">
            <a:extLst>
              <a:ext uri="{FF2B5EF4-FFF2-40B4-BE49-F238E27FC236}">
                <a16:creationId xmlns:a16="http://schemas.microsoft.com/office/drawing/2014/main" id="{4C7E86BF-8D43-4732-8B71-D95DF30975EA}"/>
              </a:ext>
            </a:extLst>
          </p:cNvPr>
          <p:cNvGrpSpPr/>
          <p:nvPr userDrawn="1"/>
        </p:nvGrpSpPr>
        <p:grpSpPr>
          <a:xfrm>
            <a:off x="441440" y="5959228"/>
            <a:ext cx="1568784" cy="466491"/>
            <a:chOff x="4710906" y="3597973"/>
            <a:chExt cx="2760252" cy="819150"/>
          </a:xfrm>
          <a:solidFill>
            <a:schemeClr val="bg1"/>
          </a:solidFill>
        </p:grpSpPr>
        <p:sp>
          <p:nvSpPr>
            <p:cNvPr id="19" name="Freeform: Shape 18">
              <a:extLst>
                <a:ext uri="{FF2B5EF4-FFF2-40B4-BE49-F238E27FC236}">
                  <a16:creationId xmlns:a16="http://schemas.microsoft.com/office/drawing/2014/main" id="{8DC349AB-0B15-4C58-8F52-A2755AC76E2B}"/>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8C679B04-13C1-47F2-AF79-5F6475731BF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43CD5016-CDE8-45F3-B0F2-748D0E12FA1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F94CD739-96E8-40BF-AD4B-D6452C802A7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E1B7926D-897A-45FC-AE20-B62D82E5D6A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42963725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74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Qtr Graphic Right Txt Slide">
    <p:bg>
      <p:bgPr>
        <a:solidFill>
          <a:schemeClr val="accent1"/>
        </a:solidFill>
        <a:effectLst/>
      </p:bgPr>
    </p:bg>
    <p:spTree>
      <p:nvGrpSpPr>
        <p:cNvPr id="1" name=""/>
        <p:cNvGrpSpPr/>
        <p:nvPr/>
      </p:nvGrpSpPr>
      <p:grpSpPr>
        <a:xfrm>
          <a:off x="0" y="0"/>
          <a:ext cx="0" cy="0"/>
          <a:chOff x="0" y="0"/>
          <a:chExt cx="0" cy="0"/>
        </a:xfrm>
      </p:grpSpPr>
      <p:pic>
        <p:nvPicPr>
          <p:cNvPr id="4" name="Content Placeholder 13">
            <a:extLst>
              <a:ext uri="{FF2B5EF4-FFF2-40B4-BE49-F238E27FC236}">
                <a16:creationId xmlns:a16="http://schemas.microsoft.com/office/drawing/2014/main" id="{E8AD397B-833A-4C60-9751-F2377CE12646}"/>
              </a:ext>
            </a:extLst>
          </p:cNvPr>
          <p:cNvPicPr>
            <a:picLocks noChangeAspect="1"/>
          </p:cNvPicPr>
          <p:nvPr userDrawn="1"/>
        </p:nvPicPr>
        <p:blipFill rotWithShape="1">
          <a:blip r:embed="rId2"/>
          <a:srcRect l="12609" r="40772"/>
          <a:stretch/>
        </p:blipFill>
        <p:spPr>
          <a:xfrm>
            <a:off x="8993943" y="0"/>
            <a:ext cx="3198059" cy="6858000"/>
          </a:xfrm>
          <a:prstGeom prst="rect">
            <a:avLst/>
          </a:prstGeom>
        </p:spPr>
      </p:pic>
      <p:grpSp>
        <p:nvGrpSpPr>
          <p:cNvPr id="15" name="Graphic 6">
            <a:extLst>
              <a:ext uri="{FF2B5EF4-FFF2-40B4-BE49-F238E27FC236}">
                <a16:creationId xmlns:a16="http://schemas.microsoft.com/office/drawing/2014/main" id="{7D4587CC-9435-4DB2-9CE3-587E2F9203E2}"/>
              </a:ext>
            </a:extLst>
          </p:cNvPr>
          <p:cNvGrpSpPr/>
          <p:nvPr userDrawn="1"/>
        </p:nvGrpSpPr>
        <p:grpSpPr>
          <a:xfrm>
            <a:off x="9813305" y="5564549"/>
            <a:ext cx="1568784" cy="466491"/>
            <a:chOff x="4710906" y="3597973"/>
            <a:chExt cx="2760252" cy="819150"/>
          </a:xfrm>
          <a:solidFill>
            <a:schemeClr val="bg1"/>
          </a:solidFill>
        </p:grpSpPr>
        <p:sp>
          <p:nvSpPr>
            <p:cNvPr id="16" name="Freeform: Shape 15">
              <a:extLst>
                <a:ext uri="{FF2B5EF4-FFF2-40B4-BE49-F238E27FC236}">
                  <a16:creationId xmlns:a16="http://schemas.microsoft.com/office/drawing/2014/main" id="{FF38360E-27CC-4F82-999F-162B08563DA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6AB2737-EC9F-4FC1-A040-32EE7D578018}"/>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65F83F1F-315A-424F-B82E-3B6F32FDCCBC}"/>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302EA923-F341-4504-B455-5A15C34D65C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EDE21661-DA14-4073-9086-EF3E61FF7E83}"/>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9" name="Straight Connector 8">
            <a:extLst>
              <a:ext uri="{FF2B5EF4-FFF2-40B4-BE49-F238E27FC236}">
                <a16:creationId xmlns:a16="http://schemas.microsoft.com/office/drawing/2014/main" id="{856AAE80-D852-498C-BA80-4018432B6877}"/>
              </a:ext>
            </a:extLst>
          </p:cNvPr>
          <p:cNvCxnSpPr>
            <a:cxnSpLocks/>
          </p:cNvCxnSpPr>
          <p:nvPr userDrawn="1"/>
        </p:nvCxnSpPr>
        <p:spPr>
          <a:xfrm>
            <a:off x="188964" y="671267"/>
            <a:ext cx="8688901"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a:xfrm>
            <a:off x="188962" y="1"/>
            <a:ext cx="8756032" cy="626066"/>
          </a:xfrm>
        </p:spPr>
        <p:txBody>
          <a:bodyPr wrap="none"/>
          <a:lstStyle>
            <a:lvl1pPr>
              <a:defRPr sz="3200">
                <a:solidFill>
                  <a:schemeClr val="bg1"/>
                </a:solidFill>
              </a:defRPr>
            </a:lvl1pPr>
          </a:lstStyle>
          <a:p>
            <a:r>
              <a:rPr lang="en-US" dirty="0"/>
              <a:t>Click to edit Master title style</a:t>
            </a:r>
          </a:p>
        </p:txBody>
      </p:sp>
      <p:sp>
        <p:nvSpPr>
          <p:cNvPr id="12" name="Content Placeholder 2">
            <a:extLst>
              <a:ext uri="{FF2B5EF4-FFF2-40B4-BE49-F238E27FC236}">
                <a16:creationId xmlns:a16="http://schemas.microsoft.com/office/drawing/2014/main" id="{54948646-6291-42B6-81D8-77307E53972A}"/>
              </a:ext>
            </a:extLst>
          </p:cNvPr>
          <p:cNvSpPr>
            <a:spLocks noGrp="1"/>
          </p:cNvSpPr>
          <p:nvPr>
            <p:ph idx="1" hasCustomPrompt="1"/>
          </p:nvPr>
        </p:nvSpPr>
        <p:spPr>
          <a:xfrm>
            <a:off x="188962" y="847290"/>
            <a:ext cx="8747641" cy="5903889"/>
          </a:xfrm>
          <a:prstGeom prst="rect">
            <a:avLst/>
          </a:prstGeom>
        </p:spPr>
        <p:txBody>
          <a:bodyPr lIns="0" rIns="0" anchor="t">
            <a:normAutofit/>
          </a:bodyPr>
          <a:lstStyle>
            <a:lvl1pPr>
              <a:lnSpc>
                <a:spcPct val="95000"/>
              </a:lnSpc>
              <a:spcAft>
                <a:spcPts val="1189"/>
              </a:spcAft>
              <a:defRPr sz="2400">
                <a:solidFill>
                  <a:schemeClr val="bg1"/>
                </a:solidFill>
              </a:defRPr>
            </a:lvl1pPr>
            <a:lvl2pPr>
              <a:lnSpc>
                <a:spcPct val="95000"/>
              </a:lnSpc>
              <a:spcAft>
                <a:spcPts val="1189"/>
              </a:spcAft>
              <a:defRPr sz="1800">
                <a:solidFill>
                  <a:schemeClr val="bg1"/>
                </a:solidFill>
              </a:defRPr>
            </a:lvl2pPr>
            <a:lvl3pPr>
              <a:lnSpc>
                <a:spcPct val="95000"/>
              </a:lnSpc>
              <a:spcAft>
                <a:spcPts val="1189"/>
              </a:spcAft>
              <a:defRPr sz="1800">
                <a:solidFill>
                  <a:schemeClr val="bg1"/>
                </a:solidFill>
              </a:defRPr>
            </a:lvl3pPr>
            <a:lvl4pPr>
              <a:lnSpc>
                <a:spcPct val="95000"/>
              </a:lnSpc>
              <a:spcAft>
                <a:spcPts val="1189"/>
              </a:spcAft>
              <a:defRPr sz="1600">
                <a:solidFill>
                  <a:schemeClr val="bg1"/>
                </a:solidFill>
              </a:defRPr>
            </a:lvl4pPr>
            <a:lvl5pPr>
              <a:lnSpc>
                <a:spcPct val="95000"/>
              </a:lnSpc>
              <a:spcAft>
                <a:spcPts val="1189"/>
              </a:spcAft>
              <a:defRPr sz="16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71DF992F-3694-4696-BEC7-3EA74641589A}"/>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991">
                <a:solidFill>
                  <a:schemeClr val="bg1"/>
                </a:solidFill>
              </a:defRPr>
            </a:lvl1pPr>
          </a:lstStyle>
          <a:p>
            <a:pPr defTabSz="905525">
              <a:defRPr/>
            </a:pPr>
            <a:fld id="{B3BD2672-75C2-438C-BF59-C55A35C73CD5}" type="slidenum">
              <a:rPr lang="en-US" smtClean="0">
                <a:solidFill>
                  <a:prstClr val="white"/>
                </a:solidFill>
              </a:rPr>
              <a:pPr defTabSz="905525">
                <a:defRPr/>
              </a:pPr>
              <a:t>‹#›</a:t>
            </a:fld>
            <a:endParaRPr lang="en-US" dirty="0">
              <a:solidFill>
                <a:prstClr val="white"/>
              </a:solidFill>
            </a:endParaRPr>
          </a:p>
        </p:txBody>
      </p:sp>
    </p:spTree>
    <p:extLst>
      <p:ext uri="{BB962C8B-B14F-4D97-AF65-F5344CB8AC3E}">
        <p14:creationId xmlns:p14="http://schemas.microsoft.com/office/powerpoint/2010/main" val="172987523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Qtr Graphic Left Txt Slide">
    <p:bg>
      <p:bgPr>
        <a:solidFill>
          <a:schemeClr val="accent1"/>
        </a:solidFill>
        <a:effectLst/>
      </p:bgPr>
    </p:bg>
    <p:spTree>
      <p:nvGrpSpPr>
        <p:cNvPr id="1" name=""/>
        <p:cNvGrpSpPr/>
        <p:nvPr/>
      </p:nvGrpSpPr>
      <p:grpSpPr>
        <a:xfrm>
          <a:off x="0" y="0"/>
          <a:ext cx="0" cy="0"/>
          <a:chOff x="0" y="0"/>
          <a:chExt cx="0" cy="0"/>
        </a:xfrm>
      </p:grpSpPr>
      <p:pic>
        <p:nvPicPr>
          <p:cNvPr id="4" name="Content Placeholder 13">
            <a:extLst>
              <a:ext uri="{FF2B5EF4-FFF2-40B4-BE49-F238E27FC236}">
                <a16:creationId xmlns:a16="http://schemas.microsoft.com/office/drawing/2014/main" id="{E8AD397B-833A-4C60-9751-F2377CE12646}"/>
              </a:ext>
            </a:extLst>
          </p:cNvPr>
          <p:cNvPicPr>
            <a:picLocks noChangeAspect="1"/>
          </p:cNvPicPr>
          <p:nvPr userDrawn="1"/>
        </p:nvPicPr>
        <p:blipFill rotWithShape="1">
          <a:blip r:embed="rId2"/>
          <a:srcRect l="12609" r="40772"/>
          <a:stretch/>
        </p:blipFill>
        <p:spPr>
          <a:xfrm>
            <a:off x="0" y="0"/>
            <a:ext cx="3198059" cy="6858000"/>
          </a:xfrm>
          <a:prstGeom prst="rect">
            <a:avLst/>
          </a:prstGeom>
        </p:spPr>
      </p:pic>
      <p:grpSp>
        <p:nvGrpSpPr>
          <p:cNvPr id="15" name="Graphic 6">
            <a:extLst>
              <a:ext uri="{FF2B5EF4-FFF2-40B4-BE49-F238E27FC236}">
                <a16:creationId xmlns:a16="http://schemas.microsoft.com/office/drawing/2014/main" id="{347614E1-499B-44C9-952C-1D853D6B6918}"/>
              </a:ext>
            </a:extLst>
          </p:cNvPr>
          <p:cNvGrpSpPr/>
          <p:nvPr userDrawn="1"/>
        </p:nvGrpSpPr>
        <p:grpSpPr>
          <a:xfrm>
            <a:off x="806108" y="5564549"/>
            <a:ext cx="1568784" cy="466491"/>
            <a:chOff x="4710906" y="3597973"/>
            <a:chExt cx="2760252" cy="819150"/>
          </a:xfrm>
          <a:solidFill>
            <a:schemeClr val="bg1"/>
          </a:solidFill>
        </p:grpSpPr>
        <p:sp>
          <p:nvSpPr>
            <p:cNvPr id="16" name="Freeform: Shape 15">
              <a:extLst>
                <a:ext uri="{FF2B5EF4-FFF2-40B4-BE49-F238E27FC236}">
                  <a16:creationId xmlns:a16="http://schemas.microsoft.com/office/drawing/2014/main" id="{0AE9AA46-9CD7-40EB-93D3-7686A251B0F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380AECBC-3F49-4210-8C16-474D6281402E}"/>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61BEB06F-7D36-45F0-9F45-325B39D7EBC9}"/>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68F00E03-9944-4630-8FAD-6827AEA865CF}"/>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69975A6D-E4FA-46E6-9262-31F8184D41E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9" name="Straight Connector 8">
            <a:extLst>
              <a:ext uri="{FF2B5EF4-FFF2-40B4-BE49-F238E27FC236}">
                <a16:creationId xmlns:a16="http://schemas.microsoft.com/office/drawing/2014/main" id="{856AAE80-D852-498C-BA80-4018432B6877}"/>
              </a:ext>
            </a:extLst>
          </p:cNvPr>
          <p:cNvCxnSpPr>
            <a:cxnSpLocks/>
          </p:cNvCxnSpPr>
          <p:nvPr userDrawn="1"/>
        </p:nvCxnSpPr>
        <p:spPr>
          <a:xfrm>
            <a:off x="3390196" y="671267"/>
            <a:ext cx="861284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a:xfrm>
            <a:off x="3390197" y="1"/>
            <a:ext cx="8801804" cy="611552"/>
          </a:xfrm>
        </p:spPr>
        <p:txBody>
          <a:bodyPr wrap="none"/>
          <a:lstStyle>
            <a:lvl1pPr>
              <a:defRPr sz="3200">
                <a:solidFill>
                  <a:schemeClr val="bg1"/>
                </a:solidFill>
              </a:defRPr>
            </a:lvl1pPr>
          </a:lstStyle>
          <a:p>
            <a:r>
              <a:rPr lang="en-US" dirty="0"/>
              <a:t>Click to edit Master title style</a:t>
            </a:r>
          </a:p>
        </p:txBody>
      </p:sp>
      <p:sp>
        <p:nvSpPr>
          <p:cNvPr id="12" name="Content Placeholder 2">
            <a:extLst>
              <a:ext uri="{FF2B5EF4-FFF2-40B4-BE49-F238E27FC236}">
                <a16:creationId xmlns:a16="http://schemas.microsoft.com/office/drawing/2014/main" id="{54948646-6291-42B6-81D8-77307E53972A}"/>
              </a:ext>
            </a:extLst>
          </p:cNvPr>
          <p:cNvSpPr>
            <a:spLocks noGrp="1"/>
          </p:cNvSpPr>
          <p:nvPr>
            <p:ph idx="1" hasCustomPrompt="1"/>
          </p:nvPr>
        </p:nvSpPr>
        <p:spPr>
          <a:xfrm>
            <a:off x="3390197" y="788566"/>
            <a:ext cx="8801804" cy="5962612"/>
          </a:xfrm>
          <a:prstGeom prst="rect">
            <a:avLst/>
          </a:prstGeom>
        </p:spPr>
        <p:txBody>
          <a:bodyPr vert="horz" lIns="0" tIns="0" rIns="0" bIns="0" rtlCol="0" anchor="t">
            <a:normAutofit/>
          </a:bodyPr>
          <a:lstStyle>
            <a:lvl1pPr>
              <a:defRPr lang="en-US" sz="2400">
                <a:solidFill>
                  <a:schemeClr val="bg1"/>
                </a:solidFill>
              </a:defRPr>
            </a:lvl1pPr>
            <a:lvl2pPr>
              <a:defRPr lang="en-US" sz="1800">
                <a:solidFill>
                  <a:schemeClr val="bg1"/>
                </a:solidFill>
              </a:defRPr>
            </a:lvl2pPr>
            <a:lvl3pPr>
              <a:defRPr lang="en-US" sz="1800">
                <a:solidFill>
                  <a:schemeClr val="bg1"/>
                </a:solidFill>
              </a:defRPr>
            </a:lvl3pPr>
            <a:lvl4pPr>
              <a:defRPr lang="en-US" sz="1600">
                <a:solidFill>
                  <a:schemeClr val="bg1"/>
                </a:solidFill>
              </a:defRPr>
            </a:lvl4pPr>
            <a:lvl5pPr>
              <a:defRPr lang="en-US" sz="1600" dirty="0">
                <a:solidFill>
                  <a:schemeClr val="bg1"/>
                </a:solidFill>
              </a:defRPr>
            </a:lvl5pPr>
          </a:lstStyle>
          <a:p>
            <a:pPr lvl="0">
              <a:spcAft>
                <a:spcPts val="1189"/>
              </a:spcAft>
            </a:pPr>
            <a:r>
              <a:rPr lang="en-US" dirty="0"/>
              <a:t>Edit Master text styles</a:t>
            </a:r>
          </a:p>
          <a:p>
            <a:pPr lvl="1">
              <a:spcAft>
                <a:spcPts val="1189"/>
              </a:spcAft>
            </a:pPr>
            <a:r>
              <a:rPr lang="en-US" dirty="0"/>
              <a:t>Second level</a:t>
            </a:r>
          </a:p>
          <a:p>
            <a:pPr lvl="2">
              <a:spcAft>
                <a:spcPts val="1189"/>
              </a:spcAft>
            </a:pPr>
            <a:r>
              <a:rPr lang="en-US" dirty="0"/>
              <a:t>Third level</a:t>
            </a:r>
          </a:p>
          <a:p>
            <a:pPr lvl="3">
              <a:spcAft>
                <a:spcPts val="1189"/>
              </a:spcAft>
            </a:pPr>
            <a:r>
              <a:rPr lang="en-US" dirty="0"/>
              <a:t>Fourth level</a:t>
            </a:r>
          </a:p>
          <a:p>
            <a:pPr lvl="4">
              <a:spcAft>
                <a:spcPts val="1189"/>
              </a:spcAft>
            </a:pPr>
            <a:r>
              <a:rPr lang="en-US" dirty="0"/>
              <a:t>Fifth level</a:t>
            </a:r>
          </a:p>
        </p:txBody>
      </p:sp>
      <p:sp>
        <p:nvSpPr>
          <p:cNvPr id="20" name="Slide Number Placeholder 2">
            <a:extLst>
              <a:ext uri="{FF2B5EF4-FFF2-40B4-BE49-F238E27FC236}">
                <a16:creationId xmlns:a16="http://schemas.microsoft.com/office/drawing/2014/main" id="{197CC733-3B25-40F7-8FE5-44462748CC97}"/>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pPr defTabSz="905525">
              <a:defRPr/>
            </a:pPr>
            <a:fld id="{B3BD2672-75C2-438C-BF59-C55A35C73CD5}" type="slidenum">
              <a:rPr lang="en-US" smtClean="0">
                <a:solidFill>
                  <a:prstClr val="white"/>
                </a:solidFill>
              </a:rPr>
              <a:pPr defTabSz="905525">
                <a:defRPr/>
              </a:pPr>
              <a:t>‹#›</a:t>
            </a:fld>
            <a:endParaRPr lang="en-US" dirty="0">
              <a:solidFill>
                <a:prstClr val="white"/>
              </a:solidFill>
            </a:endParaRPr>
          </a:p>
        </p:txBody>
      </p:sp>
    </p:spTree>
    <p:extLst>
      <p:ext uri="{BB962C8B-B14F-4D97-AF65-F5344CB8AC3E}">
        <p14:creationId xmlns:p14="http://schemas.microsoft.com/office/powerpoint/2010/main" val="311229919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21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Red Section Break">
    <p:bg>
      <p:bgPr>
        <a:solidFill>
          <a:srgbClr val="CC0035"/>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DEE3F1B8-438D-4740-9B6B-1BC5FF4F2AE1}"/>
              </a:ext>
            </a:extLst>
          </p:cNvPr>
          <p:cNvSpPr/>
          <p:nvPr userDrawn="1"/>
        </p:nvSpPr>
        <p:spPr>
          <a:xfrm>
            <a:off x="5616452"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
        <p:nvSpPr>
          <p:cNvPr id="7"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1" y="3956283"/>
            <a:ext cx="12192000" cy="2901719"/>
          </a:xfrm>
          <a:prstGeom prst="rect">
            <a:avLst/>
          </a:prstGeom>
        </p:spPr>
        <p:txBody>
          <a:bodyPr bIns="0" anchor="t">
            <a:normAutofit/>
          </a:bodyPr>
          <a:lstStyle>
            <a:lvl1pPr marL="0" indent="0" algn="ctr">
              <a:spcBef>
                <a:spcPts val="0"/>
              </a:spcBef>
              <a:buNone/>
              <a:defRPr lang="en-US" sz="2400" b="0"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subtitle</a:t>
            </a:r>
          </a:p>
        </p:txBody>
      </p:sp>
      <p:sp>
        <p:nvSpPr>
          <p:cNvPr id="10"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1" y="1363856"/>
            <a:ext cx="12192000" cy="1605339"/>
          </a:xfrm>
        </p:spPr>
        <p:txBody>
          <a:bodyPr bIns="0" anchor="b">
            <a:normAutofit/>
          </a:bodyPr>
          <a:lstStyle>
            <a:lvl1pPr algn="ctr">
              <a:spcBef>
                <a:spcPts val="0"/>
              </a:spcBef>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8" name="Freeform: Shape 7">
            <a:extLst>
              <a:ext uri="{FF2B5EF4-FFF2-40B4-BE49-F238E27FC236}">
                <a16:creationId xmlns:a16="http://schemas.microsoft.com/office/drawing/2014/main" id="{B5B41D17-1896-4E15-9D12-6B44E82039ED}"/>
              </a:ext>
            </a:extLst>
          </p:cNvPr>
          <p:cNvSpPr/>
          <p:nvPr/>
        </p:nvSpPr>
        <p:spPr>
          <a:xfrm>
            <a:off x="6649949" y="5573196"/>
            <a:ext cx="9527"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solidFill>
            <a:srgbClr val="0033A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263032375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ue Section Break">
    <p:bg>
      <p:bgPr>
        <a:solidFill>
          <a:srgbClr val="354CA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1" y="3956282"/>
            <a:ext cx="12192000" cy="2901718"/>
          </a:xfrm>
          <a:prstGeom prst="rect">
            <a:avLst/>
          </a:prstGeom>
        </p:spPr>
        <p:txBody>
          <a:bodyPr bIns="0" anchor="t">
            <a:normAutofit/>
          </a:bodyPr>
          <a:lstStyle>
            <a:lvl1pPr marL="0" indent="0" algn="ctr">
              <a:spcBef>
                <a:spcPts val="0"/>
              </a:spcBef>
              <a:buNone/>
              <a:defRPr lang="en-US" sz="2400" b="0"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subtitle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1" y="508002"/>
            <a:ext cx="12192000" cy="2461193"/>
          </a:xfrm>
        </p:spPr>
        <p:txBody>
          <a:bodyPr bIns="0" anchor="b">
            <a:normAutofit/>
          </a:bodyPr>
          <a:lstStyle>
            <a:lvl1pPr algn="ctr">
              <a:spcBef>
                <a:spcPts val="0"/>
              </a:spcBef>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5" name="Freeform: Shape 4">
            <a:extLst>
              <a:ext uri="{FF2B5EF4-FFF2-40B4-BE49-F238E27FC236}">
                <a16:creationId xmlns:a16="http://schemas.microsoft.com/office/drawing/2014/main" id="{359A54C0-8505-40B8-BCCE-21E0E349AF19}"/>
              </a:ext>
            </a:extLst>
          </p:cNvPr>
          <p:cNvSpPr/>
          <p:nvPr userDrawn="1"/>
        </p:nvSpPr>
        <p:spPr>
          <a:xfrm>
            <a:off x="5616452"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306489334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Break or 1 Speaker White">
    <p:spTree>
      <p:nvGrpSpPr>
        <p:cNvPr id="1" name=""/>
        <p:cNvGrpSpPr/>
        <p:nvPr/>
      </p:nvGrpSpPr>
      <p:grpSpPr>
        <a:xfrm>
          <a:off x="0" y="0"/>
          <a:ext cx="0" cy="0"/>
          <a:chOff x="0" y="0"/>
          <a:chExt cx="0" cy="0"/>
        </a:xfrm>
      </p:grpSpPr>
      <p:sp>
        <p:nvSpPr>
          <p:cNvPr id="3"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buNone/>
              <a:defRPr lang="en-US" sz="2000" b="1" kern="1200" dirty="0">
                <a:solidFill>
                  <a:schemeClr val="bg2">
                    <a:lumMod val="25000"/>
                  </a:schemeClr>
                </a:solidFill>
                <a:latin typeface="+mj-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defRPr lang="en-US" sz="4000" b="1" kern="1200" cap="none" spc="0" baseline="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title/subtitle</a:t>
            </a:r>
          </a:p>
        </p:txBody>
      </p:sp>
      <p:sp>
        <p:nvSpPr>
          <p:cNvPr id="7" name="Freeform: Shape 6">
            <a:extLst>
              <a:ext uri="{FF2B5EF4-FFF2-40B4-BE49-F238E27FC236}">
                <a16:creationId xmlns:a16="http://schemas.microsoft.com/office/drawing/2014/main" id="{2D2AD682-30A4-4487-94C4-77D40FE7AC40}"/>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accent2"/>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166168350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guide id="3"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Break or 2 Speaker White">
    <p:spTree>
      <p:nvGrpSpPr>
        <p:cNvPr id="1" name=""/>
        <p:cNvGrpSpPr/>
        <p:nvPr/>
      </p:nvGrpSpPr>
      <p:grpSpPr>
        <a:xfrm>
          <a:off x="0" y="0"/>
          <a:ext cx="0" cy="0"/>
          <a:chOff x="0" y="0"/>
          <a:chExt cx="0" cy="0"/>
        </a:xfrm>
      </p:grpSpPr>
      <p:sp>
        <p:nvSpPr>
          <p:cNvPr id="17" name="Text Placeholder 16"/>
          <p:cNvSpPr>
            <a:spLocks noGrp="1"/>
          </p:cNvSpPr>
          <p:nvPr>
            <p:ph type="body" sz="quarter" idx="14" hasCustomPrompt="1"/>
          </p:nvPr>
        </p:nvSpPr>
        <p:spPr>
          <a:xfrm>
            <a:off x="0" y="5333777"/>
            <a:ext cx="12192000" cy="650875"/>
          </a:xfrm>
          <a:prstGeom prst="rect">
            <a:avLst/>
          </a:prstGeom>
        </p:spPr>
        <p:txBody>
          <a:bodyPr lIns="0" rIns="0">
            <a:noAutofit/>
          </a:bodyPr>
          <a:lstStyle>
            <a:lvl1pPr marL="0" indent="0" algn="ctr">
              <a:buNone/>
              <a:defRPr lang="en-US" sz="2000" b="1" kern="1200" dirty="0" smtClean="0">
                <a:solidFill>
                  <a:schemeClr val="bg2">
                    <a:lumMod val="25000"/>
                  </a:schemeClr>
                </a:solidFill>
                <a:latin typeface="+mn-lt"/>
                <a:ea typeface="+mn-ea"/>
                <a:cs typeface="Arial" panose="020B0604020202020204" pitchFamily="34" charset="0"/>
              </a:defRPr>
            </a:lvl1pPr>
            <a:lvl2pPr marL="254724" indent="0">
              <a:buNone/>
              <a:defRPr lang="en-US" sz="1449" b="1" kern="1200" dirty="0" smtClean="0">
                <a:solidFill>
                  <a:srgbClr val="354CA1"/>
                </a:solidFill>
                <a:latin typeface="+mj-lt"/>
                <a:ea typeface="+mn-ea"/>
                <a:cs typeface="Arial" panose="020B0604020202020204" pitchFamily="34" charset="0"/>
              </a:defRPr>
            </a:lvl2pPr>
            <a:lvl3pPr marL="509447" indent="0">
              <a:buNone/>
              <a:defRPr lang="en-US" sz="1449" b="1" kern="1200" dirty="0" smtClean="0">
                <a:solidFill>
                  <a:srgbClr val="354CA1"/>
                </a:solidFill>
                <a:latin typeface="+mj-lt"/>
                <a:ea typeface="+mn-ea"/>
                <a:cs typeface="Arial" panose="020B0604020202020204" pitchFamily="34" charset="0"/>
              </a:defRPr>
            </a:lvl3pPr>
            <a:lvl4pPr marL="764171" indent="0">
              <a:buNone/>
              <a:defRPr lang="en-US" sz="1449" b="1" kern="1200" dirty="0" smtClean="0">
                <a:solidFill>
                  <a:srgbClr val="354CA1"/>
                </a:solidFill>
                <a:latin typeface="+mj-lt"/>
                <a:ea typeface="+mn-ea"/>
                <a:cs typeface="Arial" panose="020B0604020202020204" pitchFamily="34" charset="0"/>
              </a:defRPr>
            </a:lvl4pPr>
            <a:lvl5pPr marL="1018894" indent="0">
              <a:buNone/>
              <a:defRPr lang="en-US" sz="1449" b="1" kern="1200" dirty="0" smtClean="0">
                <a:solidFill>
                  <a:srgbClr val="354CA1"/>
                </a:solidFill>
                <a:latin typeface="+mj-lt"/>
                <a:ea typeface="+mn-ea"/>
                <a:cs typeface="Arial" panose="020B0604020202020204" pitchFamily="34" charset="0"/>
              </a:defRPr>
            </a:lvl5pPr>
          </a:lstStyle>
          <a:p>
            <a:pPr lvl="0"/>
            <a:r>
              <a:rPr lang="en-US" dirty="0"/>
              <a:t>Click to edit speaker name</a:t>
            </a:r>
          </a:p>
        </p:txBody>
      </p:sp>
      <p:sp>
        <p:nvSpPr>
          <p:cNvPr id="12"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619065"/>
            <a:ext cx="12192000" cy="1920939"/>
          </a:xfrm>
        </p:spPr>
        <p:txBody>
          <a:bodyPr lIns="0" rIns="0" anchor="b">
            <a:normAutofit/>
          </a:bodyPr>
          <a:lstStyle>
            <a:lvl1pPr algn="ctr">
              <a:spcBef>
                <a:spcPts val="0"/>
              </a:spcBef>
              <a:spcAft>
                <a:spcPts val="335"/>
              </a:spcAft>
              <a:defRPr lang="en-US" sz="4000" b="1" kern="1200" cap="none" spc="0" baseline="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title/subtitle</a:t>
            </a:r>
          </a:p>
        </p:txBody>
      </p:sp>
      <p:sp>
        <p:nvSpPr>
          <p:cNvPr id="9"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3792883"/>
            <a:ext cx="12192000" cy="650648"/>
          </a:xfrm>
          <a:prstGeom prst="rect">
            <a:avLst/>
          </a:prstGeom>
        </p:spPr>
        <p:txBody>
          <a:bodyPr lIns="0" rIns="0">
            <a:normAutofit/>
          </a:bodyPr>
          <a:lstStyle>
            <a:lvl1pPr marL="0" indent="0" algn="ctr">
              <a:spcBef>
                <a:spcPts val="0"/>
              </a:spcBef>
              <a:buNone/>
              <a:defRPr lang="en-US" sz="2000" b="1" kern="1200" dirty="0">
                <a:solidFill>
                  <a:schemeClr val="bg2">
                    <a:lumMod val="25000"/>
                  </a:schemeClr>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18" name="Text Placeholder 2"/>
          <p:cNvSpPr>
            <a:spLocks noGrp="1"/>
          </p:cNvSpPr>
          <p:nvPr>
            <p:ph type="body" sz="quarter" idx="12" hasCustomPrompt="1"/>
          </p:nvPr>
        </p:nvSpPr>
        <p:spPr>
          <a:xfrm>
            <a:off x="0" y="4443533"/>
            <a:ext cx="12192000" cy="501651"/>
          </a:xfrm>
          <a:prstGeom prst="rect">
            <a:avLst/>
          </a:prstGeom>
        </p:spPr>
        <p:txBody>
          <a:bodyPr lIns="0" rIns="0">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19" name="Text Placeholder 2"/>
          <p:cNvSpPr>
            <a:spLocks noGrp="1"/>
          </p:cNvSpPr>
          <p:nvPr>
            <p:ph type="body" sz="quarter" idx="15" hasCustomPrompt="1"/>
          </p:nvPr>
        </p:nvSpPr>
        <p:spPr>
          <a:xfrm>
            <a:off x="0" y="5981703"/>
            <a:ext cx="12192000" cy="501651"/>
          </a:xfrm>
          <a:prstGeom prst="rect">
            <a:avLst/>
          </a:prstGeom>
        </p:spPr>
        <p:txBody>
          <a:bodyPr lIns="0" rIns="0">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10" name="Freeform: Shape 9">
            <a:extLst>
              <a:ext uri="{FF2B5EF4-FFF2-40B4-BE49-F238E27FC236}">
                <a16:creationId xmlns:a16="http://schemas.microsoft.com/office/drawing/2014/main" id="{5ED9191A-C747-48E9-8166-A721D017FCE1}"/>
              </a:ext>
            </a:extLst>
          </p:cNvPr>
          <p:cNvSpPr/>
          <p:nvPr userDrawn="1"/>
        </p:nvSpPr>
        <p:spPr>
          <a:xfrm>
            <a:off x="5624074" y="292305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accent2"/>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421982071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4395"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Break or Speaker Red">
    <p:bg>
      <p:bgPr>
        <a:solidFill>
          <a:schemeClr val="accent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D03827B-8CA2-45AD-83BA-2D505EE31923}"/>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spcAft>
                <a:spcPts val="335"/>
              </a:spcAft>
              <a:buNone/>
              <a:defRPr lang="en-US" sz="2000" b="1"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spcAft>
                <a:spcPts val="335"/>
              </a:spcAft>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edit master title style</a:t>
            </a:r>
          </a:p>
        </p:txBody>
      </p:sp>
      <p:sp>
        <p:nvSpPr>
          <p:cNvPr id="11"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1"/>
                </a:solidFill>
              </a:defRPr>
            </a:lvl1pPr>
          </a:lstStyle>
          <a:p>
            <a:pPr lvl="0"/>
            <a:r>
              <a:rPr lang="en-US" dirty="0"/>
              <a:t>Click to add speaker title</a:t>
            </a:r>
          </a:p>
        </p:txBody>
      </p:sp>
    </p:spTree>
    <p:extLst>
      <p:ext uri="{BB962C8B-B14F-4D97-AF65-F5344CB8AC3E}">
        <p14:creationId xmlns:p14="http://schemas.microsoft.com/office/powerpoint/2010/main" val="3734659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Break or Speaker Blue">
    <p:bg>
      <p:bgPr>
        <a:solidFill>
          <a:schemeClr val="accent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spcAft>
                <a:spcPts val="335"/>
              </a:spcAft>
              <a:buNone/>
              <a:defRPr lang="en-US" sz="2000" b="1"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spcAft>
                <a:spcPts val="335"/>
              </a:spcAft>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edit master title style</a:t>
            </a:r>
          </a:p>
        </p:txBody>
      </p:sp>
      <p:sp>
        <p:nvSpPr>
          <p:cNvPr id="11"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1"/>
                </a:solidFill>
              </a:defRPr>
            </a:lvl1pPr>
          </a:lstStyle>
          <a:p>
            <a:pPr lvl="0"/>
            <a:r>
              <a:rPr lang="en-US" dirty="0"/>
              <a:t>Click to add speaker title</a:t>
            </a:r>
          </a:p>
        </p:txBody>
      </p:sp>
      <p:sp>
        <p:nvSpPr>
          <p:cNvPr id="7" name="Freeform: Shape 6">
            <a:extLst>
              <a:ext uri="{FF2B5EF4-FFF2-40B4-BE49-F238E27FC236}">
                <a16:creationId xmlns:a16="http://schemas.microsoft.com/office/drawing/2014/main" id="{A938E7D4-2F48-4C9A-839C-E8AD6E032FD3}"/>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165138904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 Short Title With Slide Half Image Right">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A892218-C383-4E2B-86CD-D0F3259754D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333" t="569" r="19032"/>
          <a:stretch/>
        </p:blipFill>
        <p:spPr>
          <a:xfrm>
            <a:off x="5981672" y="1"/>
            <a:ext cx="6210329" cy="6883912"/>
          </a:xfrm>
          <a:prstGeom prst="rect">
            <a:avLst/>
          </a:prstGeom>
        </p:spPr>
      </p:pic>
      <p:grpSp>
        <p:nvGrpSpPr>
          <p:cNvPr id="13" name="Graphic 6">
            <a:extLst>
              <a:ext uri="{FF2B5EF4-FFF2-40B4-BE49-F238E27FC236}">
                <a16:creationId xmlns:a16="http://schemas.microsoft.com/office/drawing/2014/main" id="{FC32199A-6CC4-4301-9D13-1DD1D2BA1BB1}"/>
              </a:ext>
            </a:extLst>
          </p:cNvPr>
          <p:cNvGrpSpPr/>
          <p:nvPr userDrawn="1"/>
        </p:nvGrpSpPr>
        <p:grpSpPr>
          <a:xfrm>
            <a:off x="10175350" y="5964602"/>
            <a:ext cx="1564032" cy="457200"/>
            <a:chOff x="4710906" y="3597973"/>
            <a:chExt cx="2760252" cy="819150"/>
          </a:xfrm>
          <a:solidFill>
            <a:schemeClr val="accent4"/>
          </a:solidFill>
        </p:grpSpPr>
        <p:sp>
          <p:nvSpPr>
            <p:cNvPr id="14" name="Freeform: Shape 13">
              <a:extLst>
                <a:ext uri="{FF2B5EF4-FFF2-40B4-BE49-F238E27FC236}">
                  <a16:creationId xmlns:a16="http://schemas.microsoft.com/office/drawing/2014/main" id="{1D7F43FF-FDA3-4CA2-A35E-94862E67EC3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3E31E626-6274-4A10-83CE-0C755C5264D4}"/>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D0C9CE46-1FE4-4244-8364-66682572E2AD}"/>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7E8D8ECB-9462-4E7A-A7AC-0A496108F88E}"/>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929317F9-83A2-42DE-908C-D198D17E24C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12" name="Title 11"/>
          <p:cNvSpPr>
            <a:spLocks noGrp="1"/>
          </p:cNvSpPr>
          <p:nvPr>
            <p:ph type="title" hasCustomPrompt="1"/>
          </p:nvPr>
        </p:nvSpPr>
        <p:spPr>
          <a:xfrm>
            <a:off x="188964" y="393702"/>
            <a:ext cx="5748564" cy="2615042"/>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6" name="Straight Connector 5">
            <a:extLst>
              <a:ext uri="{FF2B5EF4-FFF2-40B4-BE49-F238E27FC236}">
                <a16:creationId xmlns:a16="http://schemas.microsoft.com/office/drawing/2014/main" id="{7030EB0B-BC69-4AF9-91E2-A30E15AED8B9}"/>
              </a:ext>
            </a:extLst>
          </p:cNvPr>
          <p:cNvCxnSpPr>
            <a:cxnSpLocks/>
          </p:cNvCxnSpPr>
          <p:nvPr userDrawn="1"/>
        </p:nvCxnSpPr>
        <p:spPr>
          <a:xfrm>
            <a:off x="188963" y="3133725"/>
            <a:ext cx="564185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AED4380-A420-4B13-B8F1-C6677C8E6C14}"/>
              </a:ext>
            </a:extLst>
          </p:cNvPr>
          <p:cNvSpPr>
            <a:spLocks noGrp="1"/>
          </p:cNvSpPr>
          <p:nvPr>
            <p:ph type="body" sz="quarter" idx="10"/>
          </p:nvPr>
        </p:nvSpPr>
        <p:spPr>
          <a:xfrm>
            <a:off x="344040" y="3324227"/>
            <a:ext cx="5616352" cy="3343275"/>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3DC1EBEF-DFD4-46FA-ABB1-AD5C720419F8}"/>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991">
                <a:solidFill>
                  <a:schemeClr val="bg1">
                    <a:lumMod val="50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214597884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11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hort Title Slide Half Image Red">
    <p:bg>
      <p:bgPr>
        <a:solidFill>
          <a:srgbClr val="CC003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0" t="17305" r="931"/>
          <a:stretch/>
        </p:blipFill>
        <p:spPr>
          <a:xfrm>
            <a:off x="-12703" y="0"/>
            <a:ext cx="6211918" cy="6858000"/>
          </a:xfrm>
          <a:prstGeom prst="rect">
            <a:avLst/>
          </a:prstGeom>
        </p:spPr>
      </p:pic>
      <p:grpSp>
        <p:nvGrpSpPr>
          <p:cNvPr id="19" name="Graphic 6">
            <a:extLst>
              <a:ext uri="{FF2B5EF4-FFF2-40B4-BE49-F238E27FC236}">
                <a16:creationId xmlns:a16="http://schemas.microsoft.com/office/drawing/2014/main" id="{134D50D5-2C81-407B-9734-73D472FF4F5F}"/>
              </a:ext>
            </a:extLst>
          </p:cNvPr>
          <p:cNvGrpSpPr/>
          <p:nvPr userDrawn="1"/>
        </p:nvGrpSpPr>
        <p:grpSpPr>
          <a:xfrm>
            <a:off x="446206" y="5964602"/>
            <a:ext cx="1564032" cy="457200"/>
            <a:chOff x="4710906" y="3597973"/>
            <a:chExt cx="2760252" cy="819150"/>
          </a:xfrm>
          <a:solidFill>
            <a:schemeClr val="bg1"/>
          </a:solidFill>
        </p:grpSpPr>
        <p:sp>
          <p:nvSpPr>
            <p:cNvPr id="20" name="Freeform: Shape 19">
              <a:extLst>
                <a:ext uri="{FF2B5EF4-FFF2-40B4-BE49-F238E27FC236}">
                  <a16:creationId xmlns:a16="http://schemas.microsoft.com/office/drawing/2014/main" id="{04027764-A7E4-4D53-A44D-B311AC2F14E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8969E213-2C9B-4A50-AF7C-61E5E03516B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1B8B68D0-ABF7-42F1-B121-5BA8B9FC608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F78ACFA6-C35F-437E-81D6-19A318CF65D0}"/>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7" name="Freeform: Shape 26">
              <a:extLst>
                <a:ext uri="{FF2B5EF4-FFF2-40B4-BE49-F238E27FC236}">
                  <a16:creationId xmlns:a16="http://schemas.microsoft.com/office/drawing/2014/main" id="{CC0B853E-76D8-4053-9EB4-7FEC4383E607}"/>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2" name="Title 11">
            <a:extLst>
              <a:ext uri="{FF2B5EF4-FFF2-40B4-BE49-F238E27FC236}">
                <a16:creationId xmlns:a16="http://schemas.microsoft.com/office/drawing/2014/main" id="{0A70AA5D-0F24-436D-9BB1-9E42FD687C3F}"/>
              </a:ext>
            </a:extLst>
          </p:cNvPr>
          <p:cNvSpPr>
            <a:spLocks noGrp="1"/>
          </p:cNvSpPr>
          <p:nvPr>
            <p:ph type="title" hasCustomPrompt="1"/>
          </p:nvPr>
        </p:nvSpPr>
        <p:spPr>
          <a:xfrm>
            <a:off x="6402468" y="1"/>
            <a:ext cx="5789532" cy="3008744"/>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23" name="Straight Connector 22">
            <a:extLst>
              <a:ext uri="{FF2B5EF4-FFF2-40B4-BE49-F238E27FC236}">
                <a16:creationId xmlns:a16="http://schemas.microsoft.com/office/drawing/2014/main" id="{54B15D08-6659-41FB-ADE9-E3B1D30D4A25}"/>
              </a:ext>
            </a:extLst>
          </p:cNvPr>
          <p:cNvCxnSpPr>
            <a:cxnSpLocks/>
          </p:cNvCxnSpPr>
          <p:nvPr userDrawn="1"/>
        </p:nvCxnSpPr>
        <p:spPr>
          <a:xfrm>
            <a:off x="6444423" y="3133725"/>
            <a:ext cx="55586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 Placeholder 8">
            <a:extLst>
              <a:ext uri="{FF2B5EF4-FFF2-40B4-BE49-F238E27FC236}">
                <a16:creationId xmlns:a16="http://schemas.microsoft.com/office/drawing/2014/main" id="{CC4393B3-370A-4940-8CD9-A51F02F195B4}"/>
              </a:ext>
            </a:extLst>
          </p:cNvPr>
          <p:cNvSpPr>
            <a:spLocks noGrp="1"/>
          </p:cNvSpPr>
          <p:nvPr>
            <p:ph type="body" sz="quarter" idx="10"/>
          </p:nvPr>
        </p:nvSpPr>
        <p:spPr>
          <a:xfrm>
            <a:off x="6515210" y="3324227"/>
            <a:ext cx="5527526" cy="3076575"/>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2">
            <a:extLst>
              <a:ext uri="{FF2B5EF4-FFF2-40B4-BE49-F238E27FC236}">
                <a16:creationId xmlns:a16="http://schemas.microsoft.com/office/drawing/2014/main" id="{FD362A89-B5C8-4A4C-9C71-22F50E58997C}"/>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280826373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hort Title Slide Half Image Blue">
    <p:bg>
      <p:bgPr>
        <a:solidFill>
          <a:srgbClr val="354CA1"/>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2CA292CA-524A-474B-AF4C-816AA38A44E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497" t="1" r="18438" b="1"/>
          <a:stretch/>
        </p:blipFill>
        <p:spPr>
          <a:xfrm>
            <a:off x="2" y="-19174"/>
            <a:ext cx="6199214" cy="6877174"/>
          </a:xfrm>
          <a:prstGeom prst="rect">
            <a:avLst/>
          </a:prstGeom>
        </p:spPr>
      </p:pic>
      <p:sp>
        <p:nvSpPr>
          <p:cNvPr id="15" name="Text Placeholder 8">
            <a:extLst>
              <a:ext uri="{FF2B5EF4-FFF2-40B4-BE49-F238E27FC236}">
                <a16:creationId xmlns:a16="http://schemas.microsoft.com/office/drawing/2014/main" id="{E7E366CD-C49E-4832-9E92-5D56C0126A0D}"/>
              </a:ext>
            </a:extLst>
          </p:cNvPr>
          <p:cNvSpPr>
            <a:spLocks noGrp="1"/>
          </p:cNvSpPr>
          <p:nvPr>
            <p:ph type="body" sz="quarter" idx="10"/>
          </p:nvPr>
        </p:nvSpPr>
        <p:spPr>
          <a:xfrm>
            <a:off x="6515210" y="3324227"/>
            <a:ext cx="5527526" cy="3076575"/>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2">
            <a:extLst>
              <a:ext uri="{FF2B5EF4-FFF2-40B4-BE49-F238E27FC236}">
                <a16:creationId xmlns:a16="http://schemas.microsoft.com/office/drawing/2014/main" id="{43C01171-7289-40BA-8F9C-6727F467E771}"/>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
        <p:nvSpPr>
          <p:cNvPr id="19" name="Title 11">
            <a:extLst>
              <a:ext uri="{FF2B5EF4-FFF2-40B4-BE49-F238E27FC236}">
                <a16:creationId xmlns:a16="http://schemas.microsoft.com/office/drawing/2014/main" id="{C5D8F034-C47E-492A-A13D-29D8FEBB5BCC}"/>
              </a:ext>
            </a:extLst>
          </p:cNvPr>
          <p:cNvSpPr>
            <a:spLocks noGrp="1"/>
          </p:cNvSpPr>
          <p:nvPr>
            <p:ph type="title" hasCustomPrompt="1"/>
          </p:nvPr>
        </p:nvSpPr>
        <p:spPr>
          <a:xfrm>
            <a:off x="6402468" y="541769"/>
            <a:ext cx="5600571" cy="2466975"/>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20" name="Straight Connector 19">
            <a:extLst>
              <a:ext uri="{FF2B5EF4-FFF2-40B4-BE49-F238E27FC236}">
                <a16:creationId xmlns:a16="http://schemas.microsoft.com/office/drawing/2014/main" id="{68C77281-CF20-4121-A7A7-B369F1990057}"/>
              </a:ext>
            </a:extLst>
          </p:cNvPr>
          <p:cNvCxnSpPr>
            <a:cxnSpLocks/>
          </p:cNvCxnSpPr>
          <p:nvPr userDrawn="1"/>
        </p:nvCxnSpPr>
        <p:spPr>
          <a:xfrm>
            <a:off x="6444423" y="3133725"/>
            <a:ext cx="55586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aphic 6">
            <a:extLst>
              <a:ext uri="{FF2B5EF4-FFF2-40B4-BE49-F238E27FC236}">
                <a16:creationId xmlns:a16="http://schemas.microsoft.com/office/drawing/2014/main" id="{5F7EF320-EC81-48A3-B785-4A49B411B5BC}"/>
              </a:ext>
            </a:extLst>
          </p:cNvPr>
          <p:cNvGrpSpPr/>
          <p:nvPr userDrawn="1"/>
        </p:nvGrpSpPr>
        <p:grpSpPr>
          <a:xfrm>
            <a:off x="446206" y="5964602"/>
            <a:ext cx="1564032" cy="457200"/>
            <a:chOff x="4710906" y="3597973"/>
            <a:chExt cx="2760252" cy="819150"/>
          </a:xfrm>
          <a:solidFill>
            <a:schemeClr val="bg1"/>
          </a:solidFill>
        </p:grpSpPr>
        <p:sp>
          <p:nvSpPr>
            <p:cNvPr id="22" name="Freeform: Shape 21">
              <a:extLst>
                <a:ext uri="{FF2B5EF4-FFF2-40B4-BE49-F238E27FC236}">
                  <a16:creationId xmlns:a16="http://schemas.microsoft.com/office/drawing/2014/main" id="{E729CCB3-C729-488E-A0B7-DAF4F41956B7}"/>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24DC9DBE-D003-4398-913E-2B577CA9E57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F52773C7-81DF-4458-9279-954466F4A16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AE377C2F-530D-415B-995F-165F42740650}"/>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8AE8345E-F93D-414F-8AB7-E83EF8A6311D}"/>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18981500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8962" y="763400"/>
            <a:ext cx="11802028" cy="5987779"/>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a:extLst>
              <a:ext uri="{FF2B5EF4-FFF2-40B4-BE49-F238E27FC236}">
                <a16:creationId xmlns:a16="http://schemas.microsoft.com/office/drawing/2014/main" id="{A53CB432-AB29-46B6-AD85-139C6DAC7A91}"/>
              </a:ext>
            </a:extLst>
          </p:cNvPr>
          <p:cNvSpPr>
            <a:spLocks noGrp="1"/>
          </p:cNvSpPr>
          <p:nvPr>
            <p:ph type="sldNum" sz="quarter" idx="4"/>
          </p:nvPr>
        </p:nvSpPr>
        <p:spPr>
          <a:xfrm>
            <a:off x="85092" y="6449221"/>
            <a:ext cx="912912"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B3BD2672-75C2-438C-BF59-C55A35C73CD5}" type="slidenum">
              <a:rPr lang="en-US" smtClean="0"/>
              <a:pPr/>
              <a:t>‹#›</a:t>
            </a:fld>
            <a:endParaRPr lang="en-US" dirty="0"/>
          </a:p>
        </p:txBody>
      </p:sp>
      <p:sp>
        <p:nvSpPr>
          <p:cNvPr id="2" name="Title 1">
            <a:extLst>
              <a:ext uri="{FF2B5EF4-FFF2-40B4-BE49-F238E27FC236}">
                <a16:creationId xmlns:a16="http://schemas.microsoft.com/office/drawing/2014/main" id="{FBD3F112-5A46-47FF-9FAC-760B953252C6}"/>
              </a:ext>
            </a:extLst>
          </p:cNvPr>
          <p:cNvSpPr>
            <a:spLocks noGrp="1"/>
          </p:cNvSpPr>
          <p:nvPr>
            <p:ph type="title"/>
          </p:nvPr>
        </p:nvSpPr>
        <p:spPr/>
        <p:txBody>
          <a:bodyPr wrap="none"/>
          <a:lstStyle/>
          <a:p>
            <a:r>
              <a:rPr lang="en-US"/>
              <a:t>Click to edit Master title style</a:t>
            </a:r>
            <a:endParaRPr lang="en-US" dirty="0"/>
          </a:p>
        </p:txBody>
      </p:sp>
    </p:spTree>
    <p:extLst>
      <p:ext uri="{BB962C8B-B14F-4D97-AF65-F5344CB8AC3E}">
        <p14:creationId xmlns:p14="http://schemas.microsoft.com/office/powerpoint/2010/main" val="227064463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3925" userDrawn="1">
          <p15:clr>
            <a:srgbClr val="FBAE40"/>
          </p15:clr>
        </p15:guide>
        <p15:guide id="2" pos="11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and Content Right Half">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42342" y="805343"/>
            <a:ext cx="5978752" cy="6052657"/>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6096003" y="1"/>
            <a:ext cx="5940699" cy="626066"/>
          </a:xfrm>
        </p:spPr>
        <p:txBody>
          <a:bodyPr wrap="square"/>
          <a:lstStyle>
            <a:lvl1pPr>
              <a:defRPr sz="3200">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8" y="671267"/>
            <a:ext cx="507317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ED3D51FE-D83F-4DAB-A977-10D91728AF2A}"/>
              </a:ext>
            </a:extLst>
          </p:cNvPr>
          <p:cNvCxnSpPr>
            <a:cxnSpLocks/>
          </p:cNvCxnSpPr>
          <p:nvPr userDrawn="1"/>
        </p:nvCxnSpPr>
        <p:spPr>
          <a:xfrm>
            <a:off x="6096001" y="671267"/>
            <a:ext cx="592251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D2A72E0A-9C48-4CB7-AEA4-E8F60E304451}"/>
              </a:ext>
            </a:extLst>
          </p:cNvPr>
          <p:cNvSpPr>
            <a:spLocks noGrp="1"/>
          </p:cNvSpPr>
          <p:nvPr>
            <p:ph type="sldNum" sz="quarter" idx="4"/>
          </p:nvPr>
        </p:nvSpPr>
        <p:spPr>
          <a:xfrm>
            <a:off x="82318" y="6446522"/>
            <a:ext cx="912912"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B3BD2672-75C2-438C-BF59-C55A35C73CD5}" type="slidenum">
              <a:rPr lang="en-US" smtClean="0"/>
              <a:pPr/>
              <a:t>‹#›</a:t>
            </a:fld>
            <a:endParaRPr lang="en-US" dirty="0"/>
          </a:p>
        </p:txBody>
      </p:sp>
      <p:grpSp>
        <p:nvGrpSpPr>
          <p:cNvPr id="12" name="Graphic 6">
            <a:extLst>
              <a:ext uri="{FF2B5EF4-FFF2-40B4-BE49-F238E27FC236}">
                <a16:creationId xmlns:a16="http://schemas.microsoft.com/office/drawing/2014/main" id="{6C7F29DF-CC0B-4F21-A590-571190EB7693}"/>
              </a:ext>
            </a:extLst>
          </p:cNvPr>
          <p:cNvGrpSpPr/>
          <p:nvPr userDrawn="1"/>
        </p:nvGrpSpPr>
        <p:grpSpPr>
          <a:xfrm>
            <a:off x="11047011" y="6384416"/>
            <a:ext cx="987810" cy="292608"/>
            <a:chOff x="4710906" y="3597973"/>
            <a:chExt cx="2760252" cy="819150"/>
          </a:xfrm>
          <a:solidFill>
            <a:schemeClr val="accent1"/>
          </a:solidFill>
        </p:grpSpPr>
        <p:sp>
          <p:nvSpPr>
            <p:cNvPr id="14" name="Freeform: Shape 13">
              <a:extLst>
                <a:ext uri="{FF2B5EF4-FFF2-40B4-BE49-F238E27FC236}">
                  <a16:creationId xmlns:a16="http://schemas.microsoft.com/office/drawing/2014/main" id="{1EE4E374-4453-47B3-9D2F-CDA8C05865C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68B44BF3-EA98-4315-BB1E-CD1EA2633C2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CA1B01DC-60AE-4223-A2F3-5C7618CA930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D82FEFE9-E2B4-4469-99ED-C63A7BC75AD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ADB8397E-19D0-42DD-A3D0-27091E6B6D0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403043219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and Content Left Half">
    <p:spTree>
      <p:nvGrpSpPr>
        <p:cNvPr id="1" name=""/>
        <p:cNvGrpSpPr/>
        <p:nvPr/>
      </p:nvGrpSpPr>
      <p:grpSpPr>
        <a:xfrm>
          <a:off x="0" y="0"/>
          <a:ext cx="0" cy="0"/>
          <a:chOff x="0" y="0"/>
          <a:chExt cx="0" cy="0"/>
        </a:xfrm>
      </p:grpSpPr>
      <p:grpSp>
        <p:nvGrpSpPr>
          <p:cNvPr id="12" name="Graphic 6">
            <a:extLst>
              <a:ext uri="{FF2B5EF4-FFF2-40B4-BE49-F238E27FC236}">
                <a16:creationId xmlns:a16="http://schemas.microsoft.com/office/drawing/2014/main" id="{C677C5FA-C302-4027-AA30-E7717DE42929}"/>
              </a:ext>
            </a:extLst>
          </p:cNvPr>
          <p:cNvGrpSpPr/>
          <p:nvPr userDrawn="1"/>
        </p:nvGrpSpPr>
        <p:grpSpPr>
          <a:xfrm>
            <a:off x="188962" y="6384416"/>
            <a:ext cx="987810" cy="292608"/>
            <a:chOff x="4710906" y="3597973"/>
            <a:chExt cx="2760252" cy="819150"/>
          </a:xfrm>
          <a:solidFill>
            <a:schemeClr val="accent1"/>
          </a:solidFill>
        </p:grpSpPr>
        <p:sp>
          <p:nvSpPr>
            <p:cNvPr id="14" name="Freeform: Shape 13">
              <a:extLst>
                <a:ext uri="{FF2B5EF4-FFF2-40B4-BE49-F238E27FC236}">
                  <a16:creationId xmlns:a16="http://schemas.microsoft.com/office/drawing/2014/main" id="{59ED64E2-4604-472B-A705-F325055AA227}"/>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97C3C515-AE99-4520-9C37-89661942F87C}"/>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7006D57B-346A-4940-9978-D684633D350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16158EA-8823-4423-97D7-111B159E5EAF}"/>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475CB18A-3D1A-40B0-9E8F-DB65BB98D45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3" name="Content Placeholder 2"/>
          <p:cNvSpPr>
            <a:spLocks noGrp="1"/>
          </p:cNvSpPr>
          <p:nvPr>
            <p:ph idx="1" hasCustomPrompt="1"/>
          </p:nvPr>
        </p:nvSpPr>
        <p:spPr>
          <a:xfrm>
            <a:off x="190408" y="771788"/>
            <a:ext cx="5909978" cy="6086213"/>
          </a:xfrm>
          <a:prstGeom prst="rect">
            <a:avLst/>
          </a:prstGeom>
        </p:spPr>
        <p:txBody>
          <a:bodyPr lIns="0" rIns="0" anchor="t"/>
          <a:lstStyle>
            <a:lvl1pPr>
              <a:spcAft>
                <a:spcPts val="1189"/>
              </a:spcAft>
              <a:defRPr/>
            </a:lvl1pPr>
            <a:lvl2pPr>
              <a:spcAft>
                <a:spcPts val="1189"/>
              </a:spcAft>
              <a:defRPr sz="1981"/>
            </a:lvl2pPr>
            <a:lvl3pPr>
              <a:spcAft>
                <a:spcPts val="1189"/>
              </a:spcAft>
              <a:defRPr sz="1981"/>
            </a:lvl3pPr>
            <a:lvl4pPr>
              <a:spcAft>
                <a:spcPts val="1189"/>
              </a:spcAft>
              <a:defRPr sz="1783"/>
            </a:lvl4pPr>
            <a:lvl5pPr>
              <a:spcAft>
                <a:spcPts val="1189"/>
              </a:spcAft>
              <a:defRPr sz="17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4" y="1"/>
            <a:ext cx="5953378" cy="626066"/>
          </a:xfrm>
        </p:spPr>
        <p:txBody>
          <a:bodyPr anchor="b"/>
          <a:lstStyle>
            <a:lvl1pPr>
              <a:defRPr sz="3169">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457178" y="671267"/>
            <a:ext cx="5074920"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71497636-6A83-40DB-9FE5-4D95815A4F81}"/>
              </a:ext>
            </a:extLst>
          </p:cNvPr>
          <p:cNvCxnSpPr>
            <a:cxnSpLocks/>
          </p:cNvCxnSpPr>
          <p:nvPr userDrawn="1"/>
        </p:nvCxnSpPr>
        <p:spPr>
          <a:xfrm>
            <a:off x="188965" y="626066"/>
            <a:ext cx="595337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B6709774-D5DB-43A3-84E4-1B372265D717}"/>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lumMod val="65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80353031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3925"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88963" y="1"/>
            <a:ext cx="11814077" cy="626066"/>
          </a:xfrm>
        </p:spPr>
        <p:txBody>
          <a:bodyPr anchor="b"/>
          <a:lstStyle/>
          <a:p>
            <a:r>
              <a:rPr lang="en-US" dirty="0"/>
              <a:t>Click to edit Master title style</a:t>
            </a:r>
          </a:p>
        </p:txBody>
      </p:sp>
      <p:sp>
        <p:nvSpPr>
          <p:cNvPr id="12" name="Content Placeholder 2"/>
          <p:cNvSpPr>
            <a:spLocks noGrp="1"/>
          </p:cNvSpPr>
          <p:nvPr>
            <p:ph idx="10" hasCustomPrompt="1"/>
          </p:nvPr>
        </p:nvSpPr>
        <p:spPr>
          <a:xfrm>
            <a:off x="6520601" y="787400"/>
            <a:ext cx="5121974" cy="6070600"/>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2">
            <a:extLst>
              <a:ext uri="{FF2B5EF4-FFF2-40B4-BE49-F238E27FC236}">
                <a16:creationId xmlns:a16="http://schemas.microsoft.com/office/drawing/2014/main" id="{BEB4CA87-2F5A-44F2-B7D4-88B185E1972C}"/>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
        <p:nvSpPr>
          <p:cNvPr id="7" name="Content Placeholder 2">
            <a:extLst>
              <a:ext uri="{FF2B5EF4-FFF2-40B4-BE49-F238E27FC236}">
                <a16:creationId xmlns:a16="http://schemas.microsoft.com/office/drawing/2014/main" id="{F04A56E1-8459-4815-9C4B-7C0E98CEA4E0}"/>
              </a:ext>
            </a:extLst>
          </p:cNvPr>
          <p:cNvSpPr>
            <a:spLocks noGrp="1"/>
          </p:cNvSpPr>
          <p:nvPr>
            <p:ph idx="1" hasCustomPrompt="1"/>
          </p:nvPr>
        </p:nvSpPr>
        <p:spPr>
          <a:xfrm>
            <a:off x="188963" y="778666"/>
            <a:ext cx="5616450" cy="6079333"/>
          </a:xfrm>
          <a:prstGeom prst="rect">
            <a:avLst/>
          </a:prstGeom>
        </p:spPr>
        <p:txBody>
          <a:bodyPr lIns="0" rIns="0" anchor="t"/>
          <a:lstStyle>
            <a:lvl1pPr>
              <a:spcAft>
                <a:spcPts val="1189"/>
              </a:spcAft>
              <a:defRPr/>
            </a:lvl1pPr>
            <a:lvl2pPr>
              <a:spcAft>
                <a:spcPts val="1189"/>
              </a:spcAft>
              <a:defRPr sz="1981"/>
            </a:lvl2pPr>
            <a:lvl3pPr>
              <a:spcAft>
                <a:spcPts val="1189"/>
              </a:spcAft>
              <a:defRPr sz="1981"/>
            </a:lvl3pPr>
            <a:lvl4pPr>
              <a:spcAft>
                <a:spcPts val="1189"/>
              </a:spcAft>
              <a:defRPr sz="1783"/>
            </a:lvl4pPr>
            <a:lvl5pPr>
              <a:spcAft>
                <a:spcPts val="1189"/>
              </a:spcAft>
              <a:defRPr sz="17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333024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28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8537" y="1761564"/>
            <a:ext cx="5262994" cy="5096437"/>
          </a:xfrm>
          <a:prstGeom prst="rect">
            <a:avLst/>
          </a:prstGeom>
        </p:spPr>
        <p:txBody>
          <a:bodyPr lIns="0" rIns="0" anchor="t">
            <a:normAutofit/>
          </a:bodyPr>
          <a:lstStyle>
            <a:lvl1pPr>
              <a:spcBef>
                <a:spcPts val="0"/>
              </a:spcBef>
              <a:spcAft>
                <a:spcPts val="500"/>
              </a:spcAft>
              <a:defRPr sz="2400"/>
            </a:lvl1pPr>
            <a:lvl2pPr>
              <a:spcBef>
                <a:spcPts val="0"/>
              </a:spcBef>
              <a:spcAft>
                <a:spcPts val="500"/>
              </a:spcAft>
              <a:defRPr sz="2000"/>
            </a:lvl2pPr>
            <a:lvl3pPr>
              <a:spcBef>
                <a:spcPts val="0"/>
              </a:spcBef>
              <a:spcAft>
                <a:spcPts val="500"/>
              </a:spcAft>
              <a:defRPr sz="1600"/>
            </a:lvl3pPr>
            <a:lvl4pPr>
              <a:spcBef>
                <a:spcPts val="0"/>
              </a:spcBef>
              <a:spcAft>
                <a:spcPts val="500"/>
              </a:spcAft>
              <a:defRPr sz="1600"/>
            </a:lvl4pPr>
            <a:lvl5pPr>
              <a:spcBef>
                <a:spcPts val="0"/>
              </a:spcBef>
              <a:spcAft>
                <a:spcPts val="500"/>
              </a:spcAft>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hasCustomPrompt="1"/>
          </p:nvPr>
        </p:nvSpPr>
        <p:spPr>
          <a:xfrm>
            <a:off x="6310205" y="1761566"/>
            <a:ext cx="5276549" cy="5096434"/>
          </a:xfrm>
          <a:prstGeom prst="rect">
            <a:avLst/>
          </a:prstGeom>
        </p:spPr>
        <p:txBody>
          <a:bodyPr lIns="0" rIns="0" anchor="t">
            <a:normAutofit/>
          </a:bodyPr>
          <a:lstStyle>
            <a:lvl1pPr>
              <a:spcBef>
                <a:spcPts val="0"/>
              </a:spcBef>
              <a:spcAft>
                <a:spcPts val="500"/>
              </a:spcAft>
              <a:defRPr sz="2400"/>
            </a:lvl1pPr>
            <a:lvl2pPr>
              <a:spcBef>
                <a:spcPts val="0"/>
              </a:spcBef>
              <a:spcAft>
                <a:spcPts val="500"/>
              </a:spcAft>
              <a:defRPr sz="2000"/>
            </a:lvl2pPr>
            <a:lvl3pPr>
              <a:spcBef>
                <a:spcPts val="0"/>
              </a:spcBef>
              <a:spcAft>
                <a:spcPts val="500"/>
              </a:spcAft>
              <a:defRPr sz="1600"/>
            </a:lvl3pPr>
            <a:lvl4pPr>
              <a:spcBef>
                <a:spcPts val="0"/>
              </a:spcBef>
              <a:spcAft>
                <a:spcPts val="500"/>
              </a:spcAft>
              <a:defRPr sz="1600"/>
            </a:lvl4pPr>
            <a:lvl5pPr>
              <a:spcBef>
                <a:spcPts val="0"/>
              </a:spcBef>
              <a:spcAft>
                <a:spcPts val="5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wrap="square"/>
          <a:lstStyle/>
          <a:p>
            <a:r>
              <a:rPr lang="en-US" dirty="0"/>
              <a:t>Click to edit Master title style</a:t>
            </a:r>
          </a:p>
        </p:txBody>
      </p:sp>
      <p:sp>
        <p:nvSpPr>
          <p:cNvPr id="7" name="Text Placeholder 6"/>
          <p:cNvSpPr>
            <a:spLocks noGrp="1"/>
          </p:cNvSpPr>
          <p:nvPr>
            <p:ph type="body" sz="quarter" idx="10"/>
          </p:nvPr>
        </p:nvSpPr>
        <p:spPr>
          <a:xfrm>
            <a:off x="464603" y="885913"/>
            <a:ext cx="5240115" cy="876300"/>
          </a:xfrm>
        </p:spPr>
        <p:txBody>
          <a:bodyPr lIns="0" rIns="0"/>
          <a:lstStyle>
            <a:lvl1pPr marL="0" indent="0">
              <a:buNone/>
              <a:defRPr b="1"/>
            </a:lvl1pPr>
            <a:lvl2pPr marL="254724" indent="0">
              <a:buNone/>
              <a:defRPr/>
            </a:lvl2pPr>
            <a:lvl3pPr marL="509447" indent="0">
              <a:buNone/>
              <a:defRPr/>
            </a:lvl3pPr>
            <a:lvl4pPr marL="764171" indent="0">
              <a:buNone/>
              <a:defRPr/>
            </a:lvl4pPr>
            <a:lvl5pPr marL="1018894" indent="0">
              <a:buNone/>
              <a:defRPr/>
            </a:lvl5pPr>
          </a:lstStyle>
          <a:p>
            <a:pPr lvl="0"/>
            <a:r>
              <a:rPr lang="en-US" dirty="0"/>
              <a:t>Edit Master text styles</a:t>
            </a:r>
          </a:p>
        </p:txBody>
      </p:sp>
      <p:sp>
        <p:nvSpPr>
          <p:cNvPr id="9" name="Text Placeholder 6"/>
          <p:cNvSpPr>
            <a:spLocks noGrp="1"/>
          </p:cNvSpPr>
          <p:nvPr>
            <p:ph type="body" sz="quarter" idx="11"/>
          </p:nvPr>
        </p:nvSpPr>
        <p:spPr>
          <a:xfrm>
            <a:off x="6305605" y="885913"/>
            <a:ext cx="5240115" cy="876300"/>
          </a:xfrm>
        </p:spPr>
        <p:txBody>
          <a:bodyPr lIns="0" rIns="0"/>
          <a:lstStyle>
            <a:lvl1pPr marL="0" indent="0">
              <a:buNone/>
              <a:defRPr b="1"/>
            </a:lvl1pPr>
            <a:lvl2pPr marL="254724" indent="0">
              <a:buNone/>
              <a:defRPr/>
            </a:lvl2pPr>
            <a:lvl3pPr marL="509447" indent="0">
              <a:buNone/>
              <a:defRPr/>
            </a:lvl3pPr>
            <a:lvl4pPr marL="764171" indent="0">
              <a:buNone/>
              <a:defRPr/>
            </a:lvl4pPr>
            <a:lvl5pPr marL="1018894" indent="0">
              <a:buNone/>
              <a:defRPr/>
            </a:lvl5pPr>
          </a:lstStyle>
          <a:p>
            <a:pPr lvl="0"/>
            <a:r>
              <a:rPr lang="en-US"/>
              <a:t>Edit Master text styles</a:t>
            </a:r>
          </a:p>
        </p:txBody>
      </p:sp>
      <p:sp>
        <p:nvSpPr>
          <p:cNvPr id="11" name="Slide Number Placeholder 2">
            <a:extLst>
              <a:ext uri="{FF2B5EF4-FFF2-40B4-BE49-F238E27FC236}">
                <a16:creationId xmlns:a16="http://schemas.microsoft.com/office/drawing/2014/main" id="{3E740105-E5D6-49E1-8087-D972AC1AA4FD}"/>
              </a:ext>
            </a:extLst>
          </p:cNvPr>
          <p:cNvSpPr>
            <a:spLocks noGrp="1"/>
          </p:cNvSpPr>
          <p:nvPr>
            <p:ph type="sldNum" sz="quarter" idx="12"/>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01600522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omparison">
    <p:bg>
      <p:bgPr>
        <a:solidFill>
          <a:schemeClr val="accent2"/>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8537" y="1761564"/>
            <a:ext cx="5157786" cy="5096437"/>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hasCustomPrompt="1"/>
          </p:nvPr>
        </p:nvSpPr>
        <p:spPr>
          <a:xfrm>
            <a:off x="6310205" y="1761566"/>
            <a:ext cx="5183187" cy="5096434"/>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wrap="square"/>
          <a:lstStyle>
            <a:lvl1pPr>
              <a:defRPr>
                <a:solidFill>
                  <a:schemeClr val="bg1"/>
                </a:solidFill>
              </a:defRPr>
            </a:lvl1pPr>
          </a:lstStyle>
          <a:p>
            <a:r>
              <a:rPr lang="en-US" dirty="0"/>
              <a:t>Click to edit Master title style</a:t>
            </a:r>
          </a:p>
        </p:txBody>
      </p:sp>
      <p:sp>
        <p:nvSpPr>
          <p:cNvPr id="7" name="Text Placeholder 6"/>
          <p:cNvSpPr>
            <a:spLocks noGrp="1"/>
          </p:cNvSpPr>
          <p:nvPr>
            <p:ph type="body" sz="quarter" idx="10" hasCustomPrompt="1"/>
          </p:nvPr>
        </p:nvSpPr>
        <p:spPr>
          <a:xfrm>
            <a:off x="464603" y="8859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dirty="0"/>
              <a:t>Edit Master text styles</a:t>
            </a:r>
          </a:p>
        </p:txBody>
      </p:sp>
      <p:sp>
        <p:nvSpPr>
          <p:cNvPr id="9" name="Text Placeholder 6"/>
          <p:cNvSpPr>
            <a:spLocks noGrp="1"/>
          </p:cNvSpPr>
          <p:nvPr>
            <p:ph type="body" sz="quarter" idx="11" hasCustomPrompt="1"/>
          </p:nvPr>
        </p:nvSpPr>
        <p:spPr>
          <a:xfrm>
            <a:off x="6305605" y="8859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a:t>Edit Master text styles</a:t>
            </a:r>
          </a:p>
        </p:txBody>
      </p:sp>
      <p:sp>
        <p:nvSpPr>
          <p:cNvPr id="11" name="Slide Number Placeholder 2">
            <a:extLst>
              <a:ext uri="{FF2B5EF4-FFF2-40B4-BE49-F238E27FC236}">
                <a16:creationId xmlns:a16="http://schemas.microsoft.com/office/drawing/2014/main" id="{3E740105-E5D6-49E1-8087-D972AC1AA4FD}"/>
              </a:ext>
            </a:extLst>
          </p:cNvPr>
          <p:cNvSpPr>
            <a:spLocks noGrp="1"/>
          </p:cNvSpPr>
          <p:nvPr>
            <p:ph type="sldNum" sz="quarter" idx="12"/>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951782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013F86B-7E75-47A6-A39A-ED8337FF28EE}"/>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
        <p:nvSpPr>
          <p:cNvPr id="2" name="Title 1">
            <a:extLst>
              <a:ext uri="{FF2B5EF4-FFF2-40B4-BE49-F238E27FC236}">
                <a16:creationId xmlns:a16="http://schemas.microsoft.com/office/drawing/2014/main" id="{E104D580-9F58-4D0D-8A83-57893789A09F}"/>
              </a:ext>
            </a:extLst>
          </p:cNvPr>
          <p:cNvSpPr>
            <a:spLocks noGrp="1"/>
          </p:cNvSpPr>
          <p:nvPr>
            <p:ph type="title"/>
          </p:nvPr>
        </p:nvSpPr>
        <p:spPr/>
        <p:txBody>
          <a:bodyPr wrap="square"/>
          <a:lstStyle/>
          <a:p>
            <a:r>
              <a:rPr lang="en-US" dirty="0"/>
              <a:t>Click to edit Master title style</a:t>
            </a:r>
          </a:p>
        </p:txBody>
      </p:sp>
    </p:spTree>
    <p:extLst>
      <p:ext uri="{BB962C8B-B14F-4D97-AF65-F5344CB8AC3E}">
        <p14:creationId xmlns:p14="http://schemas.microsoft.com/office/powerpoint/2010/main" val="417271790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Blue Title and Content">
    <p:bg>
      <p:bgPr>
        <a:solidFill>
          <a:schemeClr val="accent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wrap="square"/>
          <a:lstStyle>
            <a:lvl1pPr>
              <a:defRPr>
                <a:solidFill>
                  <a:schemeClr val="bg1"/>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6" name="Content Placeholder 2"/>
          <p:cNvSpPr>
            <a:spLocks noGrp="1"/>
          </p:cNvSpPr>
          <p:nvPr>
            <p:ph idx="10" hasCustomPrompt="1"/>
          </p:nvPr>
        </p:nvSpPr>
        <p:spPr>
          <a:xfrm>
            <a:off x="188963" y="755010"/>
            <a:ext cx="11641909" cy="5987622"/>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2">
            <a:extLst>
              <a:ext uri="{FF2B5EF4-FFF2-40B4-BE49-F238E27FC236}">
                <a16:creationId xmlns:a16="http://schemas.microsoft.com/office/drawing/2014/main" id="{72C5A28D-63B2-43A4-81C8-C5FF626FB105}"/>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3" name="Graphic 6">
            <a:extLst>
              <a:ext uri="{FF2B5EF4-FFF2-40B4-BE49-F238E27FC236}">
                <a16:creationId xmlns:a16="http://schemas.microsoft.com/office/drawing/2014/main" id="{18BCB4C1-C568-4643-99CB-5573B5D9A48D}"/>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51122835-2201-450D-93D5-2F766B2D19E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5422249C-C671-4BC5-8ABA-DE9E11786FA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5887A9-E5B3-43C7-888F-A7782D191A9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B7A6BE69-968D-413A-8785-507D5096D79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CBC32F23-F9CC-4E9B-8558-3C7A095341C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60366357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Blue Title and Content">
    <p:bg>
      <p:bgPr>
        <a:solidFill>
          <a:schemeClr val="accent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wrap="square"/>
          <a:lstStyle>
            <a:lvl1pPr>
              <a:defRPr>
                <a:solidFill>
                  <a:schemeClr val="bg1"/>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4" name="Slide Number Placeholder 2">
            <a:extLst>
              <a:ext uri="{FF2B5EF4-FFF2-40B4-BE49-F238E27FC236}">
                <a16:creationId xmlns:a16="http://schemas.microsoft.com/office/drawing/2014/main" id="{72C5A28D-63B2-43A4-81C8-C5FF626FB105}"/>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3" name="Graphic 6">
            <a:extLst>
              <a:ext uri="{FF2B5EF4-FFF2-40B4-BE49-F238E27FC236}">
                <a16:creationId xmlns:a16="http://schemas.microsoft.com/office/drawing/2014/main" id="{18BCB4C1-C568-4643-99CB-5573B5D9A48D}"/>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51122835-2201-450D-93D5-2F766B2D19E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5422249C-C671-4BC5-8ABA-DE9E11786FA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5887A9-E5B3-43C7-888F-A7782D191A9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B7A6BE69-968D-413A-8785-507D5096D79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CBC32F23-F9CC-4E9B-8558-3C7A095341C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Content Placeholder 3">
            <a:extLst>
              <a:ext uri="{FF2B5EF4-FFF2-40B4-BE49-F238E27FC236}">
                <a16:creationId xmlns:a16="http://schemas.microsoft.com/office/drawing/2014/main" id="{F8786FAC-9B63-D010-8807-43A3A8997E33}"/>
              </a:ext>
            </a:extLst>
          </p:cNvPr>
          <p:cNvSpPr>
            <a:spLocks noGrp="1"/>
          </p:cNvSpPr>
          <p:nvPr>
            <p:ph sz="half" idx="2" hasCustomPrompt="1"/>
          </p:nvPr>
        </p:nvSpPr>
        <p:spPr>
          <a:xfrm>
            <a:off x="458537" y="1761564"/>
            <a:ext cx="5157786" cy="5096437"/>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8CD4F86F-CDC2-81F0-8E14-4A7E950469D6}"/>
              </a:ext>
            </a:extLst>
          </p:cNvPr>
          <p:cNvSpPr>
            <a:spLocks noGrp="1"/>
          </p:cNvSpPr>
          <p:nvPr>
            <p:ph sz="quarter" idx="10" hasCustomPrompt="1"/>
          </p:nvPr>
        </p:nvSpPr>
        <p:spPr>
          <a:xfrm>
            <a:off x="6310205" y="1761566"/>
            <a:ext cx="5183187" cy="5096434"/>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a:extLst>
              <a:ext uri="{FF2B5EF4-FFF2-40B4-BE49-F238E27FC236}">
                <a16:creationId xmlns:a16="http://schemas.microsoft.com/office/drawing/2014/main" id="{FC4246FB-A316-CE36-C135-35A85ED7A0DC}"/>
              </a:ext>
            </a:extLst>
          </p:cNvPr>
          <p:cNvSpPr>
            <a:spLocks noGrp="1"/>
          </p:cNvSpPr>
          <p:nvPr>
            <p:ph type="body" sz="quarter" idx="11" hasCustomPrompt="1"/>
          </p:nvPr>
        </p:nvSpPr>
        <p:spPr>
          <a:xfrm>
            <a:off x="464603" y="8859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dirty="0"/>
              <a:t>Edit Master text styles</a:t>
            </a:r>
          </a:p>
        </p:txBody>
      </p:sp>
      <p:sp>
        <p:nvSpPr>
          <p:cNvPr id="8" name="Text Placeholder 6">
            <a:extLst>
              <a:ext uri="{FF2B5EF4-FFF2-40B4-BE49-F238E27FC236}">
                <a16:creationId xmlns:a16="http://schemas.microsoft.com/office/drawing/2014/main" id="{2CD5F1AA-562B-D96F-4950-E864B82461C2}"/>
              </a:ext>
            </a:extLst>
          </p:cNvPr>
          <p:cNvSpPr>
            <a:spLocks noGrp="1"/>
          </p:cNvSpPr>
          <p:nvPr>
            <p:ph type="body" sz="quarter" idx="12" hasCustomPrompt="1"/>
          </p:nvPr>
        </p:nvSpPr>
        <p:spPr>
          <a:xfrm>
            <a:off x="6305605" y="8859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a:t>Edit Master text styles</a:t>
            </a:r>
          </a:p>
        </p:txBody>
      </p:sp>
    </p:spTree>
    <p:extLst>
      <p:ext uri="{BB962C8B-B14F-4D97-AF65-F5344CB8AC3E}">
        <p14:creationId xmlns:p14="http://schemas.microsoft.com/office/powerpoint/2010/main" val="309585415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Blue Title and Content">
    <p:bg>
      <p:bgPr>
        <a:solidFill>
          <a:schemeClr val="accent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989F97B-D34A-4C18-BDCF-E5EC8FCA9F6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tretch/>
        </p:blipFill>
        <p:spPr bwMode="auto">
          <a:xfrm>
            <a:off x="0" y="0"/>
            <a:ext cx="12190413"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p:cNvSpPr>
            <a:spLocks noGrp="1"/>
          </p:cNvSpPr>
          <p:nvPr>
            <p:ph type="title"/>
          </p:nvPr>
        </p:nvSpPr>
        <p:spPr>
          <a:xfrm>
            <a:off x="188963" y="46353"/>
            <a:ext cx="11814077" cy="826718"/>
          </a:xfrm>
        </p:spPr>
        <p:txBody>
          <a:bodyPr anchor="b"/>
          <a:lstStyle>
            <a:lvl1pPr algn="ctr">
              <a:defRPr>
                <a:solidFill>
                  <a:schemeClr val="bg1"/>
                </a:solidFill>
              </a:defRPr>
            </a:lvl1pPr>
          </a:lstStyle>
          <a:p>
            <a:r>
              <a:rPr lang="en-US" dirty="0"/>
              <a:t>Click to edit Master title style</a:t>
            </a:r>
          </a:p>
        </p:txBody>
      </p:sp>
      <p:sp>
        <p:nvSpPr>
          <p:cNvPr id="14" name="Slide Number Placeholder 2">
            <a:extLst>
              <a:ext uri="{FF2B5EF4-FFF2-40B4-BE49-F238E27FC236}">
                <a16:creationId xmlns:a16="http://schemas.microsoft.com/office/drawing/2014/main" id="{72C5A28D-63B2-43A4-81C8-C5FF626FB105}"/>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3" name="Graphic 6">
            <a:extLst>
              <a:ext uri="{FF2B5EF4-FFF2-40B4-BE49-F238E27FC236}">
                <a16:creationId xmlns:a16="http://schemas.microsoft.com/office/drawing/2014/main" id="{18BCB4C1-C568-4643-99CB-5573B5D9A48D}"/>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51122835-2201-450D-93D5-2F766B2D19E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5422249C-C671-4BC5-8ABA-DE9E11786FA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5887A9-E5B3-43C7-888F-A7782D191A9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B7A6BE69-968D-413A-8785-507D5096D79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CBC32F23-F9CC-4E9B-8558-3C7A095341C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20" name="Straight Connector 19">
            <a:extLst>
              <a:ext uri="{FF2B5EF4-FFF2-40B4-BE49-F238E27FC236}">
                <a16:creationId xmlns:a16="http://schemas.microsoft.com/office/drawing/2014/main" id="{895FB0DF-CA16-6B1B-8161-8952AE7B34D3}"/>
              </a:ext>
            </a:extLst>
          </p:cNvPr>
          <p:cNvCxnSpPr>
            <a:cxnSpLocks/>
          </p:cNvCxnSpPr>
          <p:nvPr userDrawn="1"/>
        </p:nvCxnSpPr>
        <p:spPr>
          <a:xfrm>
            <a:off x="188963" y="952140"/>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753699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ue Title">
    <p:bg>
      <p:bgPr>
        <a:solidFill>
          <a:schemeClr val="accent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wrap="square"/>
          <a:lstStyle>
            <a:lvl1pPr>
              <a:defRPr>
                <a:solidFill>
                  <a:schemeClr val="bg1"/>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F8D9189E-E64E-4046-BF66-32760AEA8916}"/>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4" name="Graphic 6">
            <a:extLst>
              <a:ext uri="{FF2B5EF4-FFF2-40B4-BE49-F238E27FC236}">
                <a16:creationId xmlns:a16="http://schemas.microsoft.com/office/drawing/2014/main" id="{3C521125-5464-4662-A4C7-7F3D52EEEA64}"/>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1DF96E25-5917-42FA-ACE8-D92A6D87CF46}"/>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3F1EB57E-DBB4-4076-B385-41D99EE18603}"/>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7C8341-3A20-43CD-9798-757AE09D8A93}"/>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47B4206A-9AF7-4D02-A11A-6A53EECE7C84}"/>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8CD7ECAA-4128-40DF-81EA-6CE56BB4C99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87247399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lue Blank">
    <p:bg>
      <p:bgPr>
        <a:solidFill>
          <a:schemeClr val="accent1"/>
        </a:solidFill>
        <a:effectLst/>
      </p:bgPr>
    </p:bg>
    <p:spTree>
      <p:nvGrpSpPr>
        <p:cNvPr id="1" name=""/>
        <p:cNvGrpSpPr/>
        <p:nvPr/>
      </p:nvGrpSpPr>
      <p:grpSpPr>
        <a:xfrm>
          <a:off x="0" y="0"/>
          <a:ext cx="0" cy="0"/>
          <a:chOff x="0" y="0"/>
          <a:chExt cx="0" cy="0"/>
        </a:xfrm>
      </p:grpSpPr>
      <p:sp>
        <p:nvSpPr>
          <p:cNvPr id="8" name="Slide Number Placeholder 2">
            <a:extLst>
              <a:ext uri="{FF2B5EF4-FFF2-40B4-BE49-F238E27FC236}">
                <a16:creationId xmlns:a16="http://schemas.microsoft.com/office/drawing/2014/main" id="{7B9C84A7-99FC-4E94-98C3-D1B48CB7920C}"/>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4" name="Graphic 6">
            <a:extLst>
              <a:ext uri="{FF2B5EF4-FFF2-40B4-BE49-F238E27FC236}">
                <a16:creationId xmlns:a16="http://schemas.microsoft.com/office/drawing/2014/main" id="{60E3CDBE-3399-4DCB-9C5D-4DA2D828AE0A}"/>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39C735E9-A189-45C0-B01E-CCB95EDFF42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242E2DB9-7B58-4911-AE12-6515552932D2}"/>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06DA6AD-4FC0-450E-9E79-B61D0898C8D4}"/>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257E257B-6729-4BC1-AE4F-27672AC8BD3D}"/>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9D4F5E7B-2DEF-42E6-BBC4-D9E8AD40C84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76566151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and Content Right Half Blue">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629031" y="960583"/>
            <a:ext cx="5440776"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6458858" y="1"/>
            <a:ext cx="5733142" cy="626066"/>
          </a:xfrm>
        </p:spPr>
        <p:txBody>
          <a:bodyPr wrap="square"/>
          <a:lstStyle>
            <a:lvl1pPr>
              <a:defRPr>
                <a:solidFill>
                  <a:schemeClr val="bg1"/>
                </a:solidFill>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7" y="671267"/>
            <a:ext cx="5544182"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2" name="Slide Number Placeholder 2">
            <a:extLst>
              <a:ext uri="{FF2B5EF4-FFF2-40B4-BE49-F238E27FC236}">
                <a16:creationId xmlns:a16="http://schemas.microsoft.com/office/drawing/2014/main" id="{4B0DAF07-B938-49EF-A3EC-3E0B30C935D9}"/>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1" name="Graphic 6">
            <a:extLst>
              <a:ext uri="{FF2B5EF4-FFF2-40B4-BE49-F238E27FC236}">
                <a16:creationId xmlns:a16="http://schemas.microsoft.com/office/drawing/2014/main" id="{87769DBB-F749-4358-83E8-2ADC2E3E45DA}"/>
              </a:ext>
            </a:extLst>
          </p:cNvPr>
          <p:cNvGrpSpPr/>
          <p:nvPr userDrawn="1"/>
        </p:nvGrpSpPr>
        <p:grpSpPr>
          <a:xfrm>
            <a:off x="11047011" y="6384416"/>
            <a:ext cx="987810" cy="292608"/>
            <a:chOff x="4710906" y="3597973"/>
            <a:chExt cx="2760252" cy="819150"/>
          </a:xfrm>
          <a:solidFill>
            <a:schemeClr val="bg1"/>
          </a:solidFill>
        </p:grpSpPr>
        <p:sp>
          <p:nvSpPr>
            <p:cNvPr id="13" name="Freeform: Shape 12">
              <a:extLst>
                <a:ext uri="{FF2B5EF4-FFF2-40B4-BE49-F238E27FC236}">
                  <a16:creationId xmlns:a16="http://schemas.microsoft.com/office/drawing/2014/main" id="{07045E09-5BC3-4B42-85DE-D789974691B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0868FCE3-B57F-458B-BFBA-FBB218B7F9C3}"/>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44A673EA-5B6D-46EC-83E6-E4412CC7F4C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A3046C8F-A537-44DB-8D1E-4EFB9B26F372}"/>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363BEE48-5231-4789-AF51-60F38E8AAED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37594007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and Content Left Half Blue">
    <p:bg>
      <p:bgPr>
        <a:solidFill>
          <a:schemeClr val="accent1"/>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E0AA7C0C-6BB1-4F1B-AA7D-87F3F0B258A7}"/>
              </a:ext>
            </a:extLst>
          </p:cNvPr>
          <p:cNvGrpSpPr/>
          <p:nvPr userDrawn="1"/>
        </p:nvGrpSpPr>
        <p:grpSpPr>
          <a:xfrm>
            <a:off x="188962" y="6384416"/>
            <a:ext cx="987810" cy="292608"/>
            <a:chOff x="4710906" y="3597973"/>
            <a:chExt cx="2760252" cy="819150"/>
          </a:xfrm>
          <a:solidFill>
            <a:schemeClr val="bg1"/>
          </a:solidFill>
        </p:grpSpPr>
        <p:sp>
          <p:nvSpPr>
            <p:cNvPr id="12" name="Freeform: Shape 11">
              <a:extLst>
                <a:ext uri="{FF2B5EF4-FFF2-40B4-BE49-F238E27FC236}">
                  <a16:creationId xmlns:a16="http://schemas.microsoft.com/office/drawing/2014/main" id="{DCB9872F-7771-4FF0-94AF-36D91B1E4C49}"/>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3" name="Freeform: Shape 12">
              <a:extLst>
                <a:ext uri="{FF2B5EF4-FFF2-40B4-BE49-F238E27FC236}">
                  <a16:creationId xmlns:a16="http://schemas.microsoft.com/office/drawing/2014/main" id="{946B3BB4-B5D8-410C-A6CA-6D69568B6A0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9B4C1E72-E711-4562-A552-41FEA909BB0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1B6F745C-C66F-4882-AB7E-4F8DA0743F19}"/>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D7413D59-7EB1-40EF-9B43-4967F25EC056}"/>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3" name="Content Placeholder 2"/>
          <p:cNvSpPr>
            <a:spLocks noGrp="1"/>
          </p:cNvSpPr>
          <p:nvPr>
            <p:ph idx="1" hasCustomPrompt="1"/>
          </p:nvPr>
        </p:nvSpPr>
        <p:spPr>
          <a:xfrm>
            <a:off x="192998" y="960583"/>
            <a:ext cx="5903004"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2" y="1"/>
            <a:ext cx="6059438" cy="626066"/>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188963" y="671267"/>
            <a:ext cx="5907038"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5" name="Slide Number Placeholder 2">
            <a:extLst>
              <a:ext uri="{FF2B5EF4-FFF2-40B4-BE49-F238E27FC236}">
                <a16:creationId xmlns:a16="http://schemas.microsoft.com/office/drawing/2014/main" id="{2C183AC3-D2F7-481E-AC17-59715D9D88C6}"/>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40517475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93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Red Title and Content">
    <p:bg>
      <p:bgPr>
        <a:solidFill>
          <a:srgbClr val="CC0035"/>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88963" y="1"/>
            <a:ext cx="11999586" cy="626066"/>
          </a:xfrm>
        </p:spPr>
        <p:txBody>
          <a:bodyPr wrap="none"/>
          <a:lstStyle>
            <a:lvl1pPr>
              <a:defRPr>
                <a:solidFill>
                  <a:schemeClr val="bg1"/>
                </a:solidFill>
              </a:defRPr>
            </a:lvl1pPr>
          </a:lstStyle>
          <a:p>
            <a:r>
              <a:rPr lang="en-US" dirty="0"/>
              <a:t>Click to edit Master title style</a:t>
            </a:r>
          </a:p>
        </p:txBody>
      </p:sp>
      <p:cxnSp>
        <p:nvCxnSpPr>
          <p:cNvPr id="4" name="Straight Connector 3">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5" name="Content Placeholder 2"/>
          <p:cNvSpPr>
            <a:spLocks noGrp="1"/>
          </p:cNvSpPr>
          <p:nvPr>
            <p:ph idx="1" hasCustomPrompt="1"/>
          </p:nvPr>
        </p:nvSpPr>
        <p:spPr>
          <a:xfrm>
            <a:off x="192999" y="960583"/>
            <a:ext cx="11852461" cy="5653862"/>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2">
            <a:extLst>
              <a:ext uri="{FF2B5EF4-FFF2-40B4-BE49-F238E27FC236}">
                <a16:creationId xmlns:a16="http://schemas.microsoft.com/office/drawing/2014/main" id="{64C4D1BD-545C-4729-A158-BA845BBE22A4}"/>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2" name="Graphic 6">
            <a:extLst>
              <a:ext uri="{FF2B5EF4-FFF2-40B4-BE49-F238E27FC236}">
                <a16:creationId xmlns:a16="http://schemas.microsoft.com/office/drawing/2014/main" id="{6C69AE39-E7F1-4011-9C8B-D0A56D7799A7}"/>
              </a:ext>
            </a:extLst>
          </p:cNvPr>
          <p:cNvGrpSpPr/>
          <p:nvPr userDrawn="1"/>
        </p:nvGrpSpPr>
        <p:grpSpPr>
          <a:xfrm>
            <a:off x="11047011" y="6384416"/>
            <a:ext cx="987810" cy="292608"/>
            <a:chOff x="4710906" y="3597973"/>
            <a:chExt cx="2760252" cy="819150"/>
          </a:xfrm>
          <a:solidFill>
            <a:schemeClr val="bg1"/>
          </a:solidFill>
        </p:grpSpPr>
        <p:sp>
          <p:nvSpPr>
            <p:cNvPr id="14" name="Freeform: Shape 13">
              <a:extLst>
                <a:ext uri="{FF2B5EF4-FFF2-40B4-BE49-F238E27FC236}">
                  <a16:creationId xmlns:a16="http://schemas.microsoft.com/office/drawing/2014/main" id="{44EB4542-545D-4497-919D-C784BEC8F533}"/>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C5D0C865-0A9F-4FAA-8E63-270A30F6B4F5}"/>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895E16D0-E0FD-4DC4-B497-A8538C6BBD9D}"/>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5D38CDB3-6744-4504-9D5F-A48613BC0A0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AF44E9BA-11A2-4EAF-9AF3-D49BFDA99F8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34713597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Red Title and Content">
    <p:bg>
      <p:bgPr>
        <a:solidFill>
          <a:srgbClr val="CC0035"/>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88963" y="1"/>
            <a:ext cx="11999586" cy="626066"/>
          </a:xfrm>
        </p:spPr>
        <p:txBody>
          <a:bodyPr wrap="none"/>
          <a:lstStyle>
            <a:lvl1pPr>
              <a:defRPr>
                <a:solidFill>
                  <a:schemeClr val="bg1"/>
                </a:solidFill>
              </a:defRPr>
            </a:lvl1pPr>
          </a:lstStyle>
          <a:p>
            <a:r>
              <a:rPr lang="en-US" dirty="0"/>
              <a:t>Click to edit Master title style</a:t>
            </a:r>
          </a:p>
        </p:txBody>
      </p:sp>
      <p:cxnSp>
        <p:nvCxnSpPr>
          <p:cNvPr id="4" name="Straight Connector 3">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64C4D1BD-545C-4729-A158-BA845BBE22A4}"/>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2" name="Graphic 6">
            <a:extLst>
              <a:ext uri="{FF2B5EF4-FFF2-40B4-BE49-F238E27FC236}">
                <a16:creationId xmlns:a16="http://schemas.microsoft.com/office/drawing/2014/main" id="{6C69AE39-E7F1-4011-9C8B-D0A56D7799A7}"/>
              </a:ext>
            </a:extLst>
          </p:cNvPr>
          <p:cNvGrpSpPr/>
          <p:nvPr userDrawn="1"/>
        </p:nvGrpSpPr>
        <p:grpSpPr>
          <a:xfrm>
            <a:off x="11047011" y="6384416"/>
            <a:ext cx="987810" cy="292608"/>
            <a:chOff x="4710906" y="3597973"/>
            <a:chExt cx="2760252" cy="819150"/>
          </a:xfrm>
          <a:solidFill>
            <a:schemeClr val="bg1"/>
          </a:solidFill>
        </p:grpSpPr>
        <p:sp>
          <p:nvSpPr>
            <p:cNvPr id="14" name="Freeform: Shape 13">
              <a:extLst>
                <a:ext uri="{FF2B5EF4-FFF2-40B4-BE49-F238E27FC236}">
                  <a16:creationId xmlns:a16="http://schemas.microsoft.com/office/drawing/2014/main" id="{44EB4542-545D-4497-919D-C784BEC8F533}"/>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C5D0C865-0A9F-4FAA-8E63-270A30F6B4F5}"/>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895E16D0-E0FD-4DC4-B497-A8538C6BBD9D}"/>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5D38CDB3-6744-4504-9D5F-A48613BC0A0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AF44E9BA-11A2-4EAF-9AF3-D49BFDA99F8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Content Placeholder 3">
            <a:extLst>
              <a:ext uri="{FF2B5EF4-FFF2-40B4-BE49-F238E27FC236}">
                <a16:creationId xmlns:a16="http://schemas.microsoft.com/office/drawing/2014/main" id="{067E3081-33A6-E78D-BF89-FF1DA8C7A514}"/>
              </a:ext>
            </a:extLst>
          </p:cNvPr>
          <p:cNvSpPr>
            <a:spLocks noGrp="1"/>
          </p:cNvSpPr>
          <p:nvPr>
            <p:ph sz="half" idx="2" hasCustomPrompt="1"/>
          </p:nvPr>
        </p:nvSpPr>
        <p:spPr>
          <a:xfrm>
            <a:off x="610937" y="1913964"/>
            <a:ext cx="5280412" cy="5096437"/>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02CCF4A2-7EE6-D219-B547-EDA5E92CEC0C}"/>
              </a:ext>
            </a:extLst>
          </p:cNvPr>
          <p:cNvSpPr>
            <a:spLocks noGrp="1"/>
          </p:cNvSpPr>
          <p:nvPr>
            <p:ph sz="quarter" idx="10" hasCustomPrompt="1"/>
          </p:nvPr>
        </p:nvSpPr>
        <p:spPr>
          <a:xfrm>
            <a:off x="6462605" y="1913966"/>
            <a:ext cx="5183187" cy="5096434"/>
          </a:xfrm>
          <a:prstGeom prst="rect">
            <a:avLst/>
          </a:prstGeom>
        </p:spPr>
        <p:txBody>
          <a:bodyPr lIns="0" rIns="0" anchor="t">
            <a:normAutofit/>
          </a:bodyPr>
          <a:lstStyle>
            <a:lvl1pPr>
              <a:spcBef>
                <a:spcPts val="0"/>
              </a:spcBef>
              <a:spcAft>
                <a:spcPts val="400"/>
              </a:spcAft>
              <a:defRPr sz="2400">
                <a:solidFill>
                  <a:schemeClr val="bg1"/>
                </a:solidFill>
              </a:defRPr>
            </a:lvl1pPr>
            <a:lvl2pPr>
              <a:spcBef>
                <a:spcPts val="0"/>
              </a:spcBef>
              <a:spcAft>
                <a:spcPts val="400"/>
              </a:spcAft>
              <a:defRPr sz="2000">
                <a:solidFill>
                  <a:schemeClr val="bg1"/>
                </a:solidFill>
              </a:defRPr>
            </a:lvl2pPr>
            <a:lvl3pPr>
              <a:spcBef>
                <a:spcPts val="0"/>
              </a:spcBef>
              <a:spcAft>
                <a:spcPts val="400"/>
              </a:spcAft>
              <a:defRPr sz="1600">
                <a:solidFill>
                  <a:schemeClr val="bg1"/>
                </a:solidFill>
              </a:defRPr>
            </a:lvl3pPr>
            <a:lvl4pPr>
              <a:spcBef>
                <a:spcPts val="0"/>
              </a:spcBef>
              <a:spcAft>
                <a:spcPts val="400"/>
              </a:spcAft>
              <a:defRPr sz="1600">
                <a:solidFill>
                  <a:schemeClr val="bg1"/>
                </a:solidFill>
              </a:defRPr>
            </a:lvl4pPr>
            <a:lvl5pPr>
              <a:spcBef>
                <a:spcPts val="0"/>
              </a:spcBef>
              <a:spcAft>
                <a:spcPts val="40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6">
            <a:extLst>
              <a:ext uri="{FF2B5EF4-FFF2-40B4-BE49-F238E27FC236}">
                <a16:creationId xmlns:a16="http://schemas.microsoft.com/office/drawing/2014/main" id="{7DF3854A-BFEA-FD46-4275-4D83C0922D9C}"/>
              </a:ext>
            </a:extLst>
          </p:cNvPr>
          <p:cNvSpPr>
            <a:spLocks noGrp="1"/>
          </p:cNvSpPr>
          <p:nvPr>
            <p:ph type="body" sz="quarter" idx="11" hasCustomPrompt="1"/>
          </p:nvPr>
        </p:nvSpPr>
        <p:spPr>
          <a:xfrm>
            <a:off x="617003" y="10383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dirty="0"/>
              <a:t>Edit Master text styles</a:t>
            </a:r>
          </a:p>
        </p:txBody>
      </p:sp>
      <p:sp>
        <p:nvSpPr>
          <p:cNvPr id="8" name="Text Placeholder 6">
            <a:extLst>
              <a:ext uri="{FF2B5EF4-FFF2-40B4-BE49-F238E27FC236}">
                <a16:creationId xmlns:a16="http://schemas.microsoft.com/office/drawing/2014/main" id="{83B6D2F9-152C-59E1-17CB-A4ABDF379694}"/>
              </a:ext>
            </a:extLst>
          </p:cNvPr>
          <p:cNvSpPr>
            <a:spLocks noGrp="1"/>
          </p:cNvSpPr>
          <p:nvPr>
            <p:ph type="body" sz="quarter" idx="12" hasCustomPrompt="1"/>
          </p:nvPr>
        </p:nvSpPr>
        <p:spPr>
          <a:xfrm>
            <a:off x="6458005" y="1038313"/>
            <a:ext cx="5240115" cy="876300"/>
          </a:xfrm>
        </p:spPr>
        <p:txBody>
          <a:bodyPr lIns="0" rIns="0"/>
          <a:lstStyle>
            <a:lvl1pPr marL="0" indent="0">
              <a:buNone/>
              <a:defRPr b="1">
                <a:solidFill>
                  <a:schemeClr val="bg1"/>
                </a:solidFill>
              </a:defRPr>
            </a:lvl1pPr>
            <a:lvl2pPr marL="254724" indent="0">
              <a:buNone/>
              <a:defRPr/>
            </a:lvl2pPr>
            <a:lvl3pPr marL="509447" indent="0">
              <a:buNone/>
              <a:defRPr/>
            </a:lvl3pPr>
            <a:lvl4pPr marL="764171" indent="0">
              <a:buNone/>
              <a:defRPr/>
            </a:lvl4pPr>
            <a:lvl5pPr marL="1018894" indent="0">
              <a:buNone/>
              <a:defRPr/>
            </a:lvl5pPr>
          </a:lstStyle>
          <a:p>
            <a:pPr lvl="0"/>
            <a:r>
              <a:rPr lang="en-US"/>
              <a:t>Edit Master text styles</a:t>
            </a:r>
          </a:p>
        </p:txBody>
      </p:sp>
      <p:sp>
        <p:nvSpPr>
          <p:cNvPr id="9" name="Slide Number Placeholder 2">
            <a:extLst>
              <a:ext uri="{FF2B5EF4-FFF2-40B4-BE49-F238E27FC236}">
                <a16:creationId xmlns:a16="http://schemas.microsoft.com/office/drawing/2014/main" id="{BDFE4C7E-C246-E79F-BD92-E6B462C3E22E}"/>
              </a:ext>
            </a:extLst>
          </p:cNvPr>
          <p:cNvSpPr txBox="1">
            <a:spLocks/>
          </p:cNvSpPr>
          <p:nvPr userDrawn="1"/>
        </p:nvSpPr>
        <p:spPr>
          <a:xfrm>
            <a:off x="242257" y="6598922"/>
            <a:ext cx="912912" cy="365125"/>
          </a:xfrm>
          <a:prstGeom prst="rect">
            <a:avLst/>
          </a:prstGeom>
        </p:spPr>
        <p:txBody>
          <a:bodyPr vert="horz" lIns="91440" tIns="45720" rIns="91440" bIns="45720" rtlCol="0" anchor="ctr"/>
          <a:lstStyle>
            <a:defPPr>
              <a:defRPr lang="en-US"/>
            </a:defPPr>
            <a:lvl1pPr marL="0" algn="l" defTabSz="908769" rtl="0" eaLnBrk="1" latinLnBrk="0" hangingPunct="1">
              <a:defRPr sz="1000" kern="1200">
                <a:solidFill>
                  <a:schemeClr val="bg1">
                    <a:lumMod val="65000"/>
                  </a:schemeClr>
                </a:solidFill>
                <a:latin typeface="+mn-lt"/>
                <a:ea typeface="+mn-ea"/>
                <a:cs typeface="+mn-cs"/>
              </a:defRPr>
            </a:lvl1pPr>
            <a:lvl2pPr marL="454385" algn="l" defTabSz="908769" rtl="0" eaLnBrk="1" latinLnBrk="0" hangingPunct="1">
              <a:defRPr sz="1789" kern="1200">
                <a:solidFill>
                  <a:schemeClr val="tx1"/>
                </a:solidFill>
                <a:latin typeface="+mn-lt"/>
                <a:ea typeface="+mn-ea"/>
                <a:cs typeface="+mn-cs"/>
              </a:defRPr>
            </a:lvl2pPr>
            <a:lvl3pPr marL="908769" algn="l" defTabSz="908769" rtl="0" eaLnBrk="1" latinLnBrk="0" hangingPunct="1">
              <a:defRPr sz="1789" kern="1200">
                <a:solidFill>
                  <a:schemeClr val="tx1"/>
                </a:solidFill>
                <a:latin typeface="+mn-lt"/>
                <a:ea typeface="+mn-ea"/>
                <a:cs typeface="+mn-cs"/>
              </a:defRPr>
            </a:lvl3pPr>
            <a:lvl4pPr marL="1363154" algn="l" defTabSz="908769" rtl="0" eaLnBrk="1" latinLnBrk="0" hangingPunct="1">
              <a:defRPr sz="1789" kern="1200">
                <a:solidFill>
                  <a:schemeClr val="tx1"/>
                </a:solidFill>
                <a:latin typeface="+mn-lt"/>
                <a:ea typeface="+mn-ea"/>
                <a:cs typeface="+mn-cs"/>
              </a:defRPr>
            </a:lvl4pPr>
            <a:lvl5pPr marL="1817538" algn="l" defTabSz="908769" rtl="0" eaLnBrk="1" latinLnBrk="0" hangingPunct="1">
              <a:defRPr sz="1789" kern="1200">
                <a:solidFill>
                  <a:schemeClr val="tx1"/>
                </a:solidFill>
                <a:latin typeface="+mn-lt"/>
                <a:ea typeface="+mn-ea"/>
                <a:cs typeface="+mn-cs"/>
              </a:defRPr>
            </a:lvl5pPr>
            <a:lvl6pPr marL="2271923" algn="l" defTabSz="908769" rtl="0" eaLnBrk="1" latinLnBrk="0" hangingPunct="1">
              <a:defRPr sz="1789" kern="1200">
                <a:solidFill>
                  <a:schemeClr val="tx1"/>
                </a:solidFill>
                <a:latin typeface="+mn-lt"/>
                <a:ea typeface="+mn-ea"/>
                <a:cs typeface="+mn-cs"/>
              </a:defRPr>
            </a:lvl6pPr>
            <a:lvl7pPr marL="2726307" algn="l" defTabSz="908769" rtl="0" eaLnBrk="1" latinLnBrk="0" hangingPunct="1">
              <a:defRPr sz="1789" kern="1200">
                <a:solidFill>
                  <a:schemeClr val="tx1"/>
                </a:solidFill>
                <a:latin typeface="+mn-lt"/>
                <a:ea typeface="+mn-ea"/>
                <a:cs typeface="+mn-cs"/>
              </a:defRPr>
            </a:lvl7pPr>
            <a:lvl8pPr marL="3180692" algn="l" defTabSz="908769" rtl="0" eaLnBrk="1" latinLnBrk="0" hangingPunct="1">
              <a:defRPr sz="1789" kern="1200">
                <a:solidFill>
                  <a:schemeClr val="tx1"/>
                </a:solidFill>
                <a:latin typeface="+mn-lt"/>
                <a:ea typeface="+mn-ea"/>
                <a:cs typeface="+mn-cs"/>
              </a:defRPr>
            </a:lvl8pPr>
            <a:lvl9pPr marL="3635076" algn="l" defTabSz="908769" rtl="0" eaLnBrk="1" latinLnBrk="0" hangingPunct="1">
              <a:defRPr sz="1789" kern="1200">
                <a:solidFill>
                  <a:schemeClr val="tx1"/>
                </a:solidFill>
                <a:latin typeface="+mn-lt"/>
                <a:ea typeface="+mn-ea"/>
                <a:cs typeface="+mn-cs"/>
              </a:defRPr>
            </a:lvl9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256662658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itle and Content Right Half Red">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462305" y="960583"/>
            <a:ext cx="5598952" cy="5619679"/>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p:cNvSpPr>
            <a:spLocks noGrp="1"/>
          </p:cNvSpPr>
          <p:nvPr>
            <p:ph type="title"/>
          </p:nvPr>
        </p:nvSpPr>
        <p:spPr>
          <a:xfrm>
            <a:off x="6458857" y="1"/>
            <a:ext cx="5733143" cy="626066"/>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8" y="671267"/>
            <a:ext cx="527741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95018B90-1661-4C89-A826-BAF1A0A5986D}"/>
              </a:ext>
            </a:extLst>
          </p:cNvPr>
          <p:cNvGrpSpPr>
            <a:grpSpLocks noChangeAspect="1"/>
          </p:cNvGrpSpPr>
          <p:nvPr userDrawn="1"/>
        </p:nvGrpSpPr>
        <p:grpSpPr bwMode="auto">
          <a:xfrm>
            <a:off x="11044684" y="6389578"/>
            <a:ext cx="982994" cy="289829"/>
            <a:chOff x="5783" y="3319"/>
            <a:chExt cx="2126" cy="627"/>
          </a:xfrm>
          <a:solidFill>
            <a:schemeClr val="bg1"/>
          </a:solidFill>
        </p:grpSpPr>
        <p:sp>
          <p:nvSpPr>
            <p:cNvPr id="7" name="Freeform 5">
              <a:extLst>
                <a:ext uri="{FF2B5EF4-FFF2-40B4-BE49-F238E27FC236}">
                  <a16:creationId xmlns:a16="http://schemas.microsoft.com/office/drawing/2014/main" id="{14C58B46-BC31-477A-8953-33197C16C35C}"/>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8" name="Freeform 6">
              <a:extLst>
                <a:ext uri="{FF2B5EF4-FFF2-40B4-BE49-F238E27FC236}">
                  <a16:creationId xmlns:a16="http://schemas.microsoft.com/office/drawing/2014/main" id="{4686AD01-2B38-41B1-B61F-7C7C998A904D}"/>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9" name="Freeform 7">
              <a:extLst>
                <a:ext uri="{FF2B5EF4-FFF2-40B4-BE49-F238E27FC236}">
                  <a16:creationId xmlns:a16="http://schemas.microsoft.com/office/drawing/2014/main" id="{C563251B-2266-4A84-ACFD-63AD339E5B37}"/>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0" name="Freeform 9">
              <a:extLst>
                <a:ext uri="{FF2B5EF4-FFF2-40B4-BE49-F238E27FC236}">
                  <a16:creationId xmlns:a16="http://schemas.microsoft.com/office/drawing/2014/main" id="{3C17FF24-57DA-4C38-9F5F-6BA588B6A06F}"/>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
        <p:nvSpPr>
          <p:cNvPr id="12" name="Slide Number Placeholder 2">
            <a:extLst>
              <a:ext uri="{FF2B5EF4-FFF2-40B4-BE49-F238E27FC236}">
                <a16:creationId xmlns:a16="http://schemas.microsoft.com/office/drawing/2014/main" id="{09633FA5-09EA-4052-BCDF-15233BD769AD}"/>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420055516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itle and Content Left Half Red">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8963" y="960583"/>
            <a:ext cx="5120641"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4" y="-1"/>
            <a:ext cx="5396259" cy="626067"/>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188962" y="671267"/>
            <a:ext cx="5416344"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2" name="Slide Number Placeholder 2">
            <a:extLst>
              <a:ext uri="{FF2B5EF4-FFF2-40B4-BE49-F238E27FC236}">
                <a16:creationId xmlns:a16="http://schemas.microsoft.com/office/drawing/2014/main" id="{65B8D65B-9FC2-4E1F-BC98-5C27EE1EB0E2}"/>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grpSp>
        <p:nvGrpSpPr>
          <p:cNvPr id="11" name="Graphic 6">
            <a:extLst>
              <a:ext uri="{FF2B5EF4-FFF2-40B4-BE49-F238E27FC236}">
                <a16:creationId xmlns:a16="http://schemas.microsoft.com/office/drawing/2014/main" id="{C8680709-E70A-4369-89F1-88234A583C36}"/>
              </a:ext>
            </a:extLst>
          </p:cNvPr>
          <p:cNvGrpSpPr/>
          <p:nvPr userDrawn="1"/>
        </p:nvGrpSpPr>
        <p:grpSpPr>
          <a:xfrm>
            <a:off x="188962" y="6384416"/>
            <a:ext cx="987810" cy="292608"/>
            <a:chOff x="4710906" y="3597973"/>
            <a:chExt cx="2760252" cy="819150"/>
          </a:xfrm>
          <a:solidFill>
            <a:schemeClr val="bg1"/>
          </a:solidFill>
        </p:grpSpPr>
        <p:sp>
          <p:nvSpPr>
            <p:cNvPr id="13" name="Freeform: Shape 12">
              <a:extLst>
                <a:ext uri="{FF2B5EF4-FFF2-40B4-BE49-F238E27FC236}">
                  <a16:creationId xmlns:a16="http://schemas.microsoft.com/office/drawing/2014/main" id="{E2AC0D87-2692-407B-AC83-E889EC1BE6B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379F36B8-C2A5-453B-89BF-EBABA1B5D6B6}"/>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5F403BCE-5B9C-4570-9AD9-9D2A12809A3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3CAC39AB-173B-4C53-8054-DB5C88DF444C}"/>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15045E44-058B-4555-9B45-B9A3D8F3341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19529907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d Blank">
    <p:bg>
      <p:bgPr>
        <a:solidFill>
          <a:srgbClr val="CC003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2FF7-3372-4297-A15F-644DDA99F9B1}"/>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4" name="Group 3">
            <a:extLst>
              <a:ext uri="{FF2B5EF4-FFF2-40B4-BE49-F238E27FC236}">
                <a16:creationId xmlns:a16="http://schemas.microsoft.com/office/drawing/2014/main" id="{78700976-5994-4CB4-9470-8A781B7554AA}"/>
              </a:ext>
            </a:extLst>
          </p:cNvPr>
          <p:cNvGrpSpPr>
            <a:grpSpLocks noChangeAspect="1"/>
          </p:cNvGrpSpPr>
          <p:nvPr userDrawn="1"/>
        </p:nvGrpSpPr>
        <p:grpSpPr bwMode="auto">
          <a:xfrm>
            <a:off x="11044684" y="6389578"/>
            <a:ext cx="982994" cy="289829"/>
            <a:chOff x="5783" y="3319"/>
            <a:chExt cx="2126" cy="627"/>
          </a:xfrm>
          <a:solidFill>
            <a:schemeClr val="bg1"/>
          </a:solidFill>
        </p:grpSpPr>
        <p:sp>
          <p:nvSpPr>
            <p:cNvPr id="5" name="Freeform 5">
              <a:extLst>
                <a:ext uri="{FF2B5EF4-FFF2-40B4-BE49-F238E27FC236}">
                  <a16:creationId xmlns:a16="http://schemas.microsoft.com/office/drawing/2014/main" id="{E12791F9-9884-4103-84CC-CA73D5D9B85E}"/>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6" name="Freeform 6">
              <a:extLst>
                <a:ext uri="{FF2B5EF4-FFF2-40B4-BE49-F238E27FC236}">
                  <a16:creationId xmlns:a16="http://schemas.microsoft.com/office/drawing/2014/main" id="{324B9327-4B10-4D4C-BCD2-36AB9007CB76}"/>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7" name="Freeform 7">
              <a:extLst>
                <a:ext uri="{FF2B5EF4-FFF2-40B4-BE49-F238E27FC236}">
                  <a16:creationId xmlns:a16="http://schemas.microsoft.com/office/drawing/2014/main" id="{45E444D3-143B-41F6-9BF3-0CBE7BA5BCBD}"/>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8" name="Freeform 9">
              <a:extLst>
                <a:ext uri="{FF2B5EF4-FFF2-40B4-BE49-F238E27FC236}">
                  <a16:creationId xmlns:a16="http://schemas.microsoft.com/office/drawing/2014/main" id="{45E18EC0-4FDB-47AE-8CA3-C45AE9B59D46}"/>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244955716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Yellow Title and Content">
    <p:bg>
      <p:bgPr>
        <a:solidFill>
          <a:schemeClr val="accent3"/>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88963" y="1"/>
            <a:ext cx="11814076" cy="626066"/>
          </a:xfrm>
        </p:spPr>
        <p:txBody>
          <a:bodyPr wrap="none"/>
          <a:lstStyle>
            <a:lvl1pPr>
              <a:defRPr>
                <a:solidFill>
                  <a:schemeClr val="tx1"/>
                </a:solidFill>
              </a:defRPr>
            </a:lvl1pPr>
          </a:lstStyle>
          <a:p>
            <a:r>
              <a:rPr lang="en-US" dirty="0"/>
              <a:t>Click to edit Master title style</a:t>
            </a:r>
          </a:p>
        </p:txBody>
      </p:sp>
      <p:sp>
        <p:nvSpPr>
          <p:cNvPr id="6" name="Content Placeholder 2"/>
          <p:cNvSpPr>
            <a:spLocks noGrp="1"/>
          </p:cNvSpPr>
          <p:nvPr>
            <p:ph idx="1" hasCustomPrompt="1"/>
          </p:nvPr>
        </p:nvSpPr>
        <p:spPr>
          <a:xfrm>
            <a:off x="188962" y="960581"/>
            <a:ext cx="11890296" cy="5486400"/>
          </a:xfrm>
          <a:prstGeom prst="rect">
            <a:avLst/>
          </a:prstGeom>
        </p:spPr>
        <p:txBody>
          <a:bodyPr lIns="0" rIns="0" anchor="t"/>
          <a:lstStyle>
            <a:lvl1pPr>
              <a:spcAft>
                <a:spcPts val="1189"/>
              </a:spcAft>
              <a:defRPr>
                <a:solidFill>
                  <a:schemeClr val="tx1"/>
                </a:solidFill>
              </a:defRPr>
            </a:lvl1pPr>
            <a:lvl2pPr>
              <a:spcAft>
                <a:spcPts val="1189"/>
              </a:spcAft>
              <a:defRPr>
                <a:solidFill>
                  <a:schemeClr val="tx1"/>
                </a:solidFill>
              </a:defRPr>
            </a:lvl2pPr>
            <a:lvl3pPr>
              <a:spcAft>
                <a:spcPts val="1189"/>
              </a:spcAft>
              <a:defRPr>
                <a:solidFill>
                  <a:schemeClr val="tx1"/>
                </a:solidFill>
              </a:defRPr>
            </a:lvl3pPr>
            <a:lvl4pPr>
              <a:spcAft>
                <a:spcPts val="1189"/>
              </a:spcAft>
              <a:defRPr>
                <a:solidFill>
                  <a:schemeClr val="tx1"/>
                </a:solidFill>
              </a:defRPr>
            </a:lvl4pPr>
            <a:lvl5pPr>
              <a:spcAft>
                <a:spcPts val="1189"/>
              </a:spcAft>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E305BAD0-523E-4C44-8409-C4443E1F946F}"/>
              </a:ext>
            </a:extLst>
          </p:cNvPr>
          <p:cNvCxnSpPr>
            <a:cxnSpLocks/>
          </p:cNvCxnSpPr>
          <p:nvPr userDrawn="1"/>
        </p:nvCxnSpPr>
        <p:spPr>
          <a:xfrm>
            <a:off x="188963" y="671267"/>
            <a:ext cx="11814077" cy="0"/>
          </a:xfrm>
          <a:prstGeom prst="line">
            <a:avLst/>
          </a:prstGeom>
          <a:ln w="12700">
            <a:solidFill>
              <a:srgbClr val="262626"/>
            </a:solidFill>
          </a:ln>
        </p:spPr>
        <p:style>
          <a:lnRef idx="1">
            <a:schemeClr val="dk1"/>
          </a:lnRef>
          <a:fillRef idx="0">
            <a:schemeClr val="dk1"/>
          </a:fillRef>
          <a:effectRef idx="0">
            <a:schemeClr val="dk1"/>
          </a:effectRef>
          <a:fontRef idx="minor">
            <a:schemeClr val="tx1"/>
          </a:fontRef>
        </p:style>
      </p:cxnSp>
      <p:sp>
        <p:nvSpPr>
          <p:cNvPr id="14" name="Slide Number Placeholder 2">
            <a:extLst>
              <a:ext uri="{FF2B5EF4-FFF2-40B4-BE49-F238E27FC236}">
                <a16:creationId xmlns:a16="http://schemas.microsoft.com/office/drawing/2014/main" id="{3DD66885-3443-4C32-9AC9-FC1346B140B9}"/>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grpSp>
        <p:nvGrpSpPr>
          <p:cNvPr id="13" name="Group 12">
            <a:extLst>
              <a:ext uri="{FF2B5EF4-FFF2-40B4-BE49-F238E27FC236}">
                <a16:creationId xmlns:a16="http://schemas.microsoft.com/office/drawing/2014/main" id="{DF5460D2-DAC0-4BAA-8CBA-C5D34B4FE857}"/>
              </a:ext>
            </a:extLst>
          </p:cNvPr>
          <p:cNvGrpSpPr>
            <a:grpSpLocks noChangeAspect="1"/>
          </p:cNvGrpSpPr>
          <p:nvPr userDrawn="1"/>
        </p:nvGrpSpPr>
        <p:grpSpPr bwMode="auto">
          <a:xfrm>
            <a:off x="11044684" y="6389578"/>
            <a:ext cx="982994" cy="289829"/>
            <a:chOff x="5783" y="3319"/>
            <a:chExt cx="2126" cy="627"/>
          </a:xfrm>
          <a:solidFill>
            <a:schemeClr val="tx1"/>
          </a:solidFill>
        </p:grpSpPr>
        <p:sp>
          <p:nvSpPr>
            <p:cNvPr id="15" name="Freeform 5">
              <a:extLst>
                <a:ext uri="{FF2B5EF4-FFF2-40B4-BE49-F238E27FC236}">
                  <a16:creationId xmlns:a16="http://schemas.microsoft.com/office/drawing/2014/main" id="{55077743-832C-4F05-B705-AF9DE99C4E06}"/>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6" name="Freeform 6">
              <a:extLst>
                <a:ext uri="{FF2B5EF4-FFF2-40B4-BE49-F238E27FC236}">
                  <a16:creationId xmlns:a16="http://schemas.microsoft.com/office/drawing/2014/main" id="{92659B6A-8A9F-4AA0-BCAE-45824C80F4F8}"/>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7" name="Freeform 7">
              <a:extLst>
                <a:ext uri="{FF2B5EF4-FFF2-40B4-BE49-F238E27FC236}">
                  <a16:creationId xmlns:a16="http://schemas.microsoft.com/office/drawing/2014/main" id="{A4149A2D-B78F-4E21-8970-D85F16E0389B}"/>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8" name="Freeform 9">
              <a:extLst>
                <a:ext uri="{FF2B5EF4-FFF2-40B4-BE49-F238E27FC236}">
                  <a16:creationId xmlns:a16="http://schemas.microsoft.com/office/drawing/2014/main" id="{54AC4FCA-A415-453C-9407-4F21E437DAE5}"/>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62068343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eal Title and Content">
    <p:bg>
      <p:bgPr>
        <a:solidFill>
          <a:srgbClr val="59C3C3"/>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noFill/>
        </p:spPr>
        <p:txBody>
          <a:bodyPr wrap="none"/>
          <a:lstStyle>
            <a:lvl1pPr>
              <a:defRPr sz="3200"/>
            </a:lvl1pPr>
          </a:lstStyle>
          <a:p>
            <a:r>
              <a:rPr lang="en-US" dirty="0"/>
              <a:t>Click to edit Master title style</a:t>
            </a:r>
          </a:p>
        </p:txBody>
      </p:sp>
      <p:cxnSp>
        <p:nvCxnSpPr>
          <p:cNvPr id="4" name="Straight Connector 3">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rgbClr val="262626"/>
            </a:solidFill>
          </a:ln>
        </p:spPr>
        <p:style>
          <a:lnRef idx="1">
            <a:schemeClr val="dk1"/>
          </a:lnRef>
          <a:fillRef idx="0">
            <a:schemeClr val="dk1"/>
          </a:fillRef>
          <a:effectRef idx="0">
            <a:schemeClr val="dk1"/>
          </a:effectRef>
          <a:fontRef idx="minor">
            <a:schemeClr val="tx1"/>
          </a:fontRef>
        </p:style>
      </p:cxnSp>
      <p:sp>
        <p:nvSpPr>
          <p:cNvPr id="5" name="Content Placeholder 2"/>
          <p:cNvSpPr>
            <a:spLocks noGrp="1"/>
          </p:cNvSpPr>
          <p:nvPr>
            <p:ph idx="1" hasCustomPrompt="1"/>
          </p:nvPr>
        </p:nvSpPr>
        <p:spPr>
          <a:xfrm>
            <a:off x="188962" y="960582"/>
            <a:ext cx="11890296" cy="5486400"/>
          </a:xfrm>
          <a:prstGeom prst="rect">
            <a:avLst/>
          </a:prstGeom>
        </p:spPr>
        <p:txBody>
          <a:bodyPr vert="horz" lIns="0" tIns="0" rIns="0" bIns="0" rtlCol="0" anchor="t">
            <a:normAutofit/>
          </a:bodyPr>
          <a:lstStyle>
            <a:lvl1pPr>
              <a:defRPr lang="en-US" sz="2400"/>
            </a:lvl1pPr>
            <a:lvl2pPr>
              <a:defRPr lang="en-US" sz="1800"/>
            </a:lvl2pPr>
            <a:lvl3pPr>
              <a:defRPr lang="en-US" sz="1800"/>
            </a:lvl3pPr>
            <a:lvl4pPr>
              <a:defRPr lang="en-US" sz="1600"/>
            </a:lvl4pPr>
            <a:lvl5pPr>
              <a:defRPr lang="en-US" sz="1600" dirty="0"/>
            </a:lvl5pPr>
          </a:lstStyle>
          <a:p>
            <a:pPr lvl="0">
              <a:spcAft>
                <a:spcPts val="1189"/>
              </a:spcAft>
            </a:pPr>
            <a:r>
              <a:rPr lang="en-US" dirty="0"/>
              <a:t>Edit Master text styles</a:t>
            </a:r>
          </a:p>
          <a:p>
            <a:pPr lvl="1">
              <a:spcAft>
                <a:spcPts val="1189"/>
              </a:spcAft>
            </a:pPr>
            <a:r>
              <a:rPr lang="en-US" dirty="0"/>
              <a:t>Second level</a:t>
            </a:r>
          </a:p>
          <a:p>
            <a:pPr lvl="2">
              <a:spcAft>
                <a:spcPts val="1189"/>
              </a:spcAft>
            </a:pPr>
            <a:r>
              <a:rPr lang="en-US" dirty="0"/>
              <a:t>Third level</a:t>
            </a:r>
          </a:p>
          <a:p>
            <a:pPr lvl="3">
              <a:spcAft>
                <a:spcPts val="1189"/>
              </a:spcAft>
            </a:pPr>
            <a:r>
              <a:rPr lang="en-US" dirty="0"/>
              <a:t>Fourth level</a:t>
            </a:r>
          </a:p>
          <a:p>
            <a:pPr lvl="4">
              <a:spcAft>
                <a:spcPts val="1189"/>
              </a:spcAft>
            </a:pPr>
            <a:r>
              <a:rPr lang="en-US" dirty="0"/>
              <a:t>Fifth level</a:t>
            </a:r>
          </a:p>
        </p:txBody>
      </p:sp>
      <p:sp>
        <p:nvSpPr>
          <p:cNvPr id="13" name="Slide Number Placeholder 2">
            <a:extLst>
              <a:ext uri="{FF2B5EF4-FFF2-40B4-BE49-F238E27FC236}">
                <a16:creationId xmlns:a16="http://schemas.microsoft.com/office/drawing/2014/main" id="{A192D779-2EAF-4476-A902-8A3048B5AC1E}"/>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grpSp>
        <p:nvGrpSpPr>
          <p:cNvPr id="12" name="Group 11">
            <a:extLst>
              <a:ext uri="{FF2B5EF4-FFF2-40B4-BE49-F238E27FC236}">
                <a16:creationId xmlns:a16="http://schemas.microsoft.com/office/drawing/2014/main" id="{B23B9B2D-B59D-4BAC-83F7-DDF7AC45B796}"/>
              </a:ext>
            </a:extLst>
          </p:cNvPr>
          <p:cNvGrpSpPr>
            <a:grpSpLocks noChangeAspect="1"/>
          </p:cNvGrpSpPr>
          <p:nvPr userDrawn="1"/>
        </p:nvGrpSpPr>
        <p:grpSpPr bwMode="auto">
          <a:xfrm>
            <a:off x="11044684" y="6389578"/>
            <a:ext cx="982994" cy="289829"/>
            <a:chOff x="5783" y="3319"/>
            <a:chExt cx="2126" cy="627"/>
          </a:xfrm>
          <a:solidFill>
            <a:schemeClr val="tx1"/>
          </a:solidFill>
        </p:grpSpPr>
        <p:sp>
          <p:nvSpPr>
            <p:cNvPr id="14" name="Freeform 5">
              <a:extLst>
                <a:ext uri="{FF2B5EF4-FFF2-40B4-BE49-F238E27FC236}">
                  <a16:creationId xmlns:a16="http://schemas.microsoft.com/office/drawing/2014/main" id="{C943EF4A-6B18-4781-8776-4DDE3F0B19DB}"/>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5" name="Freeform 6">
              <a:extLst>
                <a:ext uri="{FF2B5EF4-FFF2-40B4-BE49-F238E27FC236}">
                  <a16:creationId xmlns:a16="http://schemas.microsoft.com/office/drawing/2014/main" id="{76F51FBB-CB88-45D6-8257-0453C0998485}"/>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6" name="Freeform 7">
              <a:extLst>
                <a:ext uri="{FF2B5EF4-FFF2-40B4-BE49-F238E27FC236}">
                  <a16:creationId xmlns:a16="http://schemas.microsoft.com/office/drawing/2014/main" id="{69EF4710-78C8-4A7A-A6AE-9395D2B7A166}"/>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7" name="Freeform 9">
              <a:extLst>
                <a:ext uri="{FF2B5EF4-FFF2-40B4-BE49-F238E27FC236}">
                  <a16:creationId xmlns:a16="http://schemas.microsoft.com/office/drawing/2014/main" id="{6CEB982F-AA81-46FE-A1F7-03565CB10F75}"/>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114820790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Blank Black">
    <p:bg>
      <p:bgPr>
        <a:solidFill>
          <a:schemeClr val="tx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9D1DCFF-2B82-4583-B91D-756C740EED77}"/>
              </a:ext>
            </a:extLst>
          </p:cNvPr>
          <p:cNvSpPr>
            <a:spLocks noGrp="1"/>
          </p:cNvSpPr>
          <p:nvPr>
            <p:ph type="sldNum" sz="quarter" idx="4"/>
          </p:nvPr>
        </p:nvSpPr>
        <p:spPr>
          <a:xfrm>
            <a:off x="11167141" y="6446522"/>
            <a:ext cx="912912" cy="365125"/>
          </a:xfrm>
        </p:spPr>
        <p:txBody>
          <a:bodyPr/>
          <a:lstStyle>
            <a:lvl1pPr algn="r">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154448291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166576" y="674440"/>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Tree>
    <p:extLst>
      <p:ext uri="{BB962C8B-B14F-4D97-AF65-F5344CB8AC3E}">
        <p14:creationId xmlns:p14="http://schemas.microsoft.com/office/powerpoint/2010/main" val="29782791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_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182880" y="0"/>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4" name="Text Placeholder 8"/>
          <p:cNvSpPr>
            <a:spLocks noGrp="1"/>
          </p:cNvSpPr>
          <p:nvPr>
            <p:ph type="body" sz="quarter" idx="14"/>
          </p:nvPr>
        </p:nvSpPr>
        <p:spPr>
          <a:xfrm>
            <a:off x="256353" y="71323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Tree>
    <p:extLst>
      <p:ext uri="{BB962C8B-B14F-4D97-AF65-F5344CB8AC3E}">
        <p14:creationId xmlns:p14="http://schemas.microsoft.com/office/powerpoint/2010/main" val="30614394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187036" y="0"/>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187357" y="688294"/>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dirty="0"/>
              <a:t>Edit Master text styles</a:t>
            </a:r>
          </a:p>
        </p:txBody>
      </p:sp>
    </p:spTree>
    <p:extLst>
      <p:ext uri="{BB962C8B-B14F-4D97-AF65-F5344CB8AC3E}">
        <p14:creationId xmlns:p14="http://schemas.microsoft.com/office/powerpoint/2010/main" val="35682212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171450" y="0"/>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186059" y="6675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Tree>
    <p:extLst>
      <p:ext uri="{BB962C8B-B14F-4D97-AF65-F5344CB8AC3E}">
        <p14:creationId xmlns:p14="http://schemas.microsoft.com/office/powerpoint/2010/main" val="6544745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Breadcrumbs">
    <p:spTree>
      <p:nvGrpSpPr>
        <p:cNvPr id="1" name=""/>
        <p:cNvGrpSpPr/>
        <p:nvPr/>
      </p:nvGrpSpPr>
      <p:grpSpPr>
        <a:xfrm>
          <a:off x="0" y="0"/>
          <a:ext cx="0" cy="0"/>
          <a:chOff x="0" y="0"/>
          <a:chExt cx="0" cy="0"/>
        </a:xfrm>
      </p:grpSpPr>
      <p:sp>
        <p:nvSpPr>
          <p:cNvPr id="2" name="Title 1"/>
          <p:cNvSpPr>
            <a:spLocks noGrp="1"/>
          </p:cNvSpPr>
          <p:nvPr>
            <p:ph type="title"/>
          </p:nvPr>
        </p:nvSpPr>
        <p:spPr>
          <a:xfrm>
            <a:off x="174171" y="0"/>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endParaRPr lang="en-US" dirty="0"/>
          </a:p>
        </p:txBody>
      </p:sp>
    </p:spTree>
    <p:extLst>
      <p:ext uri="{BB962C8B-B14F-4D97-AF65-F5344CB8AC3E}">
        <p14:creationId xmlns:p14="http://schemas.microsoft.com/office/powerpoint/2010/main" val="12007243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Title Slide Full Image">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E29E761-9528-4F17-B413-B1D26A007EFA}"/>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a:ext>
            </a:extLst>
          </a:blip>
          <a:srcRect/>
          <a:stretch/>
        </p:blipFill>
        <p:spPr bwMode="ltGray">
          <a:xfrm>
            <a:off x="-1" y="-3313"/>
            <a:ext cx="12192002" cy="6861313"/>
          </a:xfrm>
          <a:prstGeom prst="rect">
            <a:avLst/>
          </a:prstGeom>
        </p:spPr>
      </p:pic>
      <p:sp>
        <p:nvSpPr>
          <p:cNvPr id="2" name="Title 1"/>
          <p:cNvSpPr>
            <a:spLocks noGrp="1"/>
          </p:cNvSpPr>
          <p:nvPr>
            <p:ph type="ctrTitle" hasCustomPrompt="1"/>
          </p:nvPr>
        </p:nvSpPr>
        <p:spPr bwMode="auto">
          <a:xfrm>
            <a:off x="722501" y="0"/>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734575" y="1296203"/>
            <a:ext cx="11309582" cy="389740"/>
          </a:xfrm>
          <a:prstGeom prst="rect">
            <a:avLst/>
          </a:prstGeom>
        </p:spPr>
        <p:txBody>
          <a:bodyPr lIns="0" tIns="0" rIns="0" bIns="0" anchor="b">
            <a:noAutofit/>
          </a:bodyPr>
          <a:lstStyle>
            <a:lvl1pPr marL="0" indent="0" algn="l">
              <a:buNone/>
              <a:defRPr lang="en-US" sz="2000" b="1" kern="1200">
                <a:solidFill>
                  <a:schemeClr val="bg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730678" y="1742492"/>
            <a:ext cx="11327269" cy="566020"/>
          </a:xfrm>
          <a:prstGeom prst="rect">
            <a:avLst/>
          </a:prstGeom>
        </p:spPr>
        <p:txBody>
          <a:bodyPr lIns="0" rIns="0" bIns="0" anchor="t">
            <a:normAutofit/>
          </a:bodyPr>
          <a:lstStyle>
            <a:lvl1pPr marL="0" indent="0">
              <a:buFontTx/>
              <a:buNone/>
              <a:defRPr sz="1600" i="1">
                <a:solidFill>
                  <a:schemeClr val="bg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740205" y="1285501"/>
            <a:ext cx="4533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
            <a:extLst>
              <a:ext uri="{FF2B5EF4-FFF2-40B4-BE49-F238E27FC236}">
                <a16:creationId xmlns:a16="http://schemas.microsoft.com/office/drawing/2014/main" id="{80F863A6-B06C-4380-AF09-0C2BAF9C9653}"/>
              </a:ext>
            </a:extLst>
          </p:cNvPr>
          <p:cNvGrpSpPr>
            <a:grpSpLocks noChangeAspect="1"/>
          </p:cNvGrpSpPr>
          <p:nvPr userDrawn="1"/>
        </p:nvGrpSpPr>
        <p:grpSpPr bwMode="auto">
          <a:xfrm>
            <a:off x="712973" y="5595196"/>
            <a:ext cx="1784691" cy="526205"/>
            <a:chOff x="5783" y="3319"/>
            <a:chExt cx="2126" cy="627"/>
          </a:xfrm>
          <a:solidFill>
            <a:schemeClr val="bg1"/>
          </a:solidFill>
        </p:grpSpPr>
        <p:sp>
          <p:nvSpPr>
            <p:cNvPr id="16" name="Freeform 5">
              <a:extLst>
                <a:ext uri="{FF2B5EF4-FFF2-40B4-BE49-F238E27FC236}">
                  <a16:creationId xmlns:a16="http://schemas.microsoft.com/office/drawing/2014/main" id="{FBE218FF-997C-41E1-9E8E-5420EEC8B189}"/>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6">
              <a:extLst>
                <a:ext uri="{FF2B5EF4-FFF2-40B4-BE49-F238E27FC236}">
                  <a16:creationId xmlns:a16="http://schemas.microsoft.com/office/drawing/2014/main" id="{245AE3A5-7692-49DB-939A-5DB27B617959}"/>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7">
              <a:extLst>
                <a:ext uri="{FF2B5EF4-FFF2-40B4-BE49-F238E27FC236}">
                  <a16:creationId xmlns:a16="http://schemas.microsoft.com/office/drawing/2014/main" id="{1BD011E3-C685-4B53-B556-F4F51D4BAC30}"/>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9">
              <a:extLst>
                <a:ext uri="{FF2B5EF4-FFF2-40B4-BE49-F238E27FC236}">
                  <a16:creationId xmlns:a16="http://schemas.microsoft.com/office/drawing/2014/main" id="{D4ACFCD2-0F4F-46B9-8A6E-317ED9A27448}"/>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05525" rtl="0" eaLnBrk="1" fontAlgn="auto" latinLnBrk="0" hangingPunct="1">
                <a:lnSpc>
                  <a:spcPct val="100000"/>
                </a:lnSpc>
                <a:spcBef>
                  <a:spcPts val="0"/>
                </a:spcBef>
                <a:spcAft>
                  <a:spcPts val="0"/>
                </a:spcAft>
                <a:buClrTx/>
                <a:buSzTx/>
                <a:buFontTx/>
                <a:buNone/>
                <a:tabLst/>
                <a:defRPr/>
              </a:pPr>
              <a:endParaRPr kumimoji="0" lang="en-US" sz="1783"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62777290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_Title Slide Full Imag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E8A3A6-BC2A-4222-AE93-82DE0170D9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94"/>
            <a:ext cx="12192000" cy="6856214"/>
          </a:xfrm>
          <a:prstGeom prst="rect">
            <a:avLst/>
          </a:prstGeom>
        </p:spPr>
      </p:pic>
      <p:grpSp>
        <p:nvGrpSpPr>
          <p:cNvPr id="8" name="Graphic 6">
            <a:extLst>
              <a:ext uri="{FF2B5EF4-FFF2-40B4-BE49-F238E27FC236}">
                <a16:creationId xmlns:a16="http://schemas.microsoft.com/office/drawing/2014/main" id="{5CE70B60-F32B-49A9-B182-2198131EDAB1}"/>
              </a:ext>
            </a:extLst>
          </p:cNvPr>
          <p:cNvGrpSpPr/>
          <p:nvPr/>
        </p:nvGrpSpPr>
        <p:grpSpPr>
          <a:xfrm>
            <a:off x="717297" y="5590359"/>
            <a:ext cx="1783544" cy="530352"/>
            <a:chOff x="4710906" y="3597973"/>
            <a:chExt cx="2760252" cy="819150"/>
          </a:xfrm>
          <a:solidFill>
            <a:schemeClr val="bg1"/>
          </a:solidFill>
        </p:grpSpPr>
        <p:sp>
          <p:nvSpPr>
            <p:cNvPr id="9" name="Freeform: Shape 8">
              <a:extLst>
                <a:ext uri="{FF2B5EF4-FFF2-40B4-BE49-F238E27FC236}">
                  <a16:creationId xmlns:a16="http://schemas.microsoft.com/office/drawing/2014/main" id="{E16F5992-B85C-458C-B465-10EF34910CFE}"/>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0" name="Freeform: Shape 9">
              <a:extLst>
                <a:ext uri="{FF2B5EF4-FFF2-40B4-BE49-F238E27FC236}">
                  <a16:creationId xmlns:a16="http://schemas.microsoft.com/office/drawing/2014/main" id="{C356BF6A-6895-4AA1-BAD6-A6EA0AB035A1}"/>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1" name="Freeform: Shape 10">
              <a:extLst>
                <a:ext uri="{FF2B5EF4-FFF2-40B4-BE49-F238E27FC236}">
                  <a16:creationId xmlns:a16="http://schemas.microsoft.com/office/drawing/2014/main" id="{261FB97C-DC1D-4068-92AF-A85D21A73DB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3" name="Freeform: Shape 12">
              <a:extLst>
                <a:ext uri="{FF2B5EF4-FFF2-40B4-BE49-F238E27FC236}">
                  <a16:creationId xmlns:a16="http://schemas.microsoft.com/office/drawing/2014/main" id="{C0F0FEC5-716B-40FA-B04E-7C607186AA86}"/>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A9E9923D-DF4B-46AF-8471-B575180BA1F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itle 1"/>
          <p:cNvSpPr>
            <a:spLocks noGrp="1"/>
          </p:cNvSpPr>
          <p:nvPr>
            <p:ph type="ctrTitle" hasCustomPrompt="1"/>
          </p:nvPr>
        </p:nvSpPr>
        <p:spPr bwMode="auto">
          <a:xfrm>
            <a:off x="722501" y="290289"/>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accent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734575" y="1586492"/>
            <a:ext cx="11309582" cy="389740"/>
          </a:xfrm>
          <a:prstGeom prst="rect">
            <a:avLst/>
          </a:prstGeom>
        </p:spPr>
        <p:txBody>
          <a:bodyPr lIns="0" tIns="0" rIns="0" bIns="0" anchor="b">
            <a:noAutofit/>
          </a:bodyPr>
          <a:lstStyle>
            <a:lvl1pPr marL="0" indent="0" algn="l">
              <a:buNone/>
              <a:defRPr lang="en-US" sz="2000" b="1" kern="1200">
                <a:solidFill>
                  <a:schemeClr val="accent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730678" y="2032781"/>
            <a:ext cx="11327269" cy="566020"/>
          </a:xfrm>
          <a:prstGeom prst="rect">
            <a:avLst/>
          </a:prstGeom>
        </p:spPr>
        <p:txBody>
          <a:bodyPr lIns="0" rIns="0" bIns="0" anchor="t">
            <a:normAutofit/>
          </a:bodyPr>
          <a:lstStyle>
            <a:lvl1pPr marL="0" indent="0">
              <a:buFontTx/>
              <a:buNone/>
              <a:defRPr sz="1600" i="1">
                <a:solidFill>
                  <a:schemeClr val="accent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740205" y="1575790"/>
            <a:ext cx="45330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71698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Title Slide Full Image">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F5F540D-C2C8-454A-9650-6BA605DA24C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396" r="9396"/>
          <a:stretch/>
        </p:blipFill>
        <p:spPr>
          <a:xfrm>
            <a:off x="-13814" y="-5984"/>
            <a:ext cx="12205815" cy="6863983"/>
          </a:xfrm>
          <a:prstGeom prst="rect">
            <a:avLst/>
          </a:prstGeom>
        </p:spPr>
      </p:pic>
      <p:sp>
        <p:nvSpPr>
          <p:cNvPr id="18" name="Title 1">
            <a:extLst>
              <a:ext uri="{FF2B5EF4-FFF2-40B4-BE49-F238E27FC236}">
                <a16:creationId xmlns:a16="http://schemas.microsoft.com/office/drawing/2014/main" id="{39F27A7A-8552-40D6-9468-9E6AB8903293}"/>
              </a:ext>
            </a:extLst>
          </p:cNvPr>
          <p:cNvSpPr>
            <a:spLocks noGrp="1"/>
          </p:cNvSpPr>
          <p:nvPr>
            <p:ph type="ctrTitle" hasCustomPrompt="1"/>
          </p:nvPr>
        </p:nvSpPr>
        <p:spPr bwMode="auto">
          <a:xfrm>
            <a:off x="722501" y="290289"/>
            <a:ext cx="11335446" cy="1264831"/>
          </a:xfrm>
          <a:prstGeom prst="rect">
            <a:avLst/>
          </a:prstGeom>
        </p:spPr>
        <p:txBody>
          <a:bodyPr lIns="0" tIns="0" rIns="0" bIns="0" anchor="b">
            <a:noAutofit/>
          </a:bodyPr>
          <a:lstStyle>
            <a:lvl1pPr marL="0" algn="l" defTabSz="509447" rtl="0" eaLnBrk="1" latinLnBrk="0" hangingPunct="1">
              <a:lnSpc>
                <a:spcPct val="100000"/>
              </a:lnSpc>
              <a:spcBef>
                <a:spcPct val="0"/>
              </a:spcBef>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19" name="Subtitle 2">
            <a:extLst>
              <a:ext uri="{FF2B5EF4-FFF2-40B4-BE49-F238E27FC236}">
                <a16:creationId xmlns:a16="http://schemas.microsoft.com/office/drawing/2014/main" id="{8D9CF08F-D6C7-4914-9678-3A8159D31B29}"/>
              </a:ext>
            </a:extLst>
          </p:cNvPr>
          <p:cNvSpPr>
            <a:spLocks noGrp="1"/>
          </p:cNvSpPr>
          <p:nvPr>
            <p:ph type="subTitle" idx="1" hasCustomPrompt="1"/>
          </p:nvPr>
        </p:nvSpPr>
        <p:spPr bwMode="auto">
          <a:xfrm>
            <a:off x="734575" y="1586492"/>
            <a:ext cx="11309582" cy="389740"/>
          </a:xfrm>
          <a:prstGeom prst="rect">
            <a:avLst/>
          </a:prstGeom>
        </p:spPr>
        <p:txBody>
          <a:bodyPr lIns="0" tIns="0" rIns="0" bIns="0" anchor="b">
            <a:noAutofit/>
          </a:bodyPr>
          <a:lstStyle>
            <a:lvl1pPr marL="0" indent="0" algn="l">
              <a:buNone/>
              <a:defRPr lang="en-US" sz="2400" b="1" kern="1200">
                <a:solidFill>
                  <a:schemeClr val="bg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20" name="Text Placeholder 5">
            <a:extLst>
              <a:ext uri="{FF2B5EF4-FFF2-40B4-BE49-F238E27FC236}">
                <a16:creationId xmlns:a16="http://schemas.microsoft.com/office/drawing/2014/main" id="{02255B20-668D-4CC5-8390-3EF35BFB193E}"/>
              </a:ext>
            </a:extLst>
          </p:cNvPr>
          <p:cNvSpPr>
            <a:spLocks noGrp="1"/>
          </p:cNvSpPr>
          <p:nvPr>
            <p:ph type="body" sz="quarter" idx="10" hasCustomPrompt="1"/>
          </p:nvPr>
        </p:nvSpPr>
        <p:spPr bwMode="auto">
          <a:xfrm>
            <a:off x="730678" y="2032781"/>
            <a:ext cx="11327269" cy="566020"/>
          </a:xfrm>
          <a:prstGeom prst="rect">
            <a:avLst/>
          </a:prstGeom>
        </p:spPr>
        <p:txBody>
          <a:bodyPr lIns="0" rIns="0" bIns="0" anchor="t">
            <a:normAutofit/>
          </a:bodyPr>
          <a:lstStyle>
            <a:lvl1pPr marL="0" indent="0">
              <a:buFontTx/>
              <a:buNone/>
              <a:defRPr sz="1600" i="1">
                <a:solidFill>
                  <a:schemeClr val="bg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21" name="Straight Connector 20">
            <a:extLst>
              <a:ext uri="{FF2B5EF4-FFF2-40B4-BE49-F238E27FC236}">
                <a16:creationId xmlns:a16="http://schemas.microsoft.com/office/drawing/2014/main" id="{F2DADB2D-7C5B-45A0-81D0-9D62802737B1}"/>
              </a:ext>
            </a:extLst>
          </p:cNvPr>
          <p:cNvCxnSpPr>
            <a:cxnSpLocks/>
          </p:cNvCxnSpPr>
          <p:nvPr userDrawn="1"/>
        </p:nvCxnSpPr>
        <p:spPr bwMode="auto">
          <a:xfrm>
            <a:off x="740205" y="1575790"/>
            <a:ext cx="4533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Graphic 6">
            <a:extLst>
              <a:ext uri="{FF2B5EF4-FFF2-40B4-BE49-F238E27FC236}">
                <a16:creationId xmlns:a16="http://schemas.microsoft.com/office/drawing/2014/main" id="{205F9DA1-80A6-43E9-8BC6-AEF733277A6D}"/>
              </a:ext>
            </a:extLst>
          </p:cNvPr>
          <p:cNvGrpSpPr/>
          <p:nvPr userDrawn="1"/>
        </p:nvGrpSpPr>
        <p:grpSpPr>
          <a:xfrm>
            <a:off x="717297" y="5590359"/>
            <a:ext cx="1783544" cy="530352"/>
            <a:chOff x="4710906" y="3597973"/>
            <a:chExt cx="2760252" cy="819150"/>
          </a:xfrm>
          <a:solidFill>
            <a:schemeClr val="bg1"/>
          </a:solidFill>
        </p:grpSpPr>
        <p:sp>
          <p:nvSpPr>
            <p:cNvPr id="22" name="Freeform: Shape 21">
              <a:extLst>
                <a:ext uri="{FF2B5EF4-FFF2-40B4-BE49-F238E27FC236}">
                  <a16:creationId xmlns:a16="http://schemas.microsoft.com/office/drawing/2014/main" id="{7F720A7F-ABFD-4285-B404-1A0720040799}"/>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7CEB3739-C0F0-4929-AB28-A5FF03910DCE}"/>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7EF7B684-D978-463D-83F9-0E9379ABBDB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8BEED3D6-0F20-448F-80E3-118E45429D26}"/>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87FE418C-FF4F-4BCB-9D7E-8A20AAB7EED0}"/>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47285059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454"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4_Title Slide Full Image">
    <p:bg>
      <p:bgPr>
        <a:solidFill>
          <a:schemeClr val="tx1"/>
        </a:solidFill>
        <a:effectLst/>
      </p:bgPr>
    </p:bg>
    <p:spTree>
      <p:nvGrpSpPr>
        <p:cNvPr id="1" name=""/>
        <p:cNvGrpSpPr/>
        <p:nvPr/>
      </p:nvGrpSpPr>
      <p:grpSpPr>
        <a:xfrm>
          <a:off x="0" y="0"/>
          <a:ext cx="0" cy="0"/>
          <a:chOff x="0" y="0"/>
          <a:chExt cx="0" cy="0"/>
        </a:xfrm>
      </p:grpSpPr>
      <p:pic>
        <p:nvPicPr>
          <p:cNvPr id="1026" name="Picture 2" descr="25883D_Mustangs D8A_9380 flat 18&quot; wide lighter.JPG">
            <a:extLst>
              <a:ext uri="{FF2B5EF4-FFF2-40B4-BE49-F238E27FC236}">
                <a16:creationId xmlns:a16="http://schemas.microsoft.com/office/drawing/2014/main" id="{D7BA241F-58C0-40AE-B254-965C4934A58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955" r="1955"/>
          <a:stretch/>
        </p:blipFill>
        <p:spPr bwMode="auto">
          <a:xfrm>
            <a:off x="1" y="0"/>
            <a:ext cx="121951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aphic 6">
            <a:extLst>
              <a:ext uri="{FF2B5EF4-FFF2-40B4-BE49-F238E27FC236}">
                <a16:creationId xmlns:a16="http://schemas.microsoft.com/office/drawing/2014/main" id="{F923AD90-18E4-4373-B1D9-A1CDC0F17EF0}"/>
              </a:ext>
            </a:extLst>
          </p:cNvPr>
          <p:cNvGrpSpPr/>
          <p:nvPr userDrawn="1"/>
        </p:nvGrpSpPr>
        <p:grpSpPr>
          <a:xfrm>
            <a:off x="9714553" y="5590359"/>
            <a:ext cx="1783544" cy="530352"/>
            <a:chOff x="4710906" y="3597973"/>
            <a:chExt cx="2760252" cy="819150"/>
          </a:xfrm>
          <a:solidFill>
            <a:schemeClr val="accent1"/>
          </a:solidFill>
        </p:grpSpPr>
        <p:sp>
          <p:nvSpPr>
            <p:cNvPr id="14" name="Freeform: Shape 13">
              <a:extLst>
                <a:ext uri="{FF2B5EF4-FFF2-40B4-BE49-F238E27FC236}">
                  <a16:creationId xmlns:a16="http://schemas.microsoft.com/office/drawing/2014/main" id="{C5A49DBB-1426-4234-8764-284661F23138}"/>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CCEF3A97-E061-434C-B13E-9F5CEB70EFD1}"/>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983FC789-9D25-4B66-B943-9EBA5EBC1B7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57208C5-2EA9-4828-88F6-28CD02E9E85B}"/>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723F4791-E88E-458E-BF8E-14F586247AC8}"/>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itle 1"/>
          <p:cNvSpPr>
            <a:spLocks noGrp="1"/>
          </p:cNvSpPr>
          <p:nvPr>
            <p:ph type="ctrTitle" hasCustomPrompt="1"/>
          </p:nvPr>
        </p:nvSpPr>
        <p:spPr bwMode="auto">
          <a:xfrm>
            <a:off x="188963" y="290289"/>
            <a:ext cx="11315723" cy="1264831"/>
          </a:xfrm>
          <a:prstGeom prst="rect">
            <a:avLst/>
          </a:prstGeom>
        </p:spPr>
        <p:txBody>
          <a:bodyPr lIns="0" tIns="0" rIns="0" bIns="0" anchor="b">
            <a:noAutofit/>
          </a:bodyPr>
          <a:lstStyle>
            <a:lvl1pPr marL="0" algn="r" defTabSz="509447" rtl="0" eaLnBrk="1" latinLnBrk="0" hangingPunct="1">
              <a:lnSpc>
                <a:spcPct val="100000"/>
              </a:lnSpc>
              <a:spcBef>
                <a:spcPct val="0"/>
              </a:spcBef>
              <a:buNone/>
              <a:defRPr lang="en-US" sz="4400" b="1" kern="1200" dirty="0">
                <a:solidFill>
                  <a:schemeClr val="accent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3" name="Subtitle 2"/>
          <p:cNvSpPr>
            <a:spLocks noGrp="1"/>
          </p:cNvSpPr>
          <p:nvPr>
            <p:ph type="subTitle" idx="1" hasCustomPrompt="1"/>
          </p:nvPr>
        </p:nvSpPr>
        <p:spPr bwMode="auto">
          <a:xfrm>
            <a:off x="4866729" y="1586492"/>
            <a:ext cx="6624167" cy="389740"/>
          </a:xfrm>
          <a:prstGeom prst="rect">
            <a:avLst/>
          </a:prstGeom>
        </p:spPr>
        <p:txBody>
          <a:bodyPr lIns="0" tIns="0" rIns="0" bIns="0" anchor="b">
            <a:noAutofit/>
          </a:bodyPr>
          <a:lstStyle>
            <a:lvl1pPr marL="0" indent="0" algn="r">
              <a:buFont typeface="Arial" panose="020B0604020202020204" pitchFamily="34" charset="0"/>
              <a:buNone/>
              <a:defRPr lang="en-US" sz="1800" b="1" kern="1200">
                <a:solidFill>
                  <a:schemeClr val="accent1"/>
                </a:solidFill>
                <a:latin typeface="Arial" panose="020B0604020202020204" pitchFamily="34" charset="0"/>
                <a:ea typeface="+mj-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text</a:t>
            </a:r>
          </a:p>
        </p:txBody>
      </p:sp>
      <p:sp>
        <p:nvSpPr>
          <p:cNvPr id="6" name="Text Placeholder 5"/>
          <p:cNvSpPr>
            <a:spLocks noGrp="1"/>
          </p:cNvSpPr>
          <p:nvPr>
            <p:ph type="body" sz="quarter" idx="10" hasCustomPrompt="1"/>
          </p:nvPr>
        </p:nvSpPr>
        <p:spPr bwMode="auto">
          <a:xfrm>
            <a:off x="4870160" y="2032781"/>
            <a:ext cx="6634527" cy="566020"/>
          </a:xfrm>
          <a:prstGeom prst="rect">
            <a:avLst/>
          </a:prstGeom>
        </p:spPr>
        <p:txBody>
          <a:bodyPr lIns="0" rIns="0" bIns="0" anchor="t">
            <a:normAutofit/>
          </a:bodyPr>
          <a:lstStyle>
            <a:lvl1pPr marL="0" indent="0" algn="r">
              <a:buFont typeface="Arial" panose="020B0604020202020204" pitchFamily="34" charset="0"/>
              <a:buNone/>
              <a:defRPr sz="1200" i="1">
                <a:solidFill>
                  <a:schemeClr val="accent1"/>
                </a:solidFill>
              </a:defRPr>
            </a:lvl1pPr>
            <a:lvl2pPr marL="254724" indent="0">
              <a:buFontTx/>
              <a:buNone/>
              <a:defRPr/>
            </a:lvl2pPr>
            <a:lvl3pPr marL="509447" indent="0">
              <a:buFontTx/>
              <a:buNone/>
              <a:defRPr/>
            </a:lvl3pPr>
            <a:lvl4pPr marL="764171" indent="0">
              <a:buFontTx/>
              <a:buNone/>
              <a:defRPr/>
            </a:lvl4pPr>
            <a:lvl5pPr marL="1018894" indent="0">
              <a:buFontTx/>
              <a:buNone/>
              <a:defRPr/>
            </a:lvl5pPr>
          </a:lstStyle>
          <a:p>
            <a:pPr lvl="0"/>
            <a:r>
              <a:rPr lang="en-US" dirty="0"/>
              <a:t>Click to add text</a:t>
            </a:r>
          </a:p>
        </p:txBody>
      </p:sp>
      <p:cxnSp>
        <p:nvCxnSpPr>
          <p:cNvPr id="12" name="Straight Connector 11">
            <a:extLst>
              <a:ext uri="{FF2B5EF4-FFF2-40B4-BE49-F238E27FC236}">
                <a16:creationId xmlns:a16="http://schemas.microsoft.com/office/drawing/2014/main" id="{0C8D6EF0-D566-6845-AD87-0A792C660BA4}"/>
              </a:ext>
            </a:extLst>
          </p:cNvPr>
          <p:cNvCxnSpPr>
            <a:cxnSpLocks/>
          </p:cNvCxnSpPr>
          <p:nvPr/>
        </p:nvCxnSpPr>
        <p:spPr bwMode="auto">
          <a:xfrm>
            <a:off x="11051378" y="1575790"/>
            <a:ext cx="45330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71490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722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Title Slide Half Image Left">
    <p:bg>
      <p:bgPr>
        <a:solidFill>
          <a:schemeClr val="bg1"/>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22B88F7C-980C-40E1-AD60-DD95541C905B}"/>
              </a:ext>
            </a:extLst>
          </p:cNvPr>
          <p:cNvGrpSpPr/>
          <p:nvPr userDrawn="1"/>
        </p:nvGrpSpPr>
        <p:grpSpPr>
          <a:xfrm>
            <a:off x="6651052" y="5959228"/>
            <a:ext cx="1568784" cy="466491"/>
            <a:chOff x="4710906" y="3597973"/>
            <a:chExt cx="2760252" cy="819150"/>
          </a:xfrm>
          <a:solidFill>
            <a:schemeClr val="accent1"/>
          </a:solidFill>
        </p:grpSpPr>
        <p:sp>
          <p:nvSpPr>
            <p:cNvPr id="20" name="Freeform: Shape 19">
              <a:extLst>
                <a:ext uri="{FF2B5EF4-FFF2-40B4-BE49-F238E27FC236}">
                  <a16:creationId xmlns:a16="http://schemas.microsoft.com/office/drawing/2014/main" id="{743B8DB4-A541-4F33-AC58-E1BEDFA764AA}"/>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C0EFF391-DF6B-4019-AC0F-C0067ADC49D2}"/>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6D6BD006-D2DB-41D8-A1BA-4FB0506C41F5}"/>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F1B93A4E-3407-43F9-94BB-5F11CDF8A10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B1F11C0B-265D-44A6-AA8A-9D262D60E0A6}"/>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6" t="24141" r="2584"/>
          <a:stretch/>
        </p:blipFill>
        <p:spPr>
          <a:xfrm>
            <a:off x="455733" y="419100"/>
            <a:ext cx="5754598" cy="59817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accent2"/>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sz="2400" b="1" spc="0" baseline="0">
                <a:solidFill>
                  <a:schemeClr val="tx2"/>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tx2"/>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pic>
        <p:nvPicPr>
          <p:cNvPr id="24" name="Picture 23">
            <a:extLst>
              <a:ext uri="{FF2B5EF4-FFF2-40B4-BE49-F238E27FC236}">
                <a16:creationId xmlns:a16="http://schemas.microsoft.com/office/drawing/2014/main" id="{9A2CE811-9C7D-4771-9D4E-9E58E4D46D9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162" t="1316" r="24371"/>
          <a:stretch/>
        </p:blipFill>
        <p:spPr>
          <a:xfrm>
            <a:off x="8714" y="0"/>
            <a:ext cx="6201618" cy="6858000"/>
          </a:xfrm>
          <a:prstGeom prst="rect">
            <a:avLst/>
          </a:prstGeom>
        </p:spPr>
      </p:pic>
    </p:spTree>
    <p:extLst>
      <p:ext uri="{BB962C8B-B14F-4D97-AF65-F5344CB8AC3E}">
        <p14:creationId xmlns:p14="http://schemas.microsoft.com/office/powerpoint/2010/main" val="188119603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36"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Title Slide Half Image Left">
    <p:bg>
      <p:bgPr>
        <a:solidFill>
          <a:srgbClr val="CC0035"/>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B2EFEFE0-24A1-4F00-8D39-68B28B10C4CB}"/>
              </a:ext>
            </a:extLst>
          </p:cNvPr>
          <p:cNvGrpSpPr/>
          <p:nvPr userDrawn="1"/>
        </p:nvGrpSpPr>
        <p:grpSpPr>
          <a:xfrm>
            <a:off x="6651052"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667FDA3B-D355-4356-8D31-0A760FBAF3B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F4CAB2A5-F228-4708-9799-806D54141E7C}"/>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17B1DC5C-169E-4808-A22B-08A40E9815C3}"/>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15C0E203-BEE9-4818-97E4-BF4FA30273F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21C583F2-4174-4D20-9386-7AEA1F0FCE28}"/>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21" t="20112" r="2336" b="1191"/>
          <a:stretch/>
        </p:blipFill>
        <p:spPr>
          <a:xfrm>
            <a:off x="1" y="0"/>
            <a:ext cx="6210331" cy="68580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sz="2400" b="1" spc="0" baseline="0">
                <a:solidFill>
                  <a:schemeClr val="bg1"/>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bg1"/>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spTree>
    <p:extLst>
      <p:ext uri="{BB962C8B-B14F-4D97-AF65-F5344CB8AC3E}">
        <p14:creationId xmlns:p14="http://schemas.microsoft.com/office/powerpoint/2010/main" val="107942093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12"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Title Slide Half Image Left">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6" t="24141" r="2584"/>
          <a:stretch/>
        </p:blipFill>
        <p:spPr>
          <a:xfrm>
            <a:off x="455733" y="419100"/>
            <a:ext cx="5754598" cy="5981700"/>
          </a:xfrm>
          <a:prstGeom prst="rect">
            <a:avLst/>
          </a:prstGeom>
        </p:spPr>
      </p:pic>
      <p:cxnSp>
        <p:nvCxnSpPr>
          <p:cNvPr id="11" name="Straight Connector 10">
            <a:extLst>
              <a:ext uri="{FF2B5EF4-FFF2-40B4-BE49-F238E27FC236}">
                <a16:creationId xmlns:a16="http://schemas.microsoft.com/office/drawing/2014/main" id="{ED318A14-49B3-034F-A276-8010F8A0BEB7}"/>
              </a:ext>
            </a:extLst>
          </p:cNvPr>
          <p:cNvCxnSpPr>
            <a:cxnSpLocks/>
          </p:cNvCxnSpPr>
          <p:nvPr/>
        </p:nvCxnSpPr>
        <p:spPr>
          <a:xfrm>
            <a:off x="6693334"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p:nvCxnSpPr>
        <p:spPr>
          <a:xfrm>
            <a:off x="6693334"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11" descr="Enter a short title here." title="Click to add title"/>
          <p:cNvSpPr>
            <a:spLocks noGrp="1"/>
          </p:cNvSpPr>
          <p:nvPr>
            <p:ph type="title" hasCustomPrompt="1"/>
          </p:nvPr>
        </p:nvSpPr>
        <p:spPr>
          <a:xfrm>
            <a:off x="6654946" y="541769"/>
            <a:ext cx="548782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6" name="Text Placeholder 5">
            <a:extLst>
              <a:ext uri="{FF2B5EF4-FFF2-40B4-BE49-F238E27FC236}">
                <a16:creationId xmlns:a16="http://schemas.microsoft.com/office/drawing/2014/main" id="{6583F31E-EBD0-40BA-ADE1-864ABEA3FF8A}"/>
              </a:ext>
            </a:extLst>
          </p:cNvPr>
          <p:cNvSpPr>
            <a:spLocks noGrp="1"/>
          </p:cNvSpPr>
          <p:nvPr>
            <p:ph type="body" sz="quarter" idx="15" hasCustomPrompt="1"/>
          </p:nvPr>
        </p:nvSpPr>
        <p:spPr>
          <a:xfrm>
            <a:off x="6654946" y="3149601"/>
            <a:ext cx="5487828" cy="723900"/>
          </a:xfrm>
        </p:spPr>
        <p:txBody>
          <a:bodyPr lIns="0" rIns="0" anchor="ctr">
            <a:normAutofit/>
          </a:bodyPr>
          <a:lstStyle>
            <a:lvl1pPr marL="0" indent="0">
              <a:lnSpc>
                <a:spcPts val="2377"/>
              </a:lnSpc>
              <a:spcAft>
                <a:spcPts val="0"/>
              </a:spcAft>
              <a:buFont typeface="Arial" panose="020B0604020202020204" pitchFamily="34" charset="0"/>
              <a:buNone/>
              <a:defRPr b="1" spc="0" baseline="0">
                <a:solidFill>
                  <a:schemeClr val="accent3"/>
                </a:solidFill>
                <a:latin typeface="Arial" panose="020B0604020202020204" pitchFamily="34" charset="0"/>
              </a:defRPr>
            </a:lvl1pPr>
            <a:lvl2pPr marL="254724" indent="0">
              <a:buNone/>
              <a:defRPr spc="0" baseline="0">
                <a:solidFill>
                  <a:schemeClr val="bg1"/>
                </a:solidFill>
                <a:latin typeface="Arial" panose="020B0604020202020204" pitchFamily="34" charset="0"/>
              </a:defRPr>
            </a:lvl2pPr>
            <a:lvl3pPr marL="509447" indent="0">
              <a:buNone/>
              <a:defRPr spc="0" baseline="0">
                <a:solidFill>
                  <a:schemeClr val="bg1"/>
                </a:solidFill>
                <a:latin typeface="Arial" panose="020B0604020202020204" pitchFamily="34" charset="0"/>
              </a:defRPr>
            </a:lvl3pPr>
            <a:lvl4pPr marL="764171" indent="0">
              <a:buNone/>
              <a:defRPr spc="0" baseline="0">
                <a:solidFill>
                  <a:schemeClr val="bg1"/>
                </a:solidFill>
                <a:latin typeface="Arial" panose="020B0604020202020204" pitchFamily="34" charset="0"/>
              </a:defRPr>
            </a:lvl4pPr>
            <a:lvl5pPr marL="1018894" indent="0">
              <a:buNone/>
              <a:defRPr spc="0" baseline="0">
                <a:solidFill>
                  <a:schemeClr val="bg1"/>
                </a:solidFill>
                <a:latin typeface="Arial" panose="020B0604020202020204" pitchFamily="34" charset="0"/>
              </a:defRPr>
            </a:lvl5pPr>
          </a:lstStyle>
          <a:p>
            <a:pPr lvl="0"/>
            <a:r>
              <a:rPr lang="en-US" dirty="0"/>
              <a:t>Edit Master text styles</a:t>
            </a:r>
          </a:p>
        </p:txBody>
      </p:sp>
      <p:sp>
        <p:nvSpPr>
          <p:cNvPr id="8" name="Text Placeholder 7">
            <a:extLst>
              <a:ext uri="{FF2B5EF4-FFF2-40B4-BE49-F238E27FC236}">
                <a16:creationId xmlns:a16="http://schemas.microsoft.com/office/drawing/2014/main" id="{4AC05EB4-0963-4940-8ED4-107BD7CB23A0}"/>
              </a:ext>
            </a:extLst>
          </p:cNvPr>
          <p:cNvSpPr>
            <a:spLocks noGrp="1"/>
          </p:cNvSpPr>
          <p:nvPr>
            <p:ph type="body" sz="quarter" idx="16" hasCustomPrompt="1"/>
          </p:nvPr>
        </p:nvSpPr>
        <p:spPr>
          <a:xfrm>
            <a:off x="6654946" y="4152900"/>
            <a:ext cx="5487828" cy="1104900"/>
          </a:xfrm>
        </p:spPr>
        <p:txBody>
          <a:bodyPr lIns="0" rIns="0" anchor="t">
            <a:normAutofit/>
          </a:bodyPr>
          <a:lstStyle>
            <a:lvl1pPr marL="0" indent="0">
              <a:lnSpc>
                <a:spcPts val="1981"/>
              </a:lnSpc>
              <a:spcAft>
                <a:spcPts val="0"/>
              </a:spcAft>
              <a:buFont typeface="Arial" panose="020B0604020202020204" pitchFamily="34" charset="0"/>
              <a:buNone/>
              <a:defRPr sz="1800" b="0" i="1" baseline="0">
                <a:solidFill>
                  <a:schemeClr val="bg1"/>
                </a:solidFill>
                <a:latin typeface="Arial" panose="020B0604020202020204" pitchFamily="34" charset="0"/>
              </a:defRPr>
            </a:lvl1pPr>
            <a:lvl2pPr marL="0" indent="0">
              <a:lnSpc>
                <a:spcPts val="1981"/>
              </a:lnSpc>
              <a:spcAft>
                <a:spcPts val="0"/>
              </a:spcAft>
              <a:buNone/>
              <a:defRPr/>
            </a:lvl2pPr>
            <a:lvl3pPr marL="0" indent="0">
              <a:lnSpc>
                <a:spcPts val="1981"/>
              </a:lnSpc>
              <a:spcAft>
                <a:spcPts val="0"/>
              </a:spcAft>
              <a:buNone/>
              <a:defRPr/>
            </a:lvl3pPr>
            <a:lvl4pPr marL="0" indent="0">
              <a:lnSpc>
                <a:spcPts val="1981"/>
              </a:lnSpc>
              <a:spcAft>
                <a:spcPts val="0"/>
              </a:spcAft>
              <a:buNone/>
              <a:defRPr/>
            </a:lvl4pPr>
            <a:lvl5pPr marL="0" indent="0">
              <a:lnSpc>
                <a:spcPts val="1981"/>
              </a:lnSpc>
              <a:spcAft>
                <a:spcPts val="0"/>
              </a:spcAft>
              <a:buNone/>
              <a:defRPr/>
            </a:lvl5pPr>
          </a:lstStyle>
          <a:p>
            <a:pPr lvl="0"/>
            <a:r>
              <a:rPr lang="en-US" dirty="0"/>
              <a:t>Edit Master text styles</a:t>
            </a:r>
          </a:p>
        </p:txBody>
      </p:sp>
      <p:pic>
        <p:nvPicPr>
          <p:cNvPr id="14" name="Picture 13">
            <a:extLst>
              <a:ext uri="{FF2B5EF4-FFF2-40B4-BE49-F238E27FC236}">
                <a16:creationId xmlns:a16="http://schemas.microsoft.com/office/drawing/2014/main" id="{3E85A606-8DA1-4772-8425-61CB7E64D1AC}"/>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8044" t="-1" r="21082" b="-1"/>
          <a:stretch/>
        </p:blipFill>
        <p:spPr>
          <a:xfrm>
            <a:off x="-27267" y="0"/>
            <a:ext cx="6237598" cy="6858000"/>
          </a:xfrm>
          <a:prstGeom prst="rect">
            <a:avLst/>
          </a:prstGeom>
        </p:spPr>
      </p:pic>
      <p:grpSp>
        <p:nvGrpSpPr>
          <p:cNvPr id="19" name="Graphic 6">
            <a:extLst>
              <a:ext uri="{FF2B5EF4-FFF2-40B4-BE49-F238E27FC236}">
                <a16:creationId xmlns:a16="http://schemas.microsoft.com/office/drawing/2014/main" id="{FE55836B-B23B-4B3C-AB25-D6272651B9FF}"/>
              </a:ext>
            </a:extLst>
          </p:cNvPr>
          <p:cNvGrpSpPr/>
          <p:nvPr userDrawn="1"/>
        </p:nvGrpSpPr>
        <p:grpSpPr>
          <a:xfrm>
            <a:off x="6651052"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44CED3D8-7827-41E1-9193-4D6DDA609C8D}"/>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5078A2DB-D23A-43F8-8BC7-DCF1DA2B0918}"/>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E349ABE0-71D3-4FF5-A94D-1C1E610B05D5}"/>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432B7FDA-A269-4762-8F78-3F0ABC12A801}"/>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15F70D12-EC9A-4F0A-9413-51F0E3548FA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63193234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64" userDrawn="1">
          <p15:clr>
            <a:srgbClr val="FBAE40"/>
          </p15:clr>
        </p15:guide>
        <p15:guide id="2" pos="3912" userDrawn="1">
          <p15:clr>
            <a:srgbClr val="FBAE40"/>
          </p15:clr>
        </p15:guide>
        <p15:guide id="3" pos="287" userDrawn="1">
          <p15:clr>
            <a:srgbClr val="FBAE40"/>
          </p15:clr>
        </p15:guide>
        <p15:guide id="4" orient="horz" pos="4032"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1_Title Slide Half Image Right">
    <p:bg>
      <p:bgPr>
        <a:solidFill>
          <a:srgbClr val="CC0035"/>
        </a:solidFill>
        <a:effectLst/>
      </p:bgPr>
    </p:bg>
    <p:spTree>
      <p:nvGrpSpPr>
        <p:cNvPr id="1" name=""/>
        <p:cNvGrpSpPr/>
        <p:nvPr/>
      </p:nvGrpSpPr>
      <p:grpSpPr>
        <a:xfrm>
          <a:off x="0" y="0"/>
          <a:ext cx="0" cy="0"/>
          <a:chOff x="0" y="0"/>
          <a:chExt cx="0" cy="0"/>
        </a:xfrm>
      </p:grpSpPr>
      <p:grpSp>
        <p:nvGrpSpPr>
          <p:cNvPr id="19" name="Graphic 6">
            <a:extLst>
              <a:ext uri="{FF2B5EF4-FFF2-40B4-BE49-F238E27FC236}">
                <a16:creationId xmlns:a16="http://schemas.microsoft.com/office/drawing/2014/main" id="{95C8B3D9-E8D0-408D-B527-668E608DD180}"/>
              </a:ext>
            </a:extLst>
          </p:cNvPr>
          <p:cNvGrpSpPr/>
          <p:nvPr userDrawn="1"/>
        </p:nvGrpSpPr>
        <p:grpSpPr>
          <a:xfrm>
            <a:off x="441440" y="5959228"/>
            <a:ext cx="1568784" cy="466491"/>
            <a:chOff x="4710906" y="3597973"/>
            <a:chExt cx="2760252" cy="819150"/>
          </a:xfrm>
          <a:solidFill>
            <a:schemeClr val="bg1"/>
          </a:solidFill>
        </p:grpSpPr>
        <p:sp>
          <p:nvSpPr>
            <p:cNvPr id="20" name="Freeform: Shape 19">
              <a:extLst>
                <a:ext uri="{FF2B5EF4-FFF2-40B4-BE49-F238E27FC236}">
                  <a16:creationId xmlns:a16="http://schemas.microsoft.com/office/drawing/2014/main" id="{99B277BB-01E9-4D19-A588-E9B7AC8B11B6}"/>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025A4C99-D4E2-4C48-AE17-F5E7AD22405B}"/>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A76BF173-AD72-4E82-B0D3-12B873A0E40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44D484AE-0EA0-462B-B69B-722AD0B39C7E}"/>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8" name="Freeform: Shape 27">
              <a:extLst>
                <a:ext uri="{FF2B5EF4-FFF2-40B4-BE49-F238E27FC236}">
                  <a16:creationId xmlns:a16="http://schemas.microsoft.com/office/drawing/2014/main" id="{416957BF-E719-44E7-A8B8-E403FC15CAC3}"/>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bg1"/>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bg1"/>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8" name="Picture 17">
            <a:extLst>
              <a:ext uri="{FF2B5EF4-FFF2-40B4-BE49-F238E27FC236}">
                <a16:creationId xmlns:a16="http://schemas.microsoft.com/office/drawing/2014/main" id="{2743AECF-0D66-41E7-8AE1-08379EA051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118" t="1" r="25092" b="1"/>
          <a:stretch/>
        </p:blipFill>
        <p:spPr>
          <a:xfrm>
            <a:off x="5943560" y="-11498"/>
            <a:ext cx="6248441" cy="6869499"/>
          </a:xfrm>
          <a:prstGeom prst="rect">
            <a:avLst/>
          </a:prstGeom>
        </p:spPr>
      </p:pic>
    </p:spTree>
    <p:extLst>
      <p:ext uri="{BB962C8B-B14F-4D97-AF65-F5344CB8AC3E}">
        <p14:creationId xmlns:p14="http://schemas.microsoft.com/office/powerpoint/2010/main" val="327864953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744"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2_Title Slide Half Image Right">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tx2"/>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tx2"/>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accent2"/>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7" name="Picture 16">
            <a:extLst>
              <a:ext uri="{FF2B5EF4-FFF2-40B4-BE49-F238E27FC236}">
                <a16:creationId xmlns:a16="http://schemas.microsoft.com/office/drawing/2014/main" id="{DE28B56A-B818-40D5-BF6A-7A5E4959D3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8" t="19703" b="7605"/>
          <a:stretch/>
        </p:blipFill>
        <p:spPr>
          <a:xfrm>
            <a:off x="5943561" y="0"/>
            <a:ext cx="6248439" cy="6858000"/>
          </a:xfrm>
          <a:prstGeom prst="rect">
            <a:avLst/>
          </a:prstGeom>
        </p:spPr>
      </p:pic>
      <p:grpSp>
        <p:nvGrpSpPr>
          <p:cNvPr id="18" name="Graphic 6">
            <a:extLst>
              <a:ext uri="{FF2B5EF4-FFF2-40B4-BE49-F238E27FC236}">
                <a16:creationId xmlns:a16="http://schemas.microsoft.com/office/drawing/2014/main" id="{D3F8E083-0459-404F-B7F6-2760F7966E44}"/>
              </a:ext>
            </a:extLst>
          </p:cNvPr>
          <p:cNvGrpSpPr/>
          <p:nvPr userDrawn="1"/>
        </p:nvGrpSpPr>
        <p:grpSpPr>
          <a:xfrm>
            <a:off x="441440" y="5959228"/>
            <a:ext cx="1568784" cy="466491"/>
            <a:chOff x="4710906" y="3597973"/>
            <a:chExt cx="2760252" cy="819150"/>
          </a:xfrm>
          <a:solidFill>
            <a:schemeClr val="accent1"/>
          </a:solidFill>
        </p:grpSpPr>
        <p:sp>
          <p:nvSpPr>
            <p:cNvPr id="19" name="Freeform: Shape 18">
              <a:extLst>
                <a:ext uri="{FF2B5EF4-FFF2-40B4-BE49-F238E27FC236}">
                  <a16:creationId xmlns:a16="http://schemas.microsoft.com/office/drawing/2014/main" id="{569F8482-1806-443E-BD1F-BB5C62FD120B}"/>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9305C812-F9A7-4991-9ED6-3E1AAF944CE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9DDF6962-BD2F-48FE-97C4-EAD2298B8C9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95930125-48FA-47CD-8529-01C31F8335D2}"/>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FF89C335-2294-4954-B551-9929CE2810BB}"/>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8594781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3_Title Slide Half Image Right">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D318A14-49B3-034F-A276-8010F8A0BEB7}"/>
              </a:ext>
            </a:extLst>
          </p:cNvPr>
          <p:cNvCxnSpPr>
            <a:cxnSpLocks/>
          </p:cNvCxnSpPr>
          <p:nvPr userDrawn="1"/>
        </p:nvCxnSpPr>
        <p:spPr>
          <a:xfrm>
            <a:off x="486860" y="3907784"/>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E785B-EFA0-2246-ADCC-47C18D9DE906}"/>
              </a:ext>
            </a:extLst>
          </p:cNvPr>
          <p:cNvCxnSpPr>
            <a:cxnSpLocks/>
          </p:cNvCxnSpPr>
          <p:nvPr userDrawn="1"/>
        </p:nvCxnSpPr>
        <p:spPr>
          <a:xfrm>
            <a:off x="486860" y="3125439"/>
            <a:ext cx="4678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2"/>
          <p:cNvSpPr>
            <a:spLocks noGrp="1"/>
          </p:cNvSpPr>
          <p:nvPr>
            <p:ph type="body" sz="quarter" idx="12" hasCustomPrompt="1"/>
          </p:nvPr>
        </p:nvSpPr>
        <p:spPr>
          <a:xfrm>
            <a:off x="450885" y="3137020"/>
            <a:ext cx="5369708" cy="730239"/>
          </a:xfrm>
          <a:prstGeom prst="rect">
            <a:avLst/>
          </a:prstGeom>
        </p:spPr>
        <p:txBody>
          <a:bodyPr vert="horz" lIns="0" tIns="0" rIns="0" bIns="0" rtlCol="0" anchor="ctr">
            <a:noAutofit/>
          </a:bodyPr>
          <a:lstStyle>
            <a:lvl1pPr marL="0" indent="0">
              <a:buFont typeface="Arial" panose="020B0604020202020204" pitchFamily="34" charset="0"/>
              <a:buNone/>
              <a:defRPr lang="en-US" sz="2800" b="1" dirty="0">
                <a:solidFill>
                  <a:schemeClr val="accent3"/>
                </a:solidFill>
                <a:latin typeface="Arial" panose="020B0604020202020204" pitchFamily="34" charset="0"/>
                <a:ea typeface="+mj-ea"/>
                <a:cs typeface="Arial" panose="020B0604020202020204" pitchFamily="34" charset="0"/>
              </a:defRPr>
            </a:lvl1pPr>
          </a:lstStyle>
          <a:p>
            <a:pPr marL="169816" lvl="0" indent="-169816">
              <a:lnSpc>
                <a:spcPct val="100000"/>
              </a:lnSpc>
              <a:spcBef>
                <a:spcPct val="0"/>
              </a:spcBef>
              <a:spcAft>
                <a:spcPts val="0"/>
              </a:spcAft>
            </a:pPr>
            <a:r>
              <a:rPr lang="en-US" dirty="0"/>
              <a:t>Click to add information</a:t>
            </a:r>
          </a:p>
        </p:txBody>
      </p:sp>
      <p:sp>
        <p:nvSpPr>
          <p:cNvPr id="15" name="Text Placeholder 2"/>
          <p:cNvSpPr>
            <a:spLocks noGrp="1"/>
          </p:cNvSpPr>
          <p:nvPr>
            <p:ph type="body" sz="quarter" idx="13" hasCustomPrompt="1"/>
          </p:nvPr>
        </p:nvSpPr>
        <p:spPr>
          <a:xfrm>
            <a:off x="450885" y="4101309"/>
            <a:ext cx="5369708" cy="1015887"/>
          </a:xfrm>
          <a:prstGeom prst="rect">
            <a:avLst/>
          </a:prstGeom>
        </p:spPr>
        <p:txBody>
          <a:bodyPr vert="horz" lIns="0" tIns="0" rIns="0" bIns="0" rtlCol="0" anchor="t">
            <a:noAutofit/>
          </a:bodyPr>
          <a:lstStyle>
            <a:lvl1pPr marL="0" indent="0">
              <a:spcAft>
                <a:spcPts val="0"/>
              </a:spcAft>
              <a:buFont typeface="Arial" panose="020B0604020202020204" pitchFamily="34" charset="0"/>
              <a:buNone/>
              <a:defRPr lang="en-US" sz="1800" b="0" i="1" smtClean="0">
                <a:solidFill>
                  <a:schemeClr val="bg1"/>
                </a:solidFill>
                <a:latin typeface="Arial" panose="020B0604020202020204" pitchFamily="34" charset="0"/>
                <a:ea typeface="+mj-ea"/>
                <a:cs typeface="Arial" panose="020B0604020202020204" pitchFamily="34" charset="0"/>
              </a:defRPr>
            </a:lvl1pPr>
            <a:lvl2pPr>
              <a:defRPr lang="en-US" sz="1114" smtClean="0">
                <a:solidFill>
                  <a:schemeClr val="bg1"/>
                </a:solidFill>
                <a:latin typeface="Calibri" panose="020F0502020204030204" pitchFamily="34" charset="0"/>
                <a:ea typeface="+mj-ea"/>
                <a:cs typeface="Calibri" panose="020F0502020204030204" pitchFamily="34" charset="0"/>
              </a:defRPr>
            </a:lvl2pPr>
            <a:lvl3pPr>
              <a:defRPr lang="en-US" smtClean="0"/>
            </a:lvl3pPr>
            <a:lvl4pPr>
              <a:defRPr lang="en-US" smtClean="0"/>
            </a:lvl4pPr>
            <a:lvl5pPr>
              <a:defRPr lang="en-US"/>
            </a:lvl5pPr>
          </a:lstStyle>
          <a:p>
            <a:pPr marL="285750" lvl="0" indent="-285750">
              <a:lnSpc>
                <a:spcPct val="100000"/>
              </a:lnSpc>
              <a:spcBef>
                <a:spcPct val="0"/>
              </a:spcBef>
            </a:pPr>
            <a:r>
              <a:rPr lang="en-US" dirty="0"/>
              <a:t>Click to add information</a:t>
            </a:r>
          </a:p>
        </p:txBody>
      </p:sp>
      <p:sp>
        <p:nvSpPr>
          <p:cNvPr id="16" name="Title 11" descr="Enter a short title here." title="Click to add title"/>
          <p:cNvSpPr>
            <a:spLocks noGrp="1"/>
          </p:cNvSpPr>
          <p:nvPr>
            <p:ph type="title" hasCustomPrompt="1"/>
          </p:nvPr>
        </p:nvSpPr>
        <p:spPr>
          <a:xfrm>
            <a:off x="450885" y="541769"/>
            <a:ext cx="5369708" cy="2466975"/>
          </a:xfrm>
          <a:prstGeom prst="rect">
            <a:avLst/>
          </a:prstGeom>
        </p:spPr>
        <p:txBody>
          <a:bodyPr lIns="0" tIns="0" rIns="0" bIns="0" anchor="b">
            <a:noAutofit/>
          </a:bodyPr>
          <a:lstStyle>
            <a:lvl1pPr marL="0" indent="0" algn="l" defTabSz="509447" rtl="0" eaLnBrk="1" latinLnBrk="0" hangingPunct="1">
              <a:lnSpc>
                <a:spcPct val="100000"/>
              </a:lnSpc>
              <a:spcBef>
                <a:spcPct val="0"/>
              </a:spcBef>
              <a:spcAft>
                <a:spcPts val="0"/>
              </a:spcAft>
              <a:buFont typeface="Arial" panose="020B0604020202020204" pitchFamily="34" charset="0"/>
              <a:buNone/>
              <a:defRPr lang="en-US" sz="4400" b="1"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pic>
        <p:nvPicPr>
          <p:cNvPr id="17" name="Picture 16">
            <a:extLst>
              <a:ext uri="{FF2B5EF4-FFF2-40B4-BE49-F238E27FC236}">
                <a16:creationId xmlns:a16="http://schemas.microsoft.com/office/drawing/2014/main" id="{79F2DA49-65B9-4D18-A939-6F01CCCE26C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044" t="-1" r="21082" b="-1"/>
          <a:stretch/>
        </p:blipFill>
        <p:spPr>
          <a:xfrm>
            <a:off x="5954403" y="0"/>
            <a:ext cx="6237598" cy="6858000"/>
          </a:xfrm>
          <a:prstGeom prst="rect">
            <a:avLst/>
          </a:prstGeom>
        </p:spPr>
      </p:pic>
      <p:grpSp>
        <p:nvGrpSpPr>
          <p:cNvPr id="18" name="Graphic 6">
            <a:extLst>
              <a:ext uri="{FF2B5EF4-FFF2-40B4-BE49-F238E27FC236}">
                <a16:creationId xmlns:a16="http://schemas.microsoft.com/office/drawing/2014/main" id="{4C7E86BF-8D43-4732-8B71-D95DF30975EA}"/>
              </a:ext>
            </a:extLst>
          </p:cNvPr>
          <p:cNvGrpSpPr/>
          <p:nvPr userDrawn="1"/>
        </p:nvGrpSpPr>
        <p:grpSpPr>
          <a:xfrm>
            <a:off x="441440" y="5959228"/>
            <a:ext cx="1568784" cy="466491"/>
            <a:chOff x="4710906" y="3597973"/>
            <a:chExt cx="2760252" cy="819150"/>
          </a:xfrm>
          <a:solidFill>
            <a:schemeClr val="bg1"/>
          </a:solidFill>
        </p:grpSpPr>
        <p:sp>
          <p:nvSpPr>
            <p:cNvPr id="19" name="Freeform: Shape 18">
              <a:extLst>
                <a:ext uri="{FF2B5EF4-FFF2-40B4-BE49-F238E27FC236}">
                  <a16:creationId xmlns:a16="http://schemas.microsoft.com/office/drawing/2014/main" id="{8DC349AB-0B15-4C58-8F52-A2755AC76E2B}"/>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8C679B04-13C1-47F2-AF79-5F6475731BF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43CD5016-CDE8-45F3-B0F2-748D0E12FA1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F94CD739-96E8-40BF-AD4B-D6452C802A7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E1B7926D-897A-45FC-AE20-B62D82E5D6A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286334557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744"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Qtr Graphic Right Txt Slide">
    <p:bg>
      <p:bgPr>
        <a:solidFill>
          <a:schemeClr val="accent1"/>
        </a:solidFill>
        <a:effectLst/>
      </p:bgPr>
    </p:bg>
    <p:spTree>
      <p:nvGrpSpPr>
        <p:cNvPr id="1" name=""/>
        <p:cNvGrpSpPr/>
        <p:nvPr/>
      </p:nvGrpSpPr>
      <p:grpSpPr>
        <a:xfrm>
          <a:off x="0" y="0"/>
          <a:ext cx="0" cy="0"/>
          <a:chOff x="0" y="0"/>
          <a:chExt cx="0" cy="0"/>
        </a:xfrm>
      </p:grpSpPr>
      <p:pic>
        <p:nvPicPr>
          <p:cNvPr id="4" name="Content Placeholder 13">
            <a:extLst>
              <a:ext uri="{FF2B5EF4-FFF2-40B4-BE49-F238E27FC236}">
                <a16:creationId xmlns:a16="http://schemas.microsoft.com/office/drawing/2014/main" id="{E8AD397B-833A-4C60-9751-F2377CE12646}"/>
              </a:ext>
            </a:extLst>
          </p:cNvPr>
          <p:cNvPicPr>
            <a:picLocks noChangeAspect="1"/>
          </p:cNvPicPr>
          <p:nvPr userDrawn="1"/>
        </p:nvPicPr>
        <p:blipFill rotWithShape="1">
          <a:blip r:embed="rId2"/>
          <a:srcRect l="12609" r="40772"/>
          <a:stretch/>
        </p:blipFill>
        <p:spPr>
          <a:xfrm>
            <a:off x="8993943" y="0"/>
            <a:ext cx="3198059" cy="6858000"/>
          </a:xfrm>
          <a:prstGeom prst="rect">
            <a:avLst/>
          </a:prstGeom>
        </p:spPr>
      </p:pic>
      <p:grpSp>
        <p:nvGrpSpPr>
          <p:cNvPr id="15" name="Graphic 6">
            <a:extLst>
              <a:ext uri="{FF2B5EF4-FFF2-40B4-BE49-F238E27FC236}">
                <a16:creationId xmlns:a16="http://schemas.microsoft.com/office/drawing/2014/main" id="{7D4587CC-9435-4DB2-9CE3-587E2F9203E2}"/>
              </a:ext>
            </a:extLst>
          </p:cNvPr>
          <p:cNvGrpSpPr/>
          <p:nvPr userDrawn="1"/>
        </p:nvGrpSpPr>
        <p:grpSpPr>
          <a:xfrm>
            <a:off x="9813305" y="5564549"/>
            <a:ext cx="1568784" cy="466491"/>
            <a:chOff x="4710906" y="3597973"/>
            <a:chExt cx="2760252" cy="819150"/>
          </a:xfrm>
          <a:solidFill>
            <a:schemeClr val="bg1"/>
          </a:solidFill>
        </p:grpSpPr>
        <p:sp>
          <p:nvSpPr>
            <p:cNvPr id="16" name="Freeform: Shape 15">
              <a:extLst>
                <a:ext uri="{FF2B5EF4-FFF2-40B4-BE49-F238E27FC236}">
                  <a16:creationId xmlns:a16="http://schemas.microsoft.com/office/drawing/2014/main" id="{FF38360E-27CC-4F82-999F-162B08563DA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6AB2737-EC9F-4FC1-A040-32EE7D578018}"/>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65F83F1F-315A-424F-B82E-3B6F32FDCCBC}"/>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302EA923-F341-4504-B455-5A15C34D65C7}"/>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EDE21661-DA14-4073-9086-EF3E61FF7E83}"/>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9" name="Straight Connector 8">
            <a:extLst>
              <a:ext uri="{FF2B5EF4-FFF2-40B4-BE49-F238E27FC236}">
                <a16:creationId xmlns:a16="http://schemas.microsoft.com/office/drawing/2014/main" id="{856AAE80-D852-498C-BA80-4018432B6877}"/>
              </a:ext>
            </a:extLst>
          </p:cNvPr>
          <p:cNvCxnSpPr>
            <a:cxnSpLocks/>
          </p:cNvCxnSpPr>
          <p:nvPr userDrawn="1"/>
        </p:nvCxnSpPr>
        <p:spPr>
          <a:xfrm>
            <a:off x="188964" y="671267"/>
            <a:ext cx="8688901"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a:xfrm>
            <a:off x="188962" y="1"/>
            <a:ext cx="8756032" cy="626066"/>
          </a:xfrm>
        </p:spPr>
        <p:txBody>
          <a:bodyPr wrap="none"/>
          <a:lstStyle>
            <a:lvl1pPr>
              <a:defRPr sz="3200">
                <a:solidFill>
                  <a:schemeClr val="bg1"/>
                </a:solidFill>
              </a:defRPr>
            </a:lvl1pPr>
          </a:lstStyle>
          <a:p>
            <a:r>
              <a:rPr lang="en-US" dirty="0"/>
              <a:t>Click to edit Master title style</a:t>
            </a:r>
          </a:p>
        </p:txBody>
      </p:sp>
      <p:sp>
        <p:nvSpPr>
          <p:cNvPr id="12" name="Content Placeholder 2">
            <a:extLst>
              <a:ext uri="{FF2B5EF4-FFF2-40B4-BE49-F238E27FC236}">
                <a16:creationId xmlns:a16="http://schemas.microsoft.com/office/drawing/2014/main" id="{54948646-6291-42B6-81D8-77307E53972A}"/>
              </a:ext>
            </a:extLst>
          </p:cNvPr>
          <p:cNvSpPr>
            <a:spLocks noGrp="1"/>
          </p:cNvSpPr>
          <p:nvPr>
            <p:ph idx="1" hasCustomPrompt="1"/>
          </p:nvPr>
        </p:nvSpPr>
        <p:spPr>
          <a:xfrm>
            <a:off x="188962" y="847290"/>
            <a:ext cx="8747641" cy="5903889"/>
          </a:xfrm>
          <a:prstGeom prst="rect">
            <a:avLst/>
          </a:prstGeom>
        </p:spPr>
        <p:txBody>
          <a:bodyPr lIns="0" rIns="0" anchor="t">
            <a:normAutofit/>
          </a:bodyPr>
          <a:lstStyle>
            <a:lvl1pPr>
              <a:lnSpc>
                <a:spcPct val="95000"/>
              </a:lnSpc>
              <a:spcAft>
                <a:spcPts val="1189"/>
              </a:spcAft>
              <a:defRPr sz="2400">
                <a:solidFill>
                  <a:schemeClr val="bg1"/>
                </a:solidFill>
              </a:defRPr>
            </a:lvl1pPr>
            <a:lvl2pPr>
              <a:lnSpc>
                <a:spcPct val="95000"/>
              </a:lnSpc>
              <a:spcAft>
                <a:spcPts val="1189"/>
              </a:spcAft>
              <a:defRPr sz="1800">
                <a:solidFill>
                  <a:schemeClr val="bg1"/>
                </a:solidFill>
              </a:defRPr>
            </a:lvl2pPr>
            <a:lvl3pPr>
              <a:lnSpc>
                <a:spcPct val="95000"/>
              </a:lnSpc>
              <a:spcAft>
                <a:spcPts val="1189"/>
              </a:spcAft>
              <a:defRPr sz="1800">
                <a:solidFill>
                  <a:schemeClr val="bg1"/>
                </a:solidFill>
              </a:defRPr>
            </a:lvl3pPr>
            <a:lvl4pPr>
              <a:lnSpc>
                <a:spcPct val="95000"/>
              </a:lnSpc>
              <a:spcAft>
                <a:spcPts val="1189"/>
              </a:spcAft>
              <a:defRPr sz="1600">
                <a:solidFill>
                  <a:schemeClr val="bg1"/>
                </a:solidFill>
              </a:defRPr>
            </a:lvl4pPr>
            <a:lvl5pPr>
              <a:lnSpc>
                <a:spcPct val="95000"/>
              </a:lnSpc>
              <a:spcAft>
                <a:spcPts val="1189"/>
              </a:spcAft>
              <a:defRPr sz="16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71DF992F-3694-4696-BEC7-3EA74641589A}"/>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991">
                <a:solidFill>
                  <a:schemeClr val="bg1"/>
                </a:solidFill>
              </a:defRPr>
            </a:lvl1pPr>
          </a:lstStyle>
          <a:p>
            <a:pPr defTabSz="905525">
              <a:defRPr/>
            </a:pPr>
            <a:fld id="{B3BD2672-75C2-438C-BF59-C55A35C73CD5}" type="slidenum">
              <a:rPr lang="en-US" smtClean="0">
                <a:solidFill>
                  <a:prstClr val="white"/>
                </a:solidFill>
              </a:rPr>
              <a:pPr defTabSz="905525">
                <a:defRPr/>
              </a:pPr>
              <a:t>‹#›</a:t>
            </a:fld>
            <a:endParaRPr lang="en-US" dirty="0">
              <a:solidFill>
                <a:prstClr val="white"/>
              </a:solidFill>
            </a:endParaRPr>
          </a:p>
        </p:txBody>
      </p:sp>
    </p:spTree>
    <p:extLst>
      <p:ext uri="{BB962C8B-B14F-4D97-AF65-F5344CB8AC3E}">
        <p14:creationId xmlns:p14="http://schemas.microsoft.com/office/powerpoint/2010/main" val="167587219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Qtr Graphic Left Txt Slide">
    <p:bg>
      <p:bgPr>
        <a:solidFill>
          <a:schemeClr val="accent1"/>
        </a:solidFill>
        <a:effectLst/>
      </p:bgPr>
    </p:bg>
    <p:spTree>
      <p:nvGrpSpPr>
        <p:cNvPr id="1" name=""/>
        <p:cNvGrpSpPr/>
        <p:nvPr/>
      </p:nvGrpSpPr>
      <p:grpSpPr>
        <a:xfrm>
          <a:off x="0" y="0"/>
          <a:ext cx="0" cy="0"/>
          <a:chOff x="0" y="0"/>
          <a:chExt cx="0" cy="0"/>
        </a:xfrm>
      </p:grpSpPr>
      <p:pic>
        <p:nvPicPr>
          <p:cNvPr id="4" name="Content Placeholder 13">
            <a:extLst>
              <a:ext uri="{FF2B5EF4-FFF2-40B4-BE49-F238E27FC236}">
                <a16:creationId xmlns:a16="http://schemas.microsoft.com/office/drawing/2014/main" id="{E8AD397B-833A-4C60-9751-F2377CE12646}"/>
              </a:ext>
            </a:extLst>
          </p:cNvPr>
          <p:cNvPicPr>
            <a:picLocks noChangeAspect="1"/>
          </p:cNvPicPr>
          <p:nvPr userDrawn="1"/>
        </p:nvPicPr>
        <p:blipFill rotWithShape="1">
          <a:blip r:embed="rId2"/>
          <a:srcRect l="12609" r="40772"/>
          <a:stretch/>
        </p:blipFill>
        <p:spPr>
          <a:xfrm>
            <a:off x="0" y="0"/>
            <a:ext cx="3198059" cy="6858000"/>
          </a:xfrm>
          <a:prstGeom prst="rect">
            <a:avLst/>
          </a:prstGeom>
        </p:spPr>
      </p:pic>
      <p:grpSp>
        <p:nvGrpSpPr>
          <p:cNvPr id="15" name="Graphic 6">
            <a:extLst>
              <a:ext uri="{FF2B5EF4-FFF2-40B4-BE49-F238E27FC236}">
                <a16:creationId xmlns:a16="http://schemas.microsoft.com/office/drawing/2014/main" id="{347614E1-499B-44C9-952C-1D853D6B6918}"/>
              </a:ext>
            </a:extLst>
          </p:cNvPr>
          <p:cNvGrpSpPr/>
          <p:nvPr userDrawn="1"/>
        </p:nvGrpSpPr>
        <p:grpSpPr>
          <a:xfrm>
            <a:off x="806108" y="5564549"/>
            <a:ext cx="1568784" cy="466491"/>
            <a:chOff x="4710906" y="3597973"/>
            <a:chExt cx="2760252" cy="819150"/>
          </a:xfrm>
          <a:solidFill>
            <a:schemeClr val="bg1"/>
          </a:solidFill>
        </p:grpSpPr>
        <p:sp>
          <p:nvSpPr>
            <p:cNvPr id="16" name="Freeform: Shape 15">
              <a:extLst>
                <a:ext uri="{FF2B5EF4-FFF2-40B4-BE49-F238E27FC236}">
                  <a16:creationId xmlns:a16="http://schemas.microsoft.com/office/drawing/2014/main" id="{0AE9AA46-9CD7-40EB-93D3-7686A251B0F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380AECBC-3F49-4210-8C16-474D6281402E}"/>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61BEB06F-7D36-45F0-9F45-325B39D7EBC9}"/>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68F00E03-9944-4630-8FAD-6827AEA865CF}"/>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69975A6D-E4FA-46E6-9262-31F8184D41E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9" name="Straight Connector 8">
            <a:extLst>
              <a:ext uri="{FF2B5EF4-FFF2-40B4-BE49-F238E27FC236}">
                <a16:creationId xmlns:a16="http://schemas.microsoft.com/office/drawing/2014/main" id="{856AAE80-D852-498C-BA80-4018432B6877}"/>
              </a:ext>
            </a:extLst>
          </p:cNvPr>
          <p:cNvCxnSpPr>
            <a:cxnSpLocks/>
          </p:cNvCxnSpPr>
          <p:nvPr userDrawn="1"/>
        </p:nvCxnSpPr>
        <p:spPr>
          <a:xfrm>
            <a:off x="3390196" y="671267"/>
            <a:ext cx="861284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a:xfrm>
            <a:off x="3390197" y="1"/>
            <a:ext cx="8801804" cy="611552"/>
          </a:xfrm>
        </p:spPr>
        <p:txBody>
          <a:bodyPr wrap="none"/>
          <a:lstStyle>
            <a:lvl1pPr>
              <a:defRPr sz="3200">
                <a:solidFill>
                  <a:schemeClr val="bg1"/>
                </a:solidFill>
              </a:defRPr>
            </a:lvl1pPr>
          </a:lstStyle>
          <a:p>
            <a:r>
              <a:rPr lang="en-US" dirty="0"/>
              <a:t>Click to edit Master title style</a:t>
            </a:r>
          </a:p>
        </p:txBody>
      </p:sp>
      <p:sp>
        <p:nvSpPr>
          <p:cNvPr id="12" name="Content Placeholder 2">
            <a:extLst>
              <a:ext uri="{FF2B5EF4-FFF2-40B4-BE49-F238E27FC236}">
                <a16:creationId xmlns:a16="http://schemas.microsoft.com/office/drawing/2014/main" id="{54948646-6291-42B6-81D8-77307E53972A}"/>
              </a:ext>
            </a:extLst>
          </p:cNvPr>
          <p:cNvSpPr>
            <a:spLocks noGrp="1"/>
          </p:cNvSpPr>
          <p:nvPr>
            <p:ph idx="1" hasCustomPrompt="1"/>
          </p:nvPr>
        </p:nvSpPr>
        <p:spPr>
          <a:xfrm>
            <a:off x="3390197" y="788566"/>
            <a:ext cx="8801804" cy="5962612"/>
          </a:xfrm>
          <a:prstGeom prst="rect">
            <a:avLst/>
          </a:prstGeom>
        </p:spPr>
        <p:txBody>
          <a:bodyPr vert="horz" lIns="0" tIns="0" rIns="0" bIns="0" rtlCol="0" anchor="t">
            <a:normAutofit/>
          </a:bodyPr>
          <a:lstStyle>
            <a:lvl1pPr>
              <a:defRPr lang="en-US" sz="2400">
                <a:solidFill>
                  <a:schemeClr val="bg1"/>
                </a:solidFill>
              </a:defRPr>
            </a:lvl1pPr>
            <a:lvl2pPr>
              <a:defRPr lang="en-US" sz="1800">
                <a:solidFill>
                  <a:schemeClr val="bg1"/>
                </a:solidFill>
              </a:defRPr>
            </a:lvl2pPr>
            <a:lvl3pPr>
              <a:defRPr lang="en-US" sz="1800">
                <a:solidFill>
                  <a:schemeClr val="bg1"/>
                </a:solidFill>
              </a:defRPr>
            </a:lvl3pPr>
            <a:lvl4pPr>
              <a:defRPr lang="en-US" sz="1600">
                <a:solidFill>
                  <a:schemeClr val="bg1"/>
                </a:solidFill>
              </a:defRPr>
            </a:lvl4pPr>
            <a:lvl5pPr>
              <a:defRPr lang="en-US" sz="1600" dirty="0">
                <a:solidFill>
                  <a:schemeClr val="bg1"/>
                </a:solidFill>
              </a:defRPr>
            </a:lvl5pPr>
          </a:lstStyle>
          <a:p>
            <a:pPr lvl="0">
              <a:spcAft>
                <a:spcPts val="1189"/>
              </a:spcAft>
            </a:pPr>
            <a:r>
              <a:rPr lang="en-US" dirty="0"/>
              <a:t>Edit Master text styles</a:t>
            </a:r>
          </a:p>
          <a:p>
            <a:pPr lvl="1">
              <a:spcAft>
                <a:spcPts val="1189"/>
              </a:spcAft>
            </a:pPr>
            <a:r>
              <a:rPr lang="en-US" dirty="0"/>
              <a:t>Second level</a:t>
            </a:r>
          </a:p>
          <a:p>
            <a:pPr lvl="2">
              <a:spcAft>
                <a:spcPts val="1189"/>
              </a:spcAft>
            </a:pPr>
            <a:r>
              <a:rPr lang="en-US" dirty="0"/>
              <a:t>Third level</a:t>
            </a:r>
          </a:p>
          <a:p>
            <a:pPr lvl="3">
              <a:spcAft>
                <a:spcPts val="1189"/>
              </a:spcAft>
            </a:pPr>
            <a:r>
              <a:rPr lang="en-US" dirty="0"/>
              <a:t>Fourth level</a:t>
            </a:r>
          </a:p>
          <a:p>
            <a:pPr lvl="4">
              <a:spcAft>
                <a:spcPts val="1189"/>
              </a:spcAft>
            </a:pPr>
            <a:r>
              <a:rPr lang="en-US" dirty="0"/>
              <a:t>Fifth level</a:t>
            </a:r>
          </a:p>
        </p:txBody>
      </p:sp>
      <p:sp>
        <p:nvSpPr>
          <p:cNvPr id="20" name="Slide Number Placeholder 2">
            <a:extLst>
              <a:ext uri="{FF2B5EF4-FFF2-40B4-BE49-F238E27FC236}">
                <a16:creationId xmlns:a16="http://schemas.microsoft.com/office/drawing/2014/main" id="{197CC733-3B25-40F7-8FE5-44462748CC97}"/>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pPr defTabSz="905525">
              <a:defRPr/>
            </a:pPr>
            <a:fld id="{B3BD2672-75C2-438C-BF59-C55A35C73CD5}" type="slidenum">
              <a:rPr lang="en-US" smtClean="0">
                <a:solidFill>
                  <a:prstClr val="white"/>
                </a:solidFill>
              </a:rPr>
              <a:pPr defTabSz="905525">
                <a:defRPr/>
              </a:pPr>
              <a:t>‹#›</a:t>
            </a:fld>
            <a:endParaRPr lang="en-US" dirty="0">
              <a:solidFill>
                <a:prstClr val="white"/>
              </a:solidFill>
            </a:endParaRPr>
          </a:p>
        </p:txBody>
      </p:sp>
    </p:spTree>
    <p:extLst>
      <p:ext uri="{BB962C8B-B14F-4D97-AF65-F5344CB8AC3E}">
        <p14:creationId xmlns:p14="http://schemas.microsoft.com/office/powerpoint/2010/main" val="314276739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2136"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Red Section Break">
    <p:bg>
      <p:bgPr>
        <a:solidFill>
          <a:srgbClr val="CC0035"/>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DEE3F1B8-438D-4740-9B6B-1BC5FF4F2AE1}"/>
              </a:ext>
            </a:extLst>
          </p:cNvPr>
          <p:cNvSpPr/>
          <p:nvPr userDrawn="1"/>
        </p:nvSpPr>
        <p:spPr>
          <a:xfrm>
            <a:off x="5616452"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
        <p:nvSpPr>
          <p:cNvPr id="7"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1" y="3956283"/>
            <a:ext cx="12192000" cy="2901719"/>
          </a:xfrm>
          <a:prstGeom prst="rect">
            <a:avLst/>
          </a:prstGeom>
        </p:spPr>
        <p:txBody>
          <a:bodyPr bIns="0" anchor="t">
            <a:normAutofit/>
          </a:bodyPr>
          <a:lstStyle>
            <a:lvl1pPr marL="0" indent="0" algn="ctr">
              <a:spcBef>
                <a:spcPts val="0"/>
              </a:spcBef>
              <a:buNone/>
              <a:defRPr lang="en-US" sz="2400" b="0"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subtitle</a:t>
            </a:r>
          </a:p>
        </p:txBody>
      </p:sp>
      <p:sp>
        <p:nvSpPr>
          <p:cNvPr id="10"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1" y="1363856"/>
            <a:ext cx="12192000" cy="1605339"/>
          </a:xfrm>
        </p:spPr>
        <p:txBody>
          <a:bodyPr bIns="0" anchor="b">
            <a:normAutofit/>
          </a:bodyPr>
          <a:lstStyle>
            <a:lvl1pPr algn="ctr">
              <a:spcBef>
                <a:spcPts val="0"/>
              </a:spcBef>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8" name="Freeform: Shape 7">
            <a:extLst>
              <a:ext uri="{FF2B5EF4-FFF2-40B4-BE49-F238E27FC236}">
                <a16:creationId xmlns:a16="http://schemas.microsoft.com/office/drawing/2014/main" id="{B5B41D17-1896-4E15-9D12-6B44E82039ED}"/>
              </a:ext>
            </a:extLst>
          </p:cNvPr>
          <p:cNvSpPr/>
          <p:nvPr/>
        </p:nvSpPr>
        <p:spPr>
          <a:xfrm>
            <a:off x="6649949" y="5573196"/>
            <a:ext cx="9527"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solidFill>
            <a:srgbClr val="0033A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190550987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Blue Section Break">
    <p:bg>
      <p:bgPr>
        <a:solidFill>
          <a:srgbClr val="354CA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1" y="3956282"/>
            <a:ext cx="12192000" cy="2901718"/>
          </a:xfrm>
          <a:prstGeom prst="rect">
            <a:avLst/>
          </a:prstGeom>
        </p:spPr>
        <p:txBody>
          <a:bodyPr bIns="0" anchor="t">
            <a:normAutofit/>
          </a:bodyPr>
          <a:lstStyle>
            <a:lvl1pPr marL="0" indent="0" algn="ctr">
              <a:spcBef>
                <a:spcPts val="0"/>
              </a:spcBef>
              <a:buNone/>
              <a:defRPr lang="en-US" sz="2400" b="0"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add subtitle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1" y="508002"/>
            <a:ext cx="12192000" cy="2461193"/>
          </a:xfrm>
        </p:spPr>
        <p:txBody>
          <a:bodyPr bIns="0" anchor="b">
            <a:normAutofit/>
          </a:bodyPr>
          <a:lstStyle>
            <a:lvl1pPr algn="ctr">
              <a:spcBef>
                <a:spcPts val="0"/>
              </a:spcBef>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sp>
        <p:nvSpPr>
          <p:cNvPr id="5" name="Freeform: Shape 4">
            <a:extLst>
              <a:ext uri="{FF2B5EF4-FFF2-40B4-BE49-F238E27FC236}">
                <a16:creationId xmlns:a16="http://schemas.microsoft.com/office/drawing/2014/main" id="{359A54C0-8505-40B8-BCCE-21E0E349AF19}"/>
              </a:ext>
            </a:extLst>
          </p:cNvPr>
          <p:cNvSpPr/>
          <p:nvPr userDrawn="1"/>
        </p:nvSpPr>
        <p:spPr>
          <a:xfrm>
            <a:off x="5616452"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74160275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Section Break or 1 Speaker White">
    <p:spTree>
      <p:nvGrpSpPr>
        <p:cNvPr id="1" name=""/>
        <p:cNvGrpSpPr/>
        <p:nvPr/>
      </p:nvGrpSpPr>
      <p:grpSpPr>
        <a:xfrm>
          <a:off x="0" y="0"/>
          <a:ext cx="0" cy="0"/>
          <a:chOff x="0" y="0"/>
          <a:chExt cx="0" cy="0"/>
        </a:xfrm>
      </p:grpSpPr>
      <p:sp>
        <p:nvSpPr>
          <p:cNvPr id="3"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buNone/>
              <a:defRPr lang="en-US" sz="2000" b="1" kern="1200" dirty="0">
                <a:solidFill>
                  <a:schemeClr val="bg2">
                    <a:lumMod val="25000"/>
                  </a:schemeClr>
                </a:solidFill>
                <a:latin typeface="+mj-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defRPr lang="en-US" sz="4000" b="1" kern="1200" cap="none" spc="0" baseline="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title/subtitle</a:t>
            </a:r>
          </a:p>
        </p:txBody>
      </p:sp>
      <p:sp>
        <p:nvSpPr>
          <p:cNvPr id="7" name="Freeform: Shape 6">
            <a:extLst>
              <a:ext uri="{FF2B5EF4-FFF2-40B4-BE49-F238E27FC236}">
                <a16:creationId xmlns:a16="http://schemas.microsoft.com/office/drawing/2014/main" id="{2D2AD682-30A4-4487-94C4-77D40FE7AC40}"/>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accent2"/>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166802916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guide id="3" pos="384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Section Break or 2 Speaker White">
    <p:spTree>
      <p:nvGrpSpPr>
        <p:cNvPr id="1" name=""/>
        <p:cNvGrpSpPr/>
        <p:nvPr/>
      </p:nvGrpSpPr>
      <p:grpSpPr>
        <a:xfrm>
          <a:off x="0" y="0"/>
          <a:ext cx="0" cy="0"/>
          <a:chOff x="0" y="0"/>
          <a:chExt cx="0" cy="0"/>
        </a:xfrm>
      </p:grpSpPr>
      <p:sp>
        <p:nvSpPr>
          <p:cNvPr id="17" name="Text Placeholder 16"/>
          <p:cNvSpPr>
            <a:spLocks noGrp="1"/>
          </p:cNvSpPr>
          <p:nvPr>
            <p:ph type="body" sz="quarter" idx="14" hasCustomPrompt="1"/>
          </p:nvPr>
        </p:nvSpPr>
        <p:spPr>
          <a:xfrm>
            <a:off x="0" y="5333777"/>
            <a:ext cx="12192000" cy="650875"/>
          </a:xfrm>
          <a:prstGeom prst="rect">
            <a:avLst/>
          </a:prstGeom>
        </p:spPr>
        <p:txBody>
          <a:bodyPr lIns="0" rIns="0">
            <a:noAutofit/>
          </a:bodyPr>
          <a:lstStyle>
            <a:lvl1pPr marL="0" indent="0" algn="ctr">
              <a:buNone/>
              <a:defRPr lang="en-US" sz="2000" b="1" kern="1200" dirty="0" smtClean="0">
                <a:solidFill>
                  <a:schemeClr val="bg2">
                    <a:lumMod val="25000"/>
                  </a:schemeClr>
                </a:solidFill>
                <a:latin typeface="+mn-lt"/>
                <a:ea typeface="+mn-ea"/>
                <a:cs typeface="Arial" panose="020B0604020202020204" pitchFamily="34" charset="0"/>
              </a:defRPr>
            </a:lvl1pPr>
            <a:lvl2pPr marL="254724" indent="0">
              <a:buNone/>
              <a:defRPr lang="en-US" sz="1449" b="1" kern="1200" dirty="0" smtClean="0">
                <a:solidFill>
                  <a:srgbClr val="354CA1"/>
                </a:solidFill>
                <a:latin typeface="+mj-lt"/>
                <a:ea typeface="+mn-ea"/>
                <a:cs typeface="Arial" panose="020B0604020202020204" pitchFamily="34" charset="0"/>
              </a:defRPr>
            </a:lvl2pPr>
            <a:lvl3pPr marL="509447" indent="0">
              <a:buNone/>
              <a:defRPr lang="en-US" sz="1449" b="1" kern="1200" dirty="0" smtClean="0">
                <a:solidFill>
                  <a:srgbClr val="354CA1"/>
                </a:solidFill>
                <a:latin typeface="+mj-lt"/>
                <a:ea typeface="+mn-ea"/>
                <a:cs typeface="Arial" panose="020B0604020202020204" pitchFamily="34" charset="0"/>
              </a:defRPr>
            </a:lvl3pPr>
            <a:lvl4pPr marL="764171" indent="0">
              <a:buNone/>
              <a:defRPr lang="en-US" sz="1449" b="1" kern="1200" dirty="0" smtClean="0">
                <a:solidFill>
                  <a:srgbClr val="354CA1"/>
                </a:solidFill>
                <a:latin typeface="+mj-lt"/>
                <a:ea typeface="+mn-ea"/>
                <a:cs typeface="Arial" panose="020B0604020202020204" pitchFamily="34" charset="0"/>
              </a:defRPr>
            </a:lvl4pPr>
            <a:lvl5pPr marL="1018894" indent="0">
              <a:buNone/>
              <a:defRPr lang="en-US" sz="1449" b="1" kern="1200" dirty="0" smtClean="0">
                <a:solidFill>
                  <a:srgbClr val="354CA1"/>
                </a:solidFill>
                <a:latin typeface="+mj-lt"/>
                <a:ea typeface="+mn-ea"/>
                <a:cs typeface="Arial" panose="020B0604020202020204" pitchFamily="34" charset="0"/>
              </a:defRPr>
            </a:lvl5pPr>
          </a:lstStyle>
          <a:p>
            <a:pPr lvl="0"/>
            <a:r>
              <a:rPr lang="en-US" dirty="0"/>
              <a:t>Click to edit speaker name</a:t>
            </a:r>
          </a:p>
        </p:txBody>
      </p:sp>
      <p:sp>
        <p:nvSpPr>
          <p:cNvPr id="12"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619065"/>
            <a:ext cx="12192000" cy="1920939"/>
          </a:xfrm>
        </p:spPr>
        <p:txBody>
          <a:bodyPr lIns="0" rIns="0" anchor="b">
            <a:normAutofit/>
          </a:bodyPr>
          <a:lstStyle>
            <a:lvl1pPr algn="ctr">
              <a:spcBef>
                <a:spcPts val="0"/>
              </a:spcBef>
              <a:spcAft>
                <a:spcPts val="335"/>
              </a:spcAft>
              <a:defRPr lang="en-US" sz="4000" b="1" kern="1200" cap="none" spc="0" baseline="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title/subtitle</a:t>
            </a:r>
          </a:p>
        </p:txBody>
      </p:sp>
      <p:sp>
        <p:nvSpPr>
          <p:cNvPr id="9"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3792883"/>
            <a:ext cx="12192000" cy="650648"/>
          </a:xfrm>
          <a:prstGeom prst="rect">
            <a:avLst/>
          </a:prstGeom>
        </p:spPr>
        <p:txBody>
          <a:bodyPr lIns="0" rIns="0">
            <a:normAutofit/>
          </a:bodyPr>
          <a:lstStyle>
            <a:lvl1pPr marL="0" indent="0" algn="ctr">
              <a:spcBef>
                <a:spcPts val="0"/>
              </a:spcBef>
              <a:buNone/>
              <a:defRPr lang="en-US" sz="2000" b="1" kern="1200" dirty="0">
                <a:solidFill>
                  <a:schemeClr val="bg2">
                    <a:lumMod val="25000"/>
                  </a:schemeClr>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18" name="Text Placeholder 2"/>
          <p:cNvSpPr>
            <a:spLocks noGrp="1"/>
          </p:cNvSpPr>
          <p:nvPr>
            <p:ph type="body" sz="quarter" idx="12" hasCustomPrompt="1"/>
          </p:nvPr>
        </p:nvSpPr>
        <p:spPr>
          <a:xfrm>
            <a:off x="0" y="4443533"/>
            <a:ext cx="12192000" cy="501651"/>
          </a:xfrm>
          <a:prstGeom prst="rect">
            <a:avLst/>
          </a:prstGeom>
        </p:spPr>
        <p:txBody>
          <a:bodyPr lIns="0" rIns="0">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19" name="Text Placeholder 2"/>
          <p:cNvSpPr>
            <a:spLocks noGrp="1"/>
          </p:cNvSpPr>
          <p:nvPr>
            <p:ph type="body" sz="quarter" idx="15" hasCustomPrompt="1"/>
          </p:nvPr>
        </p:nvSpPr>
        <p:spPr>
          <a:xfrm>
            <a:off x="0" y="5981703"/>
            <a:ext cx="12192000" cy="501651"/>
          </a:xfrm>
          <a:prstGeom prst="rect">
            <a:avLst/>
          </a:prstGeom>
        </p:spPr>
        <p:txBody>
          <a:bodyPr lIns="0" rIns="0">
            <a:normAutofit/>
          </a:bodyPr>
          <a:lstStyle>
            <a:lvl1pPr marL="0" indent="0" algn="ctr">
              <a:buNone/>
              <a:defRPr sz="1400" i="1" baseline="0">
                <a:solidFill>
                  <a:schemeClr val="bg2">
                    <a:lumMod val="25000"/>
                  </a:schemeClr>
                </a:solidFill>
              </a:defRPr>
            </a:lvl1pPr>
          </a:lstStyle>
          <a:p>
            <a:pPr lvl="0"/>
            <a:r>
              <a:rPr lang="en-US" dirty="0"/>
              <a:t>Click to add speaker title</a:t>
            </a:r>
          </a:p>
        </p:txBody>
      </p:sp>
      <p:sp>
        <p:nvSpPr>
          <p:cNvPr id="10" name="Freeform: Shape 9">
            <a:extLst>
              <a:ext uri="{FF2B5EF4-FFF2-40B4-BE49-F238E27FC236}">
                <a16:creationId xmlns:a16="http://schemas.microsoft.com/office/drawing/2014/main" id="{5ED9191A-C747-48E9-8166-A721D017FCE1}"/>
              </a:ext>
            </a:extLst>
          </p:cNvPr>
          <p:cNvSpPr/>
          <p:nvPr userDrawn="1"/>
        </p:nvSpPr>
        <p:spPr>
          <a:xfrm>
            <a:off x="5624074" y="292305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accent2"/>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13670540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4395"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Section Break or Speaker Red">
    <p:bg>
      <p:bgPr>
        <a:solidFill>
          <a:schemeClr val="accent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D03827B-8CA2-45AD-83BA-2D505EE31923}"/>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spcAft>
                <a:spcPts val="335"/>
              </a:spcAft>
              <a:buNone/>
              <a:defRPr lang="en-US" sz="2000" b="1"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spcAft>
                <a:spcPts val="335"/>
              </a:spcAft>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edit master title style</a:t>
            </a:r>
          </a:p>
        </p:txBody>
      </p:sp>
      <p:sp>
        <p:nvSpPr>
          <p:cNvPr id="11"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1"/>
                </a:solidFill>
              </a:defRPr>
            </a:lvl1pPr>
          </a:lstStyle>
          <a:p>
            <a:pPr lvl="0"/>
            <a:r>
              <a:rPr lang="en-US" dirty="0"/>
              <a:t>Click to add speaker title</a:t>
            </a:r>
          </a:p>
        </p:txBody>
      </p:sp>
    </p:spTree>
    <p:extLst>
      <p:ext uri="{BB962C8B-B14F-4D97-AF65-F5344CB8AC3E}">
        <p14:creationId xmlns:p14="http://schemas.microsoft.com/office/powerpoint/2010/main" val="110738295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Section Break or Speaker Blue">
    <p:bg>
      <p:bgPr>
        <a:solidFill>
          <a:schemeClr val="accent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54A5FDF0-C9B9-9A48-B272-A7C65914E905}"/>
              </a:ext>
            </a:extLst>
          </p:cNvPr>
          <p:cNvSpPr>
            <a:spLocks noGrp="1"/>
          </p:cNvSpPr>
          <p:nvPr>
            <p:ph type="subTitle" idx="1" hasCustomPrompt="1"/>
          </p:nvPr>
        </p:nvSpPr>
        <p:spPr>
          <a:xfrm>
            <a:off x="0" y="4118207"/>
            <a:ext cx="12192000" cy="650648"/>
          </a:xfrm>
          <a:prstGeom prst="rect">
            <a:avLst/>
          </a:prstGeom>
        </p:spPr>
        <p:txBody>
          <a:bodyPr>
            <a:normAutofit/>
          </a:bodyPr>
          <a:lstStyle>
            <a:lvl1pPr marL="0" indent="0" algn="ctr">
              <a:spcBef>
                <a:spcPts val="0"/>
              </a:spcBef>
              <a:spcAft>
                <a:spcPts val="335"/>
              </a:spcAft>
              <a:buNone/>
              <a:defRPr lang="en-US" sz="2000" b="1" kern="1200" dirty="0">
                <a:solidFill>
                  <a:schemeClr val="bg1"/>
                </a:solidFill>
                <a:latin typeface="+mn-lt"/>
                <a:ea typeface="+mn-ea"/>
                <a:cs typeface="Arial" panose="020B0604020202020204" pitchFamily="34" charset="0"/>
              </a:defRPr>
            </a:lvl1pPr>
            <a:lvl2pPr marL="254724" indent="0" algn="ctr">
              <a:buNone/>
              <a:defRPr sz="1114"/>
            </a:lvl2pPr>
            <a:lvl3pPr marL="509447" indent="0" algn="ctr">
              <a:buNone/>
              <a:defRPr sz="1003"/>
            </a:lvl3pPr>
            <a:lvl4pPr marL="764171" indent="0" algn="ctr">
              <a:buNone/>
              <a:defRPr sz="892"/>
            </a:lvl4pPr>
            <a:lvl5pPr marL="1018894" indent="0" algn="ctr">
              <a:buNone/>
              <a:defRPr sz="892"/>
            </a:lvl5pPr>
            <a:lvl6pPr marL="1273618" indent="0" algn="ctr">
              <a:buNone/>
              <a:defRPr sz="892"/>
            </a:lvl6pPr>
            <a:lvl7pPr marL="1528341" indent="0" algn="ctr">
              <a:buNone/>
              <a:defRPr sz="892"/>
            </a:lvl7pPr>
            <a:lvl8pPr marL="1783065" indent="0" algn="ctr">
              <a:buNone/>
              <a:defRPr sz="892"/>
            </a:lvl8pPr>
            <a:lvl9pPr marL="2037789" indent="0" algn="ctr">
              <a:buNone/>
              <a:defRPr sz="892"/>
            </a:lvl9pPr>
          </a:lstStyle>
          <a:p>
            <a:r>
              <a:rPr lang="en-US" dirty="0"/>
              <a:t>Click to edit speaker name</a:t>
            </a:r>
          </a:p>
        </p:txBody>
      </p:sp>
      <p:sp>
        <p:nvSpPr>
          <p:cNvPr id="9" name="Title 1">
            <a:extLst>
              <a:ext uri="{FF2B5EF4-FFF2-40B4-BE49-F238E27FC236}">
                <a16:creationId xmlns:a16="http://schemas.microsoft.com/office/drawing/2014/main" id="{D674B67F-696A-ED41-B4C6-A75BA1923C29}"/>
              </a:ext>
            </a:extLst>
          </p:cNvPr>
          <p:cNvSpPr>
            <a:spLocks noGrp="1"/>
          </p:cNvSpPr>
          <p:nvPr>
            <p:ph type="ctrTitle" hasCustomPrompt="1"/>
          </p:nvPr>
        </p:nvSpPr>
        <p:spPr>
          <a:xfrm>
            <a:off x="2" y="1127273"/>
            <a:ext cx="12192000" cy="1605339"/>
          </a:xfrm>
        </p:spPr>
        <p:txBody>
          <a:bodyPr anchor="b">
            <a:normAutofit/>
          </a:bodyPr>
          <a:lstStyle>
            <a:lvl1pPr algn="ctr">
              <a:spcBef>
                <a:spcPts val="0"/>
              </a:spcBef>
              <a:spcAft>
                <a:spcPts val="335"/>
              </a:spcAft>
              <a:defRPr lang="en-US" sz="4000" b="1" kern="1200" cap="none" spc="0" baseline="0" dirty="0">
                <a:solidFill>
                  <a:schemeClr val="bg1"/>
                </a:solidFill>
                <a:latin typeface="Georgia" panose="02040502050405020303" pitchFamily="18" charset="0"/>
                <a:ea typeface="+mj-ea"/>
                <a:cs typeface="Arial" panose="020B0604020202020204" pitchFamily="34" charset="0"/>
              </a:defRPr>
            </a:lvl1pPr>
          </a:lstStyle>
          <a:p>
            <a:r>
              <a:rPr lang="en-US" dirty="0"/>
              <a:t>Click to edit master title style</a:t>
            </a:r>
          </a:p>
        </p:txBody>
      </p:sp>
      <p:sp>
        <p:nvSpPr>
          <p:cNvPr id="11" name="Text Placeholder 2"/>
          <p:cNvSpPr>
            <a:spLocks noGrp="1"/>
          </p:cNvSpPr>
          <p:nvPr>
            <p:ph type="body" sz="quarter" idx="12" hasCustomPrompt="1"/>
          </p:nvPr>
        </p:nvSpPr>
        <p:spPr>
          <a:xfrm>
            <a:off x="0" y="4768853"/>
            <a:ext cx="12192000" cy="501651"/>
          </a:xfrm>
          <a:prstGeom prst="rect">
            <a:avLst/>
          </a:prstGeom>
        </p:spPr>
        <p:txBody>
          <a:bodyPr>
            <a:normAutofit/>
          </a:bodyPr>
          <a:lstStyle>
            <a:lvl1pPr marL="0" indent="0" algn="ctr">
              <a:buNone/>
              <a:defRPr sz="1400" i="1" baseline="0">
                <a:solidFill>
                  <a:schemeClr val="bg1"/>
                </a:solidFill>
              </a:defRPr>
            </a:lvl1pPr>
          </a:lstStyle>
          <a:p>
            <a:pPr lvl="0"/>
            <a:r>
              <a:rPr lang="en-US" dirty="0"/>
              <a:t>Click to add speaker title</a:t>
            </a:r>
          </a:p>
        </p:txBody>
      </p:sp>
      <p:sp>
        <p:nvSpPr>
          <p:cNvPr id="7" name="Freeform: Shape 6">
            <a:extLst>
              <a:ext uri="{FF2B5EF4-FFF2-40B4-BE49-F238E27FC236}">
                <a16:creationId xmlns:a16="http://schemas.microsoft.com/office/drawing/2014/main" id="{A938E7D4-2F48-4C9A-839C-E8AD6E032FD3}"/>
              </a:ext>
            </a:extLst>
          </p:cNvPr>
          <p:cNvSpPr/>
          <p:nvPr userDrawn="1"/>
        </p:nvSpPr>
        <p:spPr>
          <a:xfrm>
            <a:off x="5624074" y="3235473"/>
            <a:ext cx="957512" cy="494975"/>
          </a:xfrm>
          <a:custGeom>
            <a:avLst/>
            <a:gdLst>
              <a:gd name="connsiteX0" fmla="*/ 1941489 w 1952625"/>
              <a:gd name="connsiteY0" fmla="*/ 434612 h 1009650"/>
              <a:gd name="connsiteX1" fmla="*/ 1946251 w 1952625"/>
              <a:gd name="connsiteY1" fmla="*/ 456996 h 1009650"/>
              <a:gd name="connsiteX2" fmla="*/ 1920534 w 1952625"/>
              <a:gd name="connsiteY2" fmla="*/ 495667 h 1009650"/>
              <a:gd name="connsiteX3" fmla="*/ 1897483 w 1952625"/>
              <a:gd name="connsiteY3" fmla="*/ 518146 h 1009650"/>
              <a:gd name="connsiteX4" fmla="*/ 1836999 w 1952625"/>
              <a:gd name="connsiteY4" fmla="*/ 499096 h 1009650"/>
              <a:gd name="connsiteX5" fmla="*/ 1827475 w 1952625"/>
              <a:gd name="connsiteY5" fmla="*/ 453376 h 1009650"/>
              <a:gd name="connsiteX6" fmla="*/ 1774134 w 1952625"/>
              <a:gd name="connsiteY6" fmla="*/ 405751 h 1009650"/>
              <a:gd name="connsiteX7" fmla="*/ 1733558 w 1952625"/>
              <a:gd name="connsiteY7" fmla="*/ 387654 h 1009650"/>
              <a:gd name="connsiteX8" fmla="*/ 1666883 w 1952625"/>
              <a:gd name="connsiteY8" fmla="*/ 329932 h 1009650"/>
              <a:gd name="connsiteX9" fmla="*/ 1635355 w 1952625"/>
              <a:gd name="connsiteY9" fmla="*/ 312597 h 1009650"/>
              <a:gd name="connsiteX10" fmla="*/ 1444188 w 1952625"/>
              <a:gd name="connsiteY10" fmla="*/ 385082 h 1009650"/>
              <a:gd name="connsiteX11" fmla="*/ 1339985 w 1952625"/>
              <a:gd name="connsiteY11" fmla="*/ 541482 h 1009650"/>
              <a:gd name="connsiteX12" fmla="*/ 1356939 w 1952625"/>
              <a:gd name="connsiteY12" fmla="*/ 628922 h 1009650"/>
              <a:gd name="connsiteX13" fmla="*/ 1380276 w 1952625"/>
              <a:gd name="connsiteY13" fmla="*/ 724172 h 1009650"/>
              <a:gd name="connsiteX14" fmla="*/ 1377894 w 1952625"/>
              <a:gd name="connsiteY14" fmla="*/ 751794 h 1009650"/>
              <a:gd name="connsiteX15" fmla="*/ 1351034 w 1952625"/>
              <a:gd name="connsiteY15" fmla="*/ 784084 h 1009650"/>
              <a:gd name="connsiteX16" fmla="*/ 1319030 w 1952625"/>
              <a:gd name="connsiteY16" fmla="*/ 786846 h 1009650"/>
              <a:gd name="connsiteX17" fmla="*/ 1163963 w 1952625"/>
              <a:gd name="connsiteY17" fmla="*/ 764463 h 1009650"/>
              <a:gd name="connsiteX18" fmla="*/ 1084525 w 1952625"/>
              <a:gd name="connsiteY18" fmla="*/ 809135 h 1009650"/>
              <a:gd name="connsiteX19" fmla="*/ 1096621 w 1952625"/>
              <a:gd name="connsiteY19" fmla="*/ 830566 h 1009650"/>
              <a:gd name="connsiteX20" fmla="*/ 1144246 w 1952625"/>
              <a:gd name="connsiteY20" fmla="*/ 869619 h 1009650"/>
              <a:gd name="connsiteX21" fmla="*/ 1187966 w 1952625"/>
              <a:gd name="connsiteY21" fmla="*/ 901813 h 1009650"/>
              <a:gd name="connsiteX22" fmla="*/ 1179108 w 1952625"/>
              <a:gd name="connsiteY22" fmla="*/ 932293 h 1009650"/>
              <a:gd name="connsiteX23" fmla="*/ 1217208 w 1952625"/>
              <a:gd name="connsiteY23" fmla="*/ 961535 h 1009650"/>
              <a:gd name="connsiteX24" fmla="*/ 1215588 w 1952625"/>
              <a:gd name="connsiteY24" fmla="*/ 991634 h 1009650"/>
              <a:gd name="connsiteX25" fmla="*/ 1167963 w 1952625"/>
              <a:gd name="connsiteY25" fmla="*/ 1003445 h 1009650"/>
              <a:gd name="connsiteX26" fmla="*/ 1147104 w 1952625"/>
              <a:gd name="connsiteY26" fmla="*/ 990110 h 1009650"/>
              <a:gd name="connsiteX27" fmla="*/ 1076428 w 1952625"/>
              <a:gd name="connsiteY27" fmla="*/ 931722 h 1009650"/>
              <a:gd name="connsiteX28" fmla="*/ 996513 w 1952625"/>
              <a:gd name="connsiteY28" fmla="*/ 868095 h 1009650"/>
              <a:gd name="connsiteX29" fmla="*/ 954603 w 1952625"/>
              <a:gd name="connsiteY29" fmla="*/ 882954 h 1009650"/>
              <a:gd name="connsiteX30" fmla="*/ 873927 w 1952625"/>
              <a:gd name="connsiteY30" fmla="*/ 912576 h 1009650"/>
              <a:gd name="connsiteX31" fmla="*/ 813538 w 1952625"/>
              <a:gd name="connsiteY31" fmla="*/ 917053 h 1009650"/>
              <a:gd name="connsiteX32" fmla="*/ 838970 w 1952625"/>
              <a:gd name="connsiteY32" fmla="*/ 861904 h 1009650"/>
              <a:gd name="connsiteX33" fmla="*/ 902597 w 1952625"/>
              <a:gd name="connsiteY33" fmla="*/ 837710 h 1009650"/>
              <a:gd name="connsiteX34" fmla="*/ 931172 w 1952625"/>
              <a:gd name="connsiteY34" fmla="*/ 802277 h 1009650"/>
              <a:gd name="connsiteX35" fmla="*/ 834398 w 1952625"/>
              <a:gd name="connsiteY35" fmla="*/ 783989 h 1009650"/>
              <a:gd name="connsiteX36" fmla="*/ 764103 w 1952625"/>
              <a:gd name="connsiteY36" fmla="*/ 724077 h 1009650"/>
              <a:gd name="connsiteX37" fmla="*/ 599607 w 1952625"/>
              <a:gd name="connsiteY37" fmla="*/ 550626 h 1009650"/>
              <a:gd name="connsiteX38" fmla="*/ 523407 w 1952625"/>
              <a:gd name="connsiteY38" fmla="*/ 448328 h 1009650"/>
              <a:gd name="connsiteX39" fmla="*/ 498927 w 1952625"/>
              <a:gd name="connsiteY39" fmla="*/ 395655 h 1009650"/>
              <a:gd name="connsiteX40" fmla="*/ 472734 w 1952625"/>
              <a:gd name="connsiteY40" fmla="*/ 371842 h 1009650"/>
              <a:gd name="connsiteX41" fmla="*/ 344337 w 1952625"/>
              <a:gd name="connsiteY41" fmla="*/ 328694 h 1009650"/>
              <a:gd name="connsiteX42" fmla="*/ 256421 w 1952625"/>
              <a:gd name="connsiteY42" fmla="*/ 309644 h 1009650"/>
              <a:gd name="connsiteX43" fmla="*/ 7247 w 1952625"/>
              <a:gd name="connsiteY43" fmla="*/ 154958 h 1009650"/>
              <a:gd name="connsiteX44" fmla="*/ 37251 w 1952625"/>
              <a:gd name="connsiteY44" fmla="*/ 133050 h 1009650"/>
              <a:gd name="connsiteX45" fmla="*/ 170601 w 1952625"/>
              <a:gd name="connsiteY45" fmla="*/ 190200 h 1009650"/>
              <a:gd name="connsiteX46" fmla="*/ 328906 w 1952625"/>
              <a:gd name="connsiteY46" fmla="*/ 180675 h 1009650"/>
              <a:gd name="connsiteX47" fmla="*/ 416155 w 1952625"/>
              <a:gd name="connsiteY47" fmla="*/ 265734 h 1009650"/>
              <a:gd name="connsiteX48" fmla="*/ 564078 w 1952625"/>
              <a:gd name="connsiteY48" fmla="*/ 237159 h 1009650"/>
              <a:gd name="connsiteX49" fmla="*/ 851543 w 1952625"/>
              <a:gd name="connsiteY49" fmla="*/ 172960 h 1009650"/>
              <a:gd name="connsiteX50" fmla="*/ 1183108 w 1952625"/>
              <a:gd name="connsiteY50" fmla="*/ 148100 h 1009650"/>
              <a:gd name="connsiteX51" fmla="*/ 1195300 w 1952625"/>
              <a:gd name="connsiteY51" fmla="*/ 120382 h 1009650"/>
              <a:gd name="connsiteX52" fmla="*/ 1158819 w 1952625"/>
              <a:gd name="connsiteY52" fmla="*/ 74662 h 1009650"/>
              <a:gd name="connsiteX53" fmla="*/ 1304266 w 1952625"/>
              <a:gd name="connsiteY53" fmla="*/ 94474 h 1009650"/>
              <a:gd name="connsiteX54" fmla="*/ 1245021 w 1952625"/>
              <a:gd name="connsiteY54" fmla="*/ 14083 h 1009650"/>
              <a:gd name="connsiteX55" fmla="*/ 1366464 w 1952625"/>
              <a:gd name="connsiteY55" fmla="*/ 61041 h 1009650"/>
              <a:gd name="connsiteX56" fmla="*/ 1427139 w 1952625"/>
              <a:gd name="connsiteY56" fmla="*/ 70566 h 1009650"/>
              <a:gd name="connsiteX57" fmla="*/ 1427139 w 1952625"/>
              <a:gd name="connsiteY57" fmla="*/ 37896 h 1009650"/>
              <a:gd name="connsiteX58" fmla="*/ 1515150 w 1952625"/>
              <a:gd name="connsiteY58" fmla="*/ 69709 h 1009650"/>
              <a:gd name="connsiteX59" fmla="*/ 1576300 w 1952625"/>
              <a:gd name="connsiteY59" fmla="*/ 69709 h 1009650"/>
              <a:gd name="connsiteX60" fmla="*/ 1690029 w 1952625"/>
              <a:gd name="connsiteY60" fmla="*/ 106571 h 1009650"/>
              <a:gd name="connsiteX61" fmla="*/ 1707555 w 1952625"/>
              <a:gd name="connsiteY61" fmla="*/ 82758 h 1009650"/>
              <a:gd name="connsiteX62" fmla="*/ 1731939 w 1952625"/>
              <a:gd name="connsiteY62" fmla="*/ 10845 h 1009650"/>
              <a:gd name="connsiteX63" fmla="*/ 1766419 w 1952625"/>
              <a:gd name="connsiteY63" fmla="*/ 86568 h 1009650"/>
              <a:gd name="connsiteX64" fmla="*/ 1832713 w 1952625"/>
              <a:gd name="connsiteY64" fmla="*/ 190105 h 1009650"/>
              <a:gd name="connsiteX65" fmla="*/ 1869861 w 1952625"/>
              <a:gd name="connsiteY65" fmla="*/ 267639 h 1009650"/>
              <a:gd name="connsiteX66" fmla="*/ 1941489 w 1952625"/>
              <a:gd name="connsiteY66" fmla="*/ 434517 h 1009650"/>
              <a:gd name="connsiteX67" fmla="*/ 1055664 w 1952625"/>
              <a:gd name="connsiteY67" fmla="*/ 657497 h 1009650"/>
              <a:gd name="connsiteX68" fmla="*/ 1089954 w 1952625"/>
              <a:gd name="connsiteY68" fmla="*/ 674928 h 1009650"/>
              <a:gd name="connsiteX69" fmla="*/ 1126339 w 1952625"/>
              <a:gd name="connsiteY69" fmla="*/ 608253 h 1009650"/>
              <a:gd name="connsiteX70" fmla="*/ 1114147 w 1952625"/>
              <a:gd name="connsiteY70" fmla="*/ 574248 h 1009650"/>
              <a:gd name="connsiteX71" fmla="*/ 1090144 w 1952625"/>
              <a:gd name="connsiteY71" fmla="*/ 570819 h 1009650"/>
              <a:gd name="connsiteX72" fmla="*/ 879451 w 1952625"/>
              <a:gd name="connsiteY72" fmla="*/ 521099 h 1009650"/>
              <a:gd name="connsiteX73" fmla="*/ 864497 w 1952625"/>
              <a:gd name="connsiteY73" fmla="*/ 545292 h 1009650"/>
              <a:gd name="connsiteX74" fmla="*/ 901930 w 1952625"/>
              <a:gd name="connsiteY74" fmla="*/ 667689 h 1009650"/>
              <a:gd name="connsiteX75" fmla="*/ 969367 w 1952625"/>
              <a:gd name="connsiteY75" fmla="*/ 712551 h 1009650"/>
              <a:gd name="connsiteX76" fmla="*/ 1033661 w 1952625"/>
              <a:gd name="connsiteY76" fmla="*/ 751890 h 1009650"/>
              <a:gd name="connsiteX77" fmla="*/ 1053854 w 1952625"/>
              <a:gd name="connsiteY77" fmla="*/ 728458 h 1009650"/>
              <a:gd name="connsiteX78" fmla="*/ 1025279 w 1952625"/>
              <a:gd name="connsiteY78" fmla="*/ 710932 h 1009650"/>
              <a:gd name="connsiteX79" fmla="*/ 984607 w 1952625"/>
              <a:gd name="connsiteY79" fmla="*/ 684643 h 1009650"/>
              <a:gd name="connsiteX80" fmla="*/ 977178 w 1952625"/>
              <a:gd name="connsiteY80" fmla="*/ 643400 h 1009650"/>
              <a:gd name="connsiteX81" fmla="*/ 1038995 w 1952625"/>
              <a:gd name="connsiteY81" fmla="*/ 643400 h 1009650"/>
              <a:gd name="connsiteX82" fmla="*/ 1055854 w 1952625"/>
              <a:gd name="connsiteY82" fmla="*/ 657878 h 1009650"/>
              <a:gd name="connsiteX83" fmla="*/ 1236829 w 1952625"/>
              <a:gd name="connsiteY83" fmla="*/ 640447 h 1009650"/>
              <a:gd name="connsiteX84" fmla="*/ 1198729 w 1952625"/>
              <a:gd name="connsiteY84" fmla="*/ 698931 h 1009650"/>
              <a:gd name="connsiteX85" fmla="*/ 1209588 w 1952625"/>
              <a:gd name="connsiteY85" fmla="*/ 721886 h 1009650"/>
              <a:gd name="connsiteX86" fmla="*/ 1276263 w 1952625"/>
              <a:gd name="connsiteY86" fmla="*/ 726267 h 1009650"/>
              <a:gd name="connsiteX87" fmla="*/ 1290741 w 1952625"/>
              <a:gd name="connsiteY87" fmla="*/ 700169 h 1009650"/>
              <a:gd name="connsiteX88" fmla="*/ 1253403 w 1952625"/>
              <a:gd name="connsiteY88" fmla="*/ 641590 h 1009650"/>
              <a:gd name="connsiteX89" fmla="*/ 1236353 w 1952625"/>
              <a:gd name="connsiteY89" fmla="*/ 640447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952625" h="1009650">
                <a:moveTo>
                  <a:pt x="1941489" y="434612"/>
                </a:moveTo>
                <a:cubicBezTo>
                  <a:pt x="1948251" y="444137"/>
                  <a:pt x="1945680" y="446232"/>
                  <a:pt x="1946251" y="456996"/>
                </a:cubicBezTo>
                <a:cubicBezTo>
                  <a:pt x="1947013" y="471378"/>
                  <a:pt x="1930916" y="473855"/>
                  <a:pt x="1920534" y="495667"/>
                </a:cubicBezTo>
                <a:cubicBezTo>
                  <a:pt x="1917218" y="506620"/>
                  <a:pt x="1908515" y="515106"/>
                  <a:pt x="1897483" y="518146"/>
                </a:cubicBezTo>
                <a:cubicBezTo>
                  <a:pt x="1875539" y="520598"/>
                  <a:pt x="1853578" y="513681"/>
                  <a:pt x="1836999" y="499096"/>
                </a:cubicBezTo>
                <a:cubicBezTo>
                  <a:pt x="1823188" y="484237"/>
                  <a:pt x="1833856" y="465282"/>
                  <a:pt x="1827475" y="453376"/>
                </a:cubicBezTo>
                <a:cubicBezTo>
                  <a:pt x="1812234" y="426039"/>
                  <a:pt x="1785564" y="415276"/>
                  <a:pt x="1774134" y="405751"/>
                </a:cubicBezTo>
                <a:cubicBezTo>
                  <a:pt x="1762357" y="396384"/>
                  <a:pt x="1748396" y="390157"/>
                  <a:pt x="1733558" y="387654"/>
                </a:cubicBezTo>
                <a:cubicBezTo>
                  <a:pt x="1688600" y="376414"/>
                  <a:pt x="1682599" y="352602"/>
                  <a:pt x="1666883" y="329932"/>
                </a:cubicBezTo>
                <a:cubicBezTo>
                  <a:pt x="1651167" y="307263"/>
                  <a:pt x="1640975" y="310882"/>
                  <a:pt x="1635355" y="312597"/>
                </a:cubicBezTo>
                <a:cubicBezTo>
                  <a:pt x="1565346" y="329837"/>
                  <a:pt x="1482384" y="361555"/>
                  <a:pt x="1444188" y="385082"/>
                </a:cubicBezTo>
                <a:cubicBezTo>
                  <a:pt x="1379514" y="424801"/>
                  <a:pt x="1352653" y="470140"/>
                  <a:pt x="1339985" y="541482"/>
                </a:cubicBezTo>
                <a:cubicBezTo>
                  <a:pt x="1371417" y="592632"/>
                  <a:pt x="1357987" y="608157"/>
                  <a:pt x="1356939" y="628922"/>
                </a:cubicBezTo>
                <a:cubicBezTo>
                  <a:pt x="1354177" y="683214"/>
                  <a:pt x="1375418" y="710265"/>
                  <a:pt x="1380276" y="724172"/>
                </a:cubicBezTo>
                <a:cubicBezTo>
                  <a:pt x="1385133" y="738078"/>
                  <a:pt x="1384752" y="744174"/>
                  <a:pt x="1377894" y="751794"/>
                </a:cubicBezTo>
                <a:cubicBezTo>
                  <a:pt x="1369553" y="763053"/>
                  <a:pt x="1360586" y="773833"/>
                  <a:pt x="1351034" y="784084"/>
                </a:cubicBezTo>
                <a:cubicBezTo>
                  <a:pt x="1340080" y="794181"/>
                  <a:pt x="1329603" y="789513"/>
                  <a:pt x="1319030" y="786846"/>
                </a:cubicBezTo>
                <a:cubicBezTo>
                  <a:pt x="1268331" y="773657"/>
                  <a:pt x="1216322" y="766149"/>
                  <a:pt x="1163963" y="764463"/>
                </a:cubicBezTo>
                <a:cubicBezTo>
                  <a:pt x="1127292" y="762843"/>
                  <a:pt x="1093764" y="799038"/>
                  <a:pt x="1084525" y="809135"/>
                </a:cubicBezTo>
                <a:cubicBezTo>
                  <a:pt x="1075285" y="819231"/>
                  <a:pt x="1089096" y="825613"/>
                  <a:pt x="1096621" y="830566"/>
                </a:cubicBezTo>
                <a:cubicBezTo>
                  <a:pt x="1117767" y="844568"/>
                  <a:pt x="1126530" y="861618"/>
                  <a:pt x="1144246" y="869619"/>
                </a:cubicBezTo>
                <a:cubicBezTo>
                  <a:pt x="1161963" y="877620"/>
                  <a:pt x="1178727" y="883049"/>
                  <a:pt x="1187966" y="901813"/>
                </a:cubicBezTo>
                <a:cubicBezTo>
                  <a:pt x="1192687" y="912784"/>
                  <a:pt x="1188974" y="925562"/>
                  <a:pt x="1179108" y="932293"/>
                </a:cubicBezTo>
                <a:cubicBezTo>
                  <a:pt x="1192530" y="941061"/>
                  <a:pt x="1205267" y="950837"/>
                  <a:pt x="1217208" y="961535"/>
                </a:cubicBezTo>
                <a:cubicBezTo>
                  <a:pt x="1226733" y="970012"/>
                  <a:pt x="1228447" y="987633"/>
                  <a:pt x="1215588" y="991634"/>
                </a:cubicBezTo>
                <a:cubicBezTo>
                  <a:pt x="1200025" y="996735"/>
                  <a:pt x="1184107" y="1000683"/>
                  <a:pt x="1167963" y="1003445"/>
                </a:cubicBezTo>
                <a:cubicBezTo>
                  <a:pt x="1152057" y="1005350"/>
                  <a:pt x="1150342" y="994777"/>
                  <a:pt x="1147104" y="990110"/>
                </a:cubicBezTo>
                <a:cubicBezTo>
                  <a:pt x="1133007" y="969726"/>
                  <a:pt x="1102812" y="938103"/>
                  <a:pt x="1076428" y="931722"/>
                </a:cubicBezTo>
                <a:cubicBezTo>
                  <a:pt x="1029375" y="920292"/>
                  <a:pt x="1026993" y="895431"/>
                  <a:pt x="996513" y="868095"/>
                </a:cubicBezTo>
                <a:cubicBezTo>
                  <a:pt x="978797" y="852283"/>
                  <a:pt x="976320" y="865523"/>
                  <a:pt x="954603" y="882954"/>
                </a:cubicBezTo>
                <a:cubicBezTo>
                  <a:pt x="912789" y="916577"/>
                  <a:pt x="911169" y="889621"/>
                  <a:pt x="873927" y="912576"/>
                </a:cubicBezTo>
                <a:cubicBezTo>
                  <a:pt x="812490" y="950676"/>
                  <a:pt x="810300" y="926864"/>
                  <a:pt x="813538" y="917053"/>
                </a:cubicBezTo>
                <a:cubicBezTo>
                  <a:pt x="821039" y="898236"/>
                  <a:pt x="829529" y="879827"/>
                  <a:pt x="838970" y="861904"/>
                </a:cubicBezTo>
                <a:cubicBezTo>
                  <a:pt x="855448" y="827899"/>
                  <a:pt x="881070" y="856950"/>
                  <a:pt x="902597" y="837710"/>
                </a:cubicBezTo>
                <a:cubicBezTo>
                  <a:pt x="913600" y="827172"/>
                  <a:pt x="923204" y="815263"/>
                  <a:pt x="931172" y="802277"/>
                </a:cubicBezTo>
                <a:cubicBezTo>
                  <a:pt x="900978" y="770654"/>
                  <a:pt x="893072" y="786656"/>
                  <a:pt x="834398" y="783989"/>
                </a:cubicBezTo>
                <a:cubicBezTo>
                  <a:pt x="779439" y="781512"/>
                  <a:pt x="776676" y="762462"/>
                  <a:pt x="764103" y="724077"/>
                </a:cubicBezTo>
                <a:cubicBezTo>
                  <a:pt x="731718" y="625112"/>
                  <a:pt x="677045" y="601776"/>
                  <a:pt x="599607" y="550626"/>
                </a:cubicBezTo>
                <a:cubicBezTo>
                  <a:pt x="534837" y="507764"/>
                  <a:pt x="562650" y="486142"/>
                  <a:pt x="523407" y="448328"/>
                </a:cubicBezTo>
                <a:cubicBezTo>
                  <a:pt x="503309" y="429278"/>
                  <a:pt x="503023" y="416610"/>
                  <a:pt x="498927" y="395655"/>
                </a:cubicBezTo>
                <a:cubicBezTo>
                  <a:pt x="494832" y="374700"/>
                  <a:pt x="491498" y="374700"/>
                  <a:pt x="472734" y="371842"/>
                </a:cubicBezTo>
                <a:cubicBezTo>
                  <a:pt x="453969" y="368985"/>
                  <a:pt x="381389" y="360984"/>
                  <a:pt x="344337" y="328694"/>
                </a:cubicBezTo>
                <a:cubicBezTo>
                  <a:pt x="304236" y="293832"/>
                  <a:pt x="303474" y="307739"/>
                  <a:pt x="256421" y="309644"/>
                </a:cubicBezTo>
                <a:cubicBezTo>
                  <a:pt x="103449" y="317264"/>
                  <a:pt x="9914" y="210489"/>
                  <a:pt x="7247" y="154958"/>
                </a:cubicBezTo>
                <a:cubicBezTo>
                  <a:pt x="5723" y="124668"/>
                  <a:pt x="21344" y="118001"/>
                  <a:pt x="37251" y="133050"/>
                </a:cubicBezTo>
                <a:cubicBezTo>
                  <a:pt x="74674" y="165507"/>
                  <a:pt x="121288" y="185485"/>
                  <a:pt x="170601" y="190200"/>
                </a:cubicBezTo>
                <a:cubicBezTo>
                  <a:pt x="265851" y="200487"/>
                  <a:pt x="299664" y="175056"/>
                  <a:pt x="328906" y="180675"/>
                </a:cubicBezTo>
                <a:cubicBezTo>
                  <a:pt x="386532" y="191058"/>
                  <a:pt x="383865" y="216585"/>
                  <a:pt x="416155" y="265734"/>
                </a:cubicBezTo>
                <a:cubicBezTo>
                  <a:pt x="435205" y="294309"/>
                  <a:pt x="548457" y="245255"/>
                  <a:pt x="564078" y="237159"/>
                </a:cubicBezTo>
                <a:cubicBezTo>
                  <a:pt x="636183" y="200392"/>
                  <a:pt x="716478" y="151434"/>
                  <a:pt x="851543" y="172960"/>
                </a:cubicBezTo>
                <a:cubicBezTo>
                  <a:pt x="1007562" y="197249"/>
                  <a:pt x="1123767" y="169341"/>
                  <a:pt x="1183108" y="148100"/>
                </a:cubicBezTo>
                <a:cubicBezTo>
                  <a:pt x="1228733" y="131717"/>
                  <a:pt x="1205968" y="128193"/>
                  <a:pt x="1195300" y="120382"/>
                </a:cubicBezTo>
                <a:cubicBezTo>
                  <a:pt x="1184632" y="112572"/>
                  <a:pt x="1151961" y="88854"/>
                  <a:pt x="1158819" y="74662"/>
                </a:cubicBezTo>
                <a:cubicBezTo>
                  <a:pt x="1168916" y="53517"/>
                  <a:pt x="1285978" y="116953"/>
                  <a:pt x="1304266" y="94474"/>
                </a:cubicBezTo>
                <a:cubicBezTo>
                  <a:pt x="1312839" y="83806"/>
                  <a:pt x="1223970" y="39801"/>
                  <a:pt x="1245021" y="14083"/>
                </a:cubicBezTo>
                <a:cubicBezTo>
                  <a:pt x="1266071" y="-11634"/>
                  <a:pt x="1294265" y="40944"/>
                  <a:pt x="1366464" y="61041"/>
                </a:cubicBezTo>
                <a:cubicBezTo>
                  <a:pt x="1407517" y="72471"/>
                  <a:pt x="1421805" y="77520"/>
                  <a:pt x="1427139" y="70566"/>
                </a:cubicBezTo>
                <a:cubicBezTo>
                  <a:pt x="1437902" y="57231"/>
                  <a:pt x="1416566" y="47516"/>
                  <a:pt x="1427139" y="37896"/>
                </a:cubicBezTo>
                <a:cubicBezTo>
                  <a:pt x="1441426" y="25132"/>
                  <a:pt x="1480860" y="54374"/>
                  <a:pt x="1515150" y="69709"/>
                </a:cubicBezTo>
                <a:cubicBezTo>
                  <a:pt x="1551440" y="85806"/>
                  <a:pt x="1512864" y="26370"/>
                  <a:pt x="1576300" y="69709"/>
                </a:cubicBezTo>
                <a:cubicBezTo>
                  <a:pt x="1623258" y="101999"/>
                  <a:pt x="1655167" y="106190"/>
                  <a:pt x="1690029" y="106571"/>
                </a:cubicBezTo>
                <a:cubicBezTo>
                  <a:pt x="1712698" y="106571"/>
                  <a:pt x="1704411" y="99237"/>
                  <a:pt x="1707555" y="82758"/>
                </a:cubicBezTo>
                <a:cubicBezTo>
                  <a:pt x="1710698" y="66280"/>
                  <a:pt x="1720128" y="18655"/>
                  <a:pt x="1731939" y="10845"/>
                </a:cubicBezTo>
                <a:cubicBezTo>
                  <a:pt x="1755465" y="-4491"/>
                  <a:pt x="1759180" y="48183"/>
                  <a:pt x="1766419" y="86568"/>
                </a:cubicBezTo>
                <a:cubicBezTo>
                  <a:pt x="1773658" y="124954"/>
                  <a:pt x="1790327" y="152005"/>
                  <a:pt x="1832713" y="190105"/>
                </a:cubicBezTo>
                <a:cubicBezTo>
                  <a:pt x="1865289" y="219156"/>
                  <a:pt x="1861288" y="238873"/>
                  <a:pt x="1869861" y="267639"/>
                </a:cubicBezTo>
                <a:cubicBezTo>
                  <a:pt x="1884529" y="316692"/>
                  <a:pt x="1898436" y="373747"/>
                  <a:pt x="1941489" y="434517"/>
                </a:cubicBezTo>
                <a:moveTo>
                  <a:pt x="1055664" y="657497"/>
                </a:moveTo>
                <a:cubicBezTo>
                  <a:pt x="1058521" y="673213"/>
                  <a:pt x="1074714" y="674832"/>
                  <a:pt x="1089954" y="674928"/>
                </a:cubicBezTo>
                <a:cubicBezTo>
                  <a:pt x="1105611" y="654818"/>
                  <a:pt x="1117899" y="632300"/>
                  <a:pt x="1126339" y="608253"/>
                </a:cubicBezTo>
                <a:cubicBezTo>
                  <a:pt x="1123291" y="601490"/>
                  <a:pt x="1117671" y="583583"/>
                  <a:pt x="1114147" y="574248"/>
                </a:cubicBezTo>
                <a:cubicBezTo>
                  <a:pt x="1110623" y="564914"/>
                  <a:pt x="1100526" y="569010"/>
                  <a:pt x="1090144" y="570819"/>
                </a:cubicBezTo>
                <a:cubicBezTo>
                  <a:pt x="1017754" y="583392"/>
                  <a:pt x="941649" y="531481"/>
                  <a:pt x="879451" y="521099"/>
                </a:cubicBezTo>
                <a:cubicBezTo>
                  <a:pt x="856782" y="517384"/>
                  <a:pt x="861639" y="530624"/>
                  <a:pt x="864497" y="545292"/>
                </a:cubicBezTo>
                <a:cubicBezTo>
                  <a:pt x="874290" y="586864"/>
                  <a:pt x="886794" y="627751"/>
                  <a:pt x="901930" y="667689"/>
                </a:cubicBezTo>
                <a:cubicBezTo>
                  <a:pt x="914217" y="697026"/>
                  <a:pt x="940030" y="707313"/>
                  <a:pt x="969367" y="712551"/>
                </a:cubicBezTo>
                <a:cubicBezTo>
                  <a:pt x="1006038" y="718933"/>
                  <a:pt x="1014801" y="742555"/>
                  <a:pt x="1033661" y="751890"/>
                </a:cubicBezTo>
                <a:cubicBezTo>
                  <a:pt x="1042212" y="745853"/>
                  <a:pt x="1049146" y="737806"/>
                  <a:pt x="1053854" y="728458"/>
                </a:cubicBezTo>
                <a:cubicBezTo>
                  <a:pt x="1050139" y="716266"/>
                  <a:pt x="1038900" y="715695"/>
                  <a:pt x="1025279" y="710932"/>
                </a:cubicBezTo>
                <a:cubicBezTo>
                  <a:pt x="1001181" y="702550"/>
                  <a:pt x="995466" y="691882"/>
                  <a:pt x="984607" y="684643"/>
                </a:cubicBezTo>
                <a:cubicBezTo>
                  <a:pt x="951365" y="660735"/>
                  <a:pt x="959080" y="641971"/>
                  <a:pt x="977178" y="643400"/>
                </a:cubicBezTo>
                <a:cubicBezTo>
                  <a:pt x="997753" y="644994"/>
                  <a:pt x="1018420" y="644994"/>
                  <a:pt x="1038995" y="643400"/>
                </a:cubicBezTo>
                <a:cubicBezTo>
                  <a:pt x="1047567" y="642162"/>
                  <a:pt x="1052997" y="642257"/>
                  <a:pt x="1055854" y="657878"/>
                </a:cubicBezTo>
                <a:moveTo>
                  <a:pt x="1236829" y="640447"/>
                </a:moveTo>
                <a:cubicBezTo>
                  <a:pt x="1226256" y="656259"/>
                  <a:pt x="1203206" y="691025"/>
                  <a:pt x="1198729" y="698931"/>
                </a:cubicBezTo>
                <a:cubicBezTo>
                  <a:pt x="1194252" y="706836"/>
                  <a:pt x="1186442" y="719314"/>
                  <a:pt x="1209588" y="721886"/>
                </a:cubicBezTo>
                <a:cubicBezTo>
                  <a:pt x="1232733" y="724458"/>
                  <a:pt x="1263975" y="728649"/>
                  <a:pt x="1276263" y="726267"/>
                </a:cubicBezTo>
                <a:cubicBezTo>
                  <a:pt x="1288550" y="723886"/>
                  <a:pt x="1300361" y="717695"/>
                  <a:pt x="1290741" y="700169"/>
                </a:cubicBezTo>
                <a:cubicBezTo>
                  <a:pt x="1283692" y="687215"/>
                  <a:pt x="1257213" y="646638"/>
                  <a:pt x="1253403" y="641590"/>
                </a:cubicBezTo>
                <a:cubicBezTo>
                  <a:pt x="1249593" y="636542"/>
                  <a:pt x="1243878" y="629208"/>
                  <a:pt x="1236353" y="640447"/>
                </a:cubicBezTo>
              </a:path>
            </a:pathLst>
          </a:custGeom>
          <a:solidFill>
            <a:schemeClr val="bg1"/>
          </a:solidFill>
          <a:ln w="9525" cap="flat">
            <a:noFill/>
            <a:prstDash val="solid"/>
            <a:miter/>
          </a:ln>
        </p:spPr>
        <p:txBody>
          <a:bodyPr rtlCol="0" anchor="ctr"/>
          <a:lstStyle/>
          <a:p>
            <a:endParaRPr lang="en-US" sz="3567"/>
          </a:p>
        </p:txBody>
      </p:sp>
    </p:spTree>
    <p:extLst>
      <p:ext uri="{BB962C8B-B14F-4D97-AF65-F5344CB8AC3E}">
        <p14:creationId xmlns:p14="http://schemas.microsoft.com/office/powerpoint/2010/main" val="277348244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6825" userDrawn="1">
          <p15:clr>
            <a:srgbClr val="FBAE40"/>
          </p15:clr>
        </p15:guide>
        <p15:guide id="2" orient="horz" pos="384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 Short Title With Slide Half Image Right">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A892218-C383-4E2B-86CD-D0F3259754D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333" t="569" r="19032"/>
          <a:stretch/>
        </p:blipFill>
        <p:spPr>
          <a:xfrm>
            <a:off x="5981672" y="1"/>
            <a:ext cx="6210329" cy="6883912"/>
          </a:xfrm>
          <a:prstGeom prst="rect">
            <a:avLst/>
          </a:prstGeom>
        </p:spPr>
      </p:pic>
      <p:grpSp>
        <p:nvGrpSpPr>
          <p:cNvPr id="13" name="Graphic 6">
            <a:extLst>
              <a:ext uri="{FF2B5EF4-FFF2-40B4-BE49-F238E27FC236}">
                <a16:creationId xmlns:a16="http://schemas.microsoft.com/office/drawing/2014/main" id="{FC32199A-6CC4-4301-9D13-1DD1D2BA1BB1}"/>
              </a:ext>
            </a:extLst>
          </p:cNvPr>
          <p:cNvGrpSpPr/>
          <p:nvPr userDrawn="1"/>
        </p:nvGrpSpPr>
        <p:grpSpPr>
          <a:xfrm>
            <a:off x="10175350" y="5964602"/>
            <a:ext cx="1564032" cy="457200"/>
            <a:chOff x="4710906" y="3597973"/>
            <a:chExt cx="2760252" cy="819150"/>
          </a:xfrm>
          <a:solidFill>
            <a:schemeClr val="accent4"/>
          </a:solidFill>
        </p:grpSpPr>
        <p:sp>
          <p:nvSpPr>
            <p:cNvPr id="14" name="Freeform: Shape 13">
              <a:extLst>
                <a:ext uri="{FF2B5EF4-FFF2-40B4-BE49-F238E27FC236}">
                  <a16:creationId xmlns:a16="http://schemas.microsoft.com/office/drawing/2014/main" id="{1D7F43FF-FDA3-4CA2-A35E-94862E67EC31}"/>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3E31E626-6274-4A10-83CE-0C755C5264D4}"/>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D0C9CE46-1FE4-4244-8364-66682572E2AD}"/>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7E8D8ECB-9462-4E7A-A7AC-0A496108F88E}"/>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929317F9-83A2-42DE-908C-D198D17E24C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12" name="Title 11"/>
          <p:cNvSpPr>
            <a:spLocks noGrp="1"/>
          </p:cNvSpPr>
          <p:nvPr>
            <p:ph type="title" hasCustomPrompt="1"/>
          </p:nvPr>
        </p:nvSpPr>
        <p:spPr>
          <a:xfrm>
            <a:off x="188964" y="393702"/>
            <a:ext cx="5748564" cy="2615042"/>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rgbClr val="CC0035"/>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6" name="Straight Connector 5">
            <a:extLst>
              <a:ext uri="{FF2B5EF4-FFF2-40B4-BE49-F238E27FC236}">
                <a16:creationId xmlns:a16="http://schemas.microsoft.com/office/drawing/2014/main" id="{7030EB0B-BC69-4AF9-91E2-A30E15AED8B9}"/>
              </a:ext>
            </a:extLst>
          </p:cNvPr>
          <p:cNvCxnSpPr>
            <a:cxnSpLocks/>
          </p:cNvCxnSpPr>
          <p:nvPr userDrawn="1"/>
        </p:nvCxnSpPr>
        <p:spPr>
          <a:xfrm>
            <a:off x="188963" y="3133725"/>
            <a:ext cx="5641856"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AED4380-A420-4B13-B8F1-C6677C8E6C14}"/>
              </a:ext>
            </a:extLst>
          </p:cNvPr>
          <p:cNvSpPr>
            <a:spLocks noGrp="1"/>
          </p:cNvSpPr>
          <p:nvPr>
            <p:ph type="body" sz="quarter" idx="10"/>
          </p:nvPr>
        </p:nvSpPr>
        <p:spPr>
          <a:xfrm>
            <a:off x="344040" y="3324227"/>
            <a:ext cx="5616352" cy="3343275"/>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3DC1EBEF-DFD4-46FA-ABB1-AD5C720419F8}"/>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991">
                <a:solidFill>
                  <a:schemeClr val="bg1">
                    <a:lumMod val="50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47666220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119"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hort Title Slide Half Image Red">
    <p:bg>
      <p:bgPr>
        <a:solidFill>
          <a:srgbClr val="CC003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828A-715E-4E78-A85E-FB03966F4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0" t="17305" r="931"/>
          <a:stretch/>
        </p:blipFill>
        <p:spPr>
          <a:xfrm>
            <a:off x="-12703" y="0"/>
            <a:ext cx="6211918" cy="6858000"/>
          </a:xfrm>
          <a:prstGeom prst="rect">
            <a:avLst/>
          </a:prstGeom>
        </p:spPr>
      </p:pic>
      <p:grpSp>
        <p:nvGrpSpPr>
          <p:cNvPr id="19" name="Graphic 6">
            <a:extLst>
              <a:ext uri="{FF2B5EF4-FFF2-40B4-BE49-F238E27FC236}">
                <a16:creationId xmlns:a16="http://schemas.microsoft.com/office/drawing/2014/main" id="{134D50D5-2C81-407B-9734-73D472FF4F5F}"/>
              </a:ext>
            </a:extLst>
          </p:cNvPr>
          <p:cNvGrpSpPr/>
          <p:nvPr userDrawn="1"/>
        </p:nvGrpSpPr>
        <p:grpSpPr>
          <a:xfrm>
            <a:off x="446206" y="5964602"/>
            <a:ext cx="1564032" cy="457200"/>
            <a:chOff x="4710906" y="3597973"/>
            <a:chExt cx="2760252" cy="819150"/>
          </a:xfrm>
          <a:solidFill>
            <a:schemeClr val="bg1"/>
          </a:solidFill>
        </p:grpSpPr>
        <p:sp>
          <p:nvSpPr>
            <p:cNvPr id="20" name="Freeform: Shape 19">
              <a:extLst>
                <a:ext uri="{FF2B5EF4-FFF2-40B4-BE49-F238E27FC236}">
                  <a16:creationId xmlns:a16="http://schemas.microsoft.com/office/drawing/2014/main" id="{04027764-A7E4-4D53-A44D-B311AC2F14E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8969E213-2C9B-4A50-AF7C-61E5E03516B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1B8B68D0-ABF7-42F1-B121-5BA8B9FC608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F78ACFA6-C35F-437E-81D6-19A318CF65D0}"/>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7" name="Freeform: Shape 26">
              <a:extLst>
                <a:ext uri="{FF2B5EF4-FFF2-40B4-BE49-F238E27FC236}">
                  <a16:creationId xmlns:a16="http://schemas.microsoft.com/office/drawing/2014/main" id="{CC0B853E-76D8-4053-9EB4-7FEC4383E607}"/>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2" name="Title 11">
            <a:extLst>
              <a:ext uri="{FF2B5EF4-FFF2-40B4-BE49-F238E27FC236}">
                <a16:creationId xmlns:a16="http://schemas.microsoft.com/office/drawing/2014/main" id="{0A70AA5D-0F24-436D-9BB1-9E42FD687C3F}"/>
              </a:ext>
            </a:extLst>
          </p:cNvPr>
          <p:cNvSpPr>
            <a:spLocks noGrp="1"/>
          </p:cNvSpPr>
          <p:nvPr>
            <p:ph type="title" hasCustomPrompt="1"/>
          </p:nvPr>
        </p:nvSpPr>
        <p:spPr>
          <a:xfrm>
            <a:off x="6402468" y="1"/>
            <a:ext cx="5789532" cy="3008744"/>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23" name="Straight Connector 22">
            <a:extLst>
              <a:ext uri="{FF2B5EF4-FFF2-40B4-BE49-F238E27FC236}">
                <a16:creationId xmlns:a16="http://schemas.microsoft.com/office/drawing/2014/main" id="{54B15D08-6659-41FB-ADE9-E3B1D30D4A25}"/>
              </a:ext>
            </a:extLst>
          </p:cNvPr>
          <p:cNvCxnSpPr>
            <a:cxnSpLocks/>
          </p:cNvCxnSpPr>
          <p:nvPr userDrawn="1"/>
        </p:nvCxnSpPr>
        <p:spPr>
          <a:xfrm>
            <a:off x="6444423" y="3133725"/>
            <a:ext cx="55586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 Placeholder 8">
            <a:extLst>
              <a:ext uri="{FF2B5EF4-FFF2-40B4-BE49-F238E27FC236}">
                <a16:creationId xmlns:a16="http://schemas.microsoft.com/office/drawing/2014/main" id="{CC4393B3-370A-4940-8CD9-A51F02F195B4}"/>
              </a:ext>
            </a:extLst>
          </p:cNvPr>
          <p:cNvSpPr>
            <a:spLocks noGrp="1"/>
          </p:cNvSpPr>
          <p:nvPr>
            <p:ph type="body" sz="quarter" idx="10"/>
          </p:nvPr>
        </p:nvSpPr>
        <p:spPr>
          <a:xfrm>
            <a:off x="6515210" y="3324227"/>
            <a:ext cx="5527526" cy="3076575"/>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2">
            <a:extLst>
              <a:ext uri="{FF2B5EF4-FFF2-40B4-BE49-F238E27FC236}">
                <a16:creationId xmlns:a16="http://schemas.microsoft.com/office/drawing/2014/main" id="{FD362A89-B5C8-4A4C-9C71-22F50E58997C}"/>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50525046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Short Title Slide Half Image Blue">
    <p:bg>
      <p:bgPr>
        <a:solidFill>
          <a:srgbClr val="354CA1"/>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2CA292CA-524A-474B-AF4C-816AA38A44E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497" t="1" r="18438" b="1"/>
          <a:stretch/>
        </p:blipFill>
        <p:spPr>
          <a:xfrm>
            <a:off x="2" y="-19174"/>
            <a:ext cx="6199214" cy="6877174"/>
          </a:xfrm>
          <a:prstGeom prst="rect">
            <a:avLst/>
          </a:prstGeom>
        </p:spPr>
      </p:pic>
      <p:sp>
        <p:nvSpPr>
          <p:cNvPr id="15" name="Text Placeholder 8">
            <a:extLst>
              <a:ext uri="{FF2B5EF4-FFF2-40B4-BE49-F238E27FC236}">
                <a16:creationId xmlns:a16="http://schemas.microsoft.com/office/drawing/2014/main" id="{E7E366CD-C49E-4832-9E92-5D56C0126A0D}"/>
              </a:ext>
            </a:extLst>
          </p:cNvPr>
          <p:cNvSpPr>
            <a:spLocks noGrp="1"/>
          </p:cNvSpPr>
          <p:nvPr>
            <p:ph type="body" sz="quarter" idx="10"/>
          </p:nvPr>
        </p:nvSpPr>
        <p:spPr>
          <a:xfrm>
            <a:off x="6515210" y="3324227"/>
            <a:ext cx="5527526" cy="3076575"/>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2">
            <a:extLst>
              <a:ext uri="{FF2B5EF4-FFF2-40B4-BE49-F238E27FC236}">
                <a16:creationId xmlns:a16="http://schemas.microsoft.com/office/drawing/2014/main" id="{43C01171-7289-40BA-8F9C-6727F467E771}"/>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
        <p:nvSpPr>
          <p:cNvPr id="19" name="Title 11">
            <a:extLst>
              <a:ext uri="{FF2B5EF4-FFF2-40B4-BE49-F238E27FC236}">
                <a16:creationId xmlns:a16="http://schemas.microsoft.com/office/drawing/2014/main" id="{C5D8F034-C47E-492A-A13D-29D8FEBB5BCC}"/>
              </a:ext>
            </a:extLst>
          </p:cNvPr>
          <p:cNvSpPr>
            <a:spLocks noGrp="1"/>
          </p:cNvSpPr>
          <p:nvPr>
            <p:ph type="title" hasCustomPrompt="1"/>
          </p:nvPr>
        </p:nvSpPr>
        <p:spPr>
          <a:xfrm>
            <a:off x="6402468" y="541769"/>
            <a:ext cx="5600571" cy="2466975"/>
          </a:xfrm>
          <a:prstGeom prst="rect">
            <a:avLst/>
          </a:prstGeom>
        </p:spPr>
        <p:txBody>
          <a:bodyPr lIns="0" tIns="0" rIns="0" bIns="0" anchor="b">
            <a:normAutofit/>
          </a:bodyPr>
          <a:lstStyle>
            <a:lvl1pPr marL="0" algn="l" defTabSz="509447" rtl="0" eaLnBrk="1" latinLnBrk="0" hangingPunct="1">
              <a:lnSpc>
                <a:spcPct val="100000"/>
              </a:lnSpc>
              <a:spcBef>
                <a:spcPct val="0"/>
              </a:spcBef>
              <a:buNone/>
              <a:defRPr lang="en-US" sz="4400" b="0" kern="1200" dirty="0">
                <a:solidFill>
                  <a:schemeClr val="bg1"/>
                </a:solidFill>
                <a:latin typeface="Georgia" panose="02040502050405020303" pitchFamily="18" charset="0"/>
                <a:ea typeface="+mj-ea"/>
                <a:cs typeface="Arial" panose="020B0604020202020204" pitchFamily="34" charset="0"/>
              </a:defRPr>
            </a:lvl1pPr>
          </a:lstStyle>
          <a:p>
            <a:r>
              <a:rPr lang="en-US" dirty="0"/>
              <a:t>Click to add title</a:t>
            </a:r>
          </a:p>
        </p:txBody>
      </p:sp>
      <p:cxnSp>
        <p:nvCxnSpPr>
          <p:cNvPr id="20" name="Straight Connector 19">
            <a:extLst>
              <a:ext uri="{FF2B5EF4-FFF2-40B4-BE49-F238E27FC236}">
                <a16:creationId xmlns:a16="http://schemas.microsoft.com/office/drawing/2014/main" id="{68C77281-CF20-4121-A7A7-B369F1990057}"/>
              </a:ext>
            </a:extLst>
          </p:cNvPr>
          <p:cNvCxnSpPr>
            <a:cxnSpLocks/>
          </p:cNvCxnSpPr>
          <p:nvPr userDrawn="1"/>
        </p:nvCxnSpPr>
        <p:spPr>
          <a:xfrm>
            <a:off x="6444423" y="3133725"/>
            <a:ext cx="55586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aphic 6">
            <a:extLst>
              <a:ext uri="{FF2B5EF4-FFF2-40B4-BE49-F238E27FC236}">
                <a16:creationId xmlns:a16="http://schemas.microsoft.com/office/drawing/2014/main" id="{5F7EF320-EC81-48A3-B785-4A49B411B5BC}"/>
              </a:ext>
            </a:extLst>
          </p:cNvPr>
          <p:cNvGrpSpPr/>
          <p:nvPr userDrawn="1"/>
        </p:nvGrpSpPr>
        <p:grpSpPr>
          <a:xfrm>
            <a:off x="446206" y="5964602"/>
            <a:ext cx="1564032" cy="457200"/>
            <a:chOff x="4710906" y="3597973"/>
            <a:chExt cx="2760252" cy="819150"/>
          </a:xfrm>
          <a:solidFill>
            <a:schemeClr val="bg1"/>
          </a:solidFill>
        </p:grpSpPr>
        <p:sp>
          <p:nvSpPr>
            <p:cNvPr id="22" name="Freeform: Shape 21">
              <a:extLst>
                <a:ext uri="{FF2B5EF4-FFF2-40B4-BE49-F238E27FC236}">
                  <a16:creationId xmlns:a16="http://schemas.microsoft.com/office/drawing/2014/main" id="{E729CCB3-C729-488E-A0B7-DAF4F41956B7}"/>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23" name="Freeform: Shape 22">
              <a:extLst>
                <a:ext uri="{FF2B5EF4-FFF2-40B4-BE49-F238E27FC236}">
                  <a16:creationId xmlns:a16="http://schemas.microsoft.com/office/drawing/2014/main" id="{24DC9DBE-D003-4398-913E-2B577CA9E57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4" name="Freeform: Shape 23">
              <a:extLst>
                <a:ext uri="{FF2B5EF4-FFF2-40B4-BE49-F238E27FC236}">
                  <a16:creationId xmlns:a16="http://schemas.microsoft.com/office/drawing/2014/main" id="{F52773C7-81DF-4458-9279-954466F4A16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5" name="Freeform: Shape 24">
              <a:extLst>
                <a:ext uri="{FF2B5EF4-FFF2-40B4-BE49-F238E27FC236}">
                  <a16:creationId xmlns:a16="http://schemas.microsoft.com/office/drawing/2014/main" id="{AE377C2F-530D-415B-995F-165F42740650}"/>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6" name="Freeform: Shape 25">
              <a:extLst>
                <a:ext uri="{FF2B5EF4-FFF2-40B4-BE49-F238E27FC236}">
                  <a16:creationId xmlns:a16="http://schemas.microsoft.com/office/drawing/2014/main" id="{8AE8345E-F93D-414F-8AB7-E83EF8A6311D}"/>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336627615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8962" y="763400"/>
            <a:ext cx="11802028" cy="5987779"/>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a:extLst>
              <a:ext uri="{FF2B5EF4-FFF2-40B4-BE49-F238E27FC236}">
                <a16:creationId xmlns:a16="http://schemas.microsoft.com/office/drawing/2014/main" id="{A53CB432-AB29-46B6-AD85-139C6DAC7A91}"/>
              </a:ext>
            </a:extLst>
          </p:cNvPr>
          <p:cNvSpPr>
            <a:spLocks noGrp="1"/>
          </p:cNvSpPr>
          <p:nvPr>
            <p:ph type="sldNum" sz="quarter" idx="4"/>
          </p:nvPr>
        </p:nvSpPr>
        <p:spPr>
          <a:xfrm>
            <a:off x="85092" y="6449221"/>
            <a:ext cx="912912"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B3BD2672-75C2-438C-BF59-C55A35C73CD5}" type="slidenum">
              <a:rPr lang="en-US" smtClean="0"/>
              <a:pPr/>
              <a:t>‹#›</a:t>
            </a:fld>
            <a:endParaRPr lang="en-US" dirty="0"/>
          </a:p>
        </p:txBody>
      </p:sp>
      <p:sp>
        <p:nvSpPr>
          <p:cNvPr id="2" name="Title 1">
            <a:extLst>
              <a:ext uri="{FF2B5EF4-FFF2-40B4-BE49-F238E27FC236}">
                <a16:creationId xmlns:a16="http://schemas.microsoft.com/office/drawing/2014/main" id="{FBD3F112-5A46-47FF-9FAC-760B953252C6}"/>
              </a:ext>
            </a:extLst>
          </p:cNvPr>
          <p:cNvSpPr>
            <a:spLocks noGrp="1"/>
          </p:cNvSpPr>
          <p:nvPr>
            <p:ph type="title"/>
          </p:nvPr>
        </p:nvSpPr>
        <p:spPr/>
        <p:txBody>
          <a:bodyPr wrap="none"/>
          <a:lstStyle/>
          <a:p>
            <a:r>
              <a:rPr lang="en-US"/>
              <a:t>Click to edit Master title style</a:t>
            </a:r>
            <a:endParaRPr lang="en-US" dirty="0"/>
          </a:p>
        </p:txBody>
      </p:sp>
    </p:spTree>
    <p:extLst>
      <p:ext uri="{BB962C8B-B14F-4D97-AF65-F5344CB8AC3E}">
        <p14:creationId xmlns:p14="http://schemas.microsoft.com/office/powerpoint/2010/main" val="126425942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3925" userDrawn="1">
          <p15:clr>
            <a:srgbClr val="FBAE40"/>
          </p15:clr>
        </p15:guide>
        <p15:guide id="2" pos="119"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and Content Right Half">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42342" y="805343"/>
            <a:ext cx="5978752" cy="6052657"/>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6096003" y="1"/>
            <a:ext cx="5940699" cy="626066"/>
          </a:xfrm>
        </p:spPr>
        <p:txBody>
          <a:bodyPr wrap="square"/>
          <a:lstStyle>
            <a:lvl1pPr>
              <a:defRPr sz="3200">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8" y="671267"/>
            <a:ext cx="507317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ED3D51FE-D83F-4DAB-A977-10D91728AF2A}"/>
              </a:ext>
            </a:extLst>
          </p:cNvPr>
          <p:cNvCxnSpPr>
            <a:cxnSpLocks/>
          </p:cNvCxnSpPr>
          <p:nvPr userDrawn="1"/>
        </p:nvCxnSpPr>
        <p:spPr>
          <a:xfrm>
            <a:off x="6096001" y="671267"/>
            <a:ext cx="592251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D2A72E0A-9C48-4CB7-AEA4-E8F60E304451}"/>
              </a:ext>
            </a:extLst>
          </p:cNvPr>
          <p:cNvSpPr>
            <a:spLocks noGrp="1"/>
          </p:cNvSpPr>
          <p:nvPr>
            <p:ph type="sldNum" sz="quarter" idx="4"/>
          </p:nvPr>
        </p:nvSpPr>
        <p:spPr>
          <a:xfrm>
            <a:off x="82318" y="6446522"/>
            <a:ext cx="912912"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B3BD2672-75C2-438C-BF59-C55A35C73CD5}" type="slidenum">
              <a:rPr lang="en-US" smtClean="0"/>
              <a:pPr/>
              <a:t>‹#›</a:t>
            </a:fld>
            <a:endParaRPr lang="en-US" dirty="0"/>
          </a:p>
        </p:txBody>
      </p:sp>
      <p:grpSp>
        <p:nvGrpSpPr>
          <p:cNvPr id="12" name="Graphic 6">
            <a:extLst>
              <a:ext uri="{FF2B5EF4-FFF2-40B4-BE49-F238E27FC236}">
                <a16:creationId xmlns:a16="http://schemas.microsoft.com/office/drawing/2014/main" id="{6C7F29DF-CC0B-4F21-A590-571190EB7693}"/>
              </a:ext>
            </a:extLst>
          </p:cNvPr>
          <p:cNvGrpSpPr/>
          <p:nvPr userDrawn="1"/>
        </p:nvGrpSpPr>
        <p:grpSpPr>
          <a:xfrm>
            <a:off x="11047011" y="6384416"/>
            <a:ext cx="987810" cy="292608"/>
            <a:chOff x="4710906" y="3597973"/>
            <a:chExt cx="2760252" cy="819150"/>
          </a:xfrm>
          <a:solidFill>
            <a:schemeClr val="accent1"/>
          </a:solidFill>
        </p:grpSpPr>
        <p:sp>
          <p:nvSpPr>
            <p:cNvPr id="14" name="Freeform: Shape 13">
              <a:extLst>
                <a:ext uri="{FF2B5EF4-FFF2-40B4-BE49-F238E27FC236}">
                  <a16:creationId xmlns:a16="http://schemas.microsoft.com/office/drawing/2014/main" id="{1EE4E374-4453-47B3-9D2F-CDA8C05865C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68B44BF3-EA98-4315-BB1E-CD1EA2633C2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CA1B01DC-60AE-4223-A2F3-5C7618CA930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D82FEFE9-E2B4-4469-99ED-C63A7BC75AD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ADB8397E-19D0-42DD-A3D0-27091E6B6D0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127312057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and Content Left Half">
    <p:spTree>
      <p:nvGrpSpPr>
        <p:cNvPr id="1" name=""/>
        <p:cNvGrpSpPr/>
        <p:nvPr/>
      </p:nvGrpSpPr>
      <p:grpSpPr>
        <a:xfrm>
          <a:off x="0" y="0"/>
          <a:ext cx="0" cy="0"/>
          <a:chOff x="0" y="0"/>
          <a:chExt cx="0" cy="0"/>
        </a:xfrm>
      </p:grpSpPr>
      <p:grpSp>
        <p:nvGrpSpPr>
          <p:cNvPr id="12" name="Graphic 6">
            <a:extLst>
              <a:ext uri="{FF2B5EF4-FFF2-40B4-BE49-F238E27FC236}">
                <a16:creationId xmlns:a16="http://schemas.microsoft.com/office/drawing/2014/main" id="{C677C5FA-C302-4027-AA30-E7717DE42929}"/>
              </a:ext>
            </a:extLst>
          </p:cNvPr>
          <p:cNvGrpSpPr/>
          <p:nvPr userDrawn="1"/>
        </p:nvGrpSpPr>
        <p:grpSpPr>
          <a:xfrm>
            <a:off x="188962" y="6384416"/>
            <a:ext cx="987810" cy="292608"/>
            <a:chOff x="4710906" y="3597973"/>
            <a:chExt cx="2760252" cy="819150"/>
          </a:xfrm>
          <a:solidFill>
            <a:schemeClr val="accent1"/>
          </a:solidFill>
        </p:grpSpPr>
        <p:sp>
          <p:nvSpPr>
            <p:cNvPr id="14" name="Freeform: Shape 13">
              <a:extLst>
                <a:ext uri="{FF2B5EF4-FFF2-40B4-BE49-F238E27FC236}">
                  <a16:creationId xmlns:a16="http://schemas.microsoft.com/office/drawing/2014/main" id="{59ED64E2-4604-472B-A705-F325055AA227}"/>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97C3C515-AE99-4520-9C37-89661942F87C}"/>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7006D57B-346A-4940-9978-D684633D350F}"/>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C16158EA-8823-4423-97D7-111B159E5EAF}"/>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475CB18A-3D1A-40B0-9E8F-DB65BB98D45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3" name="Content Placeholder 2"/>
          <p:cNvSpPr>
            <a:spLocks noGrp="1"/>
          </p:cNvSpPr>
          <p:nvPr>
            <p:ph idx="1" hasCustomPrompt="1"/>
          </p:nvPr>
        </p:nvSpPr>
        <p:spPr>
          <a:xfrm>
            <a:off x="190408" y="771788"/>
            <a:ext cx="5909978" cy="6086213"/>
          </a:xfrm>
          <a:prstGeom prst="rect">
            <a:avLst/>
          </a:prstGeom>
        </p:spPr>
        <p:txBody>
          <a:bodyPr lIns="0" rIns="0" anchor="t"/>
          <a:lstStyle>
            <a:lvl1pPr>
              <a:spcAft>
                <a:spcPts val="1189"/>
              </a:spcAft>
              <a:defRPr/>
            </a:lvl1pPr>
            <a:lvl2pPr>
              <a:spcAft>
                <a:spcPts val="1189"/>
              </a:spcAft>
              <a:defRPr sz="1981"/>
            </a:lvl2pPr>
            <a:lvl3pPr>
              <a:spcAft>
                <a:spcPts val="1189"/>
              </a:spcAft>
              <a:defRPr sz="1981"/>
            </a:lvl3pPr>
            <a:lvl4pPr>
              <a:spcAft>
                <a:spcPts val="1189"/>
              </a:spcAft>
              <a:defRPr sz="1783"/>
            </a:lvl4pPr>
            <a:lvl5pPr>
              <a:spcAft>
                <a:spcPts val="1189"/>
              </a:spcAft>
              <a:defRPr sz="17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4" y="1"/>
            <a:ext cx="5953378" cy="626066"/>
          </a:xfrm>
        </p:spPr>
        <p:txBody>
          <a:bodyPr anchor="b"/>
          <a:lstStyle>
            <a:lvl1pPr>
              <a:defRPr sz="3169">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457178" y="671267"/>
            <a:ext cx="5074920"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71497636-6A83-40DB-9FE5-4D95815A4F81}"/>
              </a:ext>
            </a:extLst>
          </p:cNvPr>
          <p:cNvCxnSpPr>
            <a:cxnSpLocks/>
          </p:cNvCxnSpPr>
          <p:nvPr userDrawn="1"/>
        </p:nvCxnSpPr>
        <p:spPr>
          <a:xfrm>
            <a:off x="188965" y="626066"/>
            <a:ext cx="595337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B6709774-D5DB-43A3-84E4-1B372265D717}"/>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lumMod val="65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57079876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orient="horz" pos="3925"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88963" y="1"/>
            <a:ext cx="11814077" cy="626066"/>
          </a:xfrm>
        </p:spPr>
        <p:txBody>
          <a:bodyPr anchor="b"/>
          <a:lstStyle/>
          <a:p>
            <a:r>
              <a:rPr lang="en-US" dirty="0"/>
              <a:t>Click to edit Master title style</a:t>
            </a:r>
          </a:p>
        </p:txBody>
      </p:sp>
      <p:sp>
        <p:nvSpPr>
          <p:cNvPr id="12" name="Content Placeholder 2"/>
          <p:cNvSpPr>
            <a:spLocks noGrp="1"/>
          </p:cNvSpPr>
          <p:nvPr>
            <p:ph idx="10" hasCustomPrompt="1"/>
          </p:nvPr>
        </p:nvSpPr>
        <p:spPr>
          <a:xfrm>
            <a:off x="6520601" y="787400"/>
            <a:ext cx="5121974" cy="6070600"/>
          </a:xfrm>
          <a:prstGeom prst="rect">
            <a:avLst/>
          </a:prstGeom>
        </p:spPr>
        <p:txBody>
          <a:bodyPr lIns="0" rIns="0" anchor="t"/>
          <a:lstStyle>
            <a:lvl1pPr>
              <a:spcAft>
                <a:spcPts val="1189"/>
              </a:spcAft>
              <a:defRPr/>
            </a:lvl1pPr>
            <a:lvl2pPr>
              <a:spcAft>
                <a:spcPts val="1189"/>
              </a:spcAft>
              <a:defRPr/>
            </a:lvl2pPr>
            <a:lvl3pPr>
              <a:spcAft>
                <a:spcPts val="1189"/>
              </a:spcAft>
              <a:defRPr/>
            </a:lvl3pPr>
            <a:lvl4pPr>
              <a:spcAft>
                <a:spcPts val="1189"/>
              </a:spcAft>
              <a:defRPr/>
            </a:lvl4pPr>
            <a:lvl5pPr>
              <a:spcAft>
                <a:spcPts val="1189"/>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2">
            <a:extLst>
              <a:ext uri="{FF2B5EF4-FFF2-40B4-BE49-F238E27FC236}">
                <a16:creationId xmlns:a16="http://schemas.microsoft.com/office/drawing/2014/main" id="{BEB4CA87-2F5A-44F2-B7D4-88B185E1972C}"/>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
        <p:nvSpPr>
          <p:cNvPr id="7" name="Content Placeholder 2">
            <a:extLst>
              <a:ext uri="{FF2B5EF4-FFF2-40B4-BE49-F238E27FC236}">
                <a16:creationId xmlns:a16="http://schemas.microsoft.com/office/drawing/2014/main" id="{F04A56E1-8459-4815-9C4B-7C0E98CEA4E0}"/>
              </a:ext>
            </a:extLst>
          </p:cNvPr>
          <p:cNvSpPr>
            <a:spLocks noGrp="1"/>
          </p:cNvSpPr>
          <p:nvPr>
            <p:ph idx="1" hasCustomPrompt="1"/>
          </p:nvPr>
        </p:nvSpPr>
        <p:spPr>
          <a:xfrm>
            <a:off x="188963" y="778666"/>
            <a:ext cx="5616450" cy="6079333"/>
          </a:xfrm>
          <a:prstGeom prst="rect">
            <a:avLst/>
          </a:prstGeom>
        </p:spPr>
        <p:txBody>
          <a:bodyPr lIns="0" rIns="0" anchor="t"/>
          <a:lstStyle>
            <a:lvl1pPr>
              <a:spcAft>
                <a:spcPts val="1189"/>
              </a:spcAft>
              <a:defRPr/>
            </a:lvl1pPr>
            <a:lvl2pPr>
              <a:spcAft>
                <a:spcPts val="1189"/>
              </a:spcAft>
              <a:defRPr sz="1981"/>
            </a:lvl2pPr>
            <a:lvl3pPr>
              <a:spcAft>
                <a:spcPts val="1189"/>
              </a:spcAft>
              <a:defRPr sz="1981"/>
            </a:lvl3pPr>
            <a:lvl4pPr>
              <a:spcAft>
                <a:spcPts val="1189"/>
              </a:spcAft>
              <a:defRPr sz="1783"/>
            </a:lvl4pPr>
            <a:lvl5pPr>
              <a:spcAft>
                <a:spcPts val="1189"/>
              </a:spcAft>
              <a:defRPr sz="17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563732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287"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8537" y="1761564"/>
            <a:ext cx="5157786" cy="5096437"/>
          </a:xfrm>
          <a:prstGeom prst="rect">
            <a:avLst/>
          </a:prstGeom>
        </p:spPr>
        <p:txBody>
          <a:bodyPr lIns="0" rIns="0" anchor="t">
            <a:normAutofit/>
          </a:bodyPr>
          <a:lstStyle>
            <a:lvl1pPr>
              <a:spcBef>
                <a:spcPts val="0"/>
              </a:spcBef>
              <a:spcAft>
                <a:spcPts val="1189"/>
              </a:spcAft>
              <a:defRPr sz="2400"/>
            </a:lvl1pPr>
            <a:lvl2pPr>
              <a:spcBef>
                <a:spcPts val="0"/>
              </a:spcBef>
              <a:spcAft>
                <a:spcPts val="1189"/>
              </a:spcAft>
              <a:defRPr sz="2000"/>
            </a:lvl2pPr>
            <a:lvl3pPr>
              <a:spcBef>
                <a:spcPts val="0"/>
              </a:spcBef>
              <a:spcAft>
                <a:spcPts val="1189"/>
              </a:spcAft>
              <a:defRPr sz="1600"/>
            </a:lvl3pPr>
            <a:lvl4pPr>
              <a:spcBef>
                <a:spcPts val="0"/>
              </a:spcBef>
              <a:spcAft>
                <a:spcPts val="1189"/>
              </a:spcAft>
              <a:defRPr sz="1600"/>
            </a:lvl4pPr>
            <a:lvl5pPr>
              <a:spcBef>
                <a:spcPts val="0"/>
              </a:spcBef>
              <a:spcAft>
                <a:spcPts val="1189"/>
              </a:spcAft>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6310205" y="1761566"/>
            <a:ext cx="5183187" cy="5096434"/>
          </a:xfrm>
          <a:prstGeom prst="rect">
            <a:avLst/>
          </a:prstGeom>
        </p:spPr>
        <p:txBody>
          <a:bodyPr lIns="0" rIns="0" anchor="t">
            <a:normAutofit/>
          </a:bodyPr>
          <a:lstStyle>
            <a:lvl1pPr>
              <a:spcBef>
                <a:spcPts val="0"/>
              </a:spcBef>
              <a:spcAft>
                <a:spcPts val="1189"/>
              </a:spcAft>
              <a:defRPr sz="2400"/>
            </a:lvl1pPr>
            <a:lvl2pPr>
              <a:spcBef>
                <a:spcPts val="0"/>
              </a:spcBef>
              <a:spcAft>
                <a:spcPts val="1189"/>
              </a:spcAft>
              <a:defRPr sz="2000"/>
            </a:lvl2pPr>
            <a:lvl3pPr>
              <a:spcBef>
                <a:spcPts val="0"/>
              </a:spcBef>
              <a:spcAft>
                <a:spcPts val="1189"/>
              </a:spcAft>
              <a:defRPr sz="1600"/>
            </a:lvl3pPr>
            <a:lvl4pPr>
              <a:spcBef>
                <a:spcPts val="0"/>
              </a:spcBef>
              <a:spcAft>
                <a:spcPts val="1189"/>
              </a:spcAft>
              <a:defRPr sz="1600"/>
            </a:lvl4pPr>
            <a:lvl5pPr>
              <a:spcBef>
                <a:spcPts val="0"/>
              </a:spcBef>
              <a:spcAft>
                <a:spcPts val="1189"/>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wrap="square"/>
          <a:lstStyle/>
          <a:p>
            <a:r>
              <a:rPr lang="en-US" dirty="0"/>
              <a:t>Click to edit Master title style</a:t>
            </a:r>
          </a:p>
        </p:txBody>
      </p:sp>
      <p:sp>
        <p:nvSpPr>
          <p:cNvPr id="7" name="Text Placeholder 6"/>
          <p:cNvSpPr>
            <a:spLocks noGrp="1"/>
          </p:cNvSpPr>
          <p:nvPr>
            <p:ph type="body" sz="quarter" idx="10"/>
          </p:nvPr>
        </p:nvSpPr>
        <p:spPr>
          <a:xfrm>
            <a:off x="464603" y="885913"/>
            <a:ext cx="5240115" cy="876300"/>
          </a:xfrm>
        </p:spPr>
        <p:txBody>
          <a:bodyPr lIns="0" rIns="0"/>
          <a:lstStyle>
            <a:lvl1pPr marL="0" indent="0">
              <a:buNone/>
              <a:defRPr b="1"/>
            </a:lvl1pPr>
            <a:lvl2pPr marL="254724" indent="0">
              <a:buNone/>
              <a:defRPr/>
            </a:lvl2pPr>
            <a:lvl3pPr marL="509447" indent="0">
              <a:buNone/>
              <a:defRPr/>
            </a:lvl3pPr>
            <a:lvl4pPr marL="764171" indent="0">
              <a:buNone/>
              <a:defRPr/>
            </a:lvl4pPr>
            <a:lvl5pPr marL="1018894" indent="0">
              <a:buNone/>
              <a:defRPr/>
            </a:lvl5pPr>
          </a:lstStyle>
          <a:p>
            <a:pPr lvl="0"/>
            <a:r>
              <a:rPr lang="en-US" dirty="0"/>
              <a:t>Edit Master text styles</a:t>
            </a:r>
          </a:p>
        </p:txBody>
      </p:sp>
      <p:sp>
        <p:nvSpPr>
          <p:cNvPr id="9" name="Text Placeholder 6"/>
          <p:cNvSpPr>
            <a:spLocks noGrp="1"/>
          </p:cNvSpPr>
          <p:nvPr>
            <p:ph type="body" sz="quarter" idx="11"/>
          </p:nvPr>
        </p:nvSpPr>
        <p:spPr>
          <a:xfrm>
            <a:off x="6305605" y="885913"/>
            <a:ext cx="5240115" cy="876300"/>
          </a:xfrm>
        </p:spPr>
        <p:txBody>
          <a:bodyPr lIns="0" rIns="0"/>
          <a:lstStyle>
            <a:lvl1pPr marL="0" indent="0">
              <a:buNone/>
              <a:defRPr b="1"/>
            </a:lvl1pPr>
            <a:lvl2pPr marL="254724" indent="0">
              <a:buNone/>
              <a:defRPr/>
            </a:lvl2pPr>
            <a:lvl3pPr marL="509447" indent="0">
              <a:buNone/>
              <a:defRPr/>
            </a:lvl3pPr>
            <a:lvl4pPr marL="764171" indent="0">
              <a:buNone/>
              <a:defRPr/>
            </a:lvl4pPr>
            <a:lvl5pPr marL="1018894" indent="0">
              <a:buNone/>
              <a:defRPr/>
            </a:lvl5pPr>
          </a:lstStyle>
          <a:p>
            <a:pPr lvl="0"/>
            <a:r>
              <a:rPr lang="en-US"/>
              <a:t>Edit Master text styles</a:t>
            </a:r>
          </a:p>
        </p:txBody>
      </p:sp>
      <p:sp>
        <p:nvSpPr>
          <p:cNvPr id="11" name="Slide Number Placeholder 2">
            <a:extLst>
              <a:ext uri="{FF2B5EF4-FFF2-40B4-BE49-F238E27FC236}">
                <a16:creationId xmlns:a16="http://schemas.microsoft.com/office/drawing/2014/main" id="{3E740105-E5D6-49E1-8087-D972AC1AA4FD}"/>
              </a:ext>
            </a:extLst>
          </p:cNvPr>
          <p:cNvSpPr>
            <a:spLocks noGrp="1"/>
          </p:cNvSpPr>
          <p:nvPr>
            <p:ph type="sldNum" sz="quarter" idx="12"/>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69124047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013F86B-7E75-47A6-A39A-ED8337FF28EE}"/>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sp>
        <p:nvSpPr>
          <p:cNvPr id="2" name="Title 1">
            <a:extLst>
              <a:ext uri="{FF2B5EF4-FFF2-40B4-BE49-F238E27FC236}">
                <a16:creationId xmlns:a16="http://schemas.microsoft.com/office/drawing/2014/main" id="{E104D580-9F58-4D0D-8A83-57893789A09F}"/>
              </a:ext>
            </a:extLst>
          </p:cNvPr>
          <p:cNvSpPr>
            <a:spLocks noGrp="1"/>
          </p:cNvSpPr>
          <p:nvPr>
            <p:ph type="title"/>
          </p:nvPr>
        </p:nvSpPr>
        <p:spPr/>
        <p:txBody>
          <a:bodyPr wrap="square"/>
          <a:lstStyle/>
          <a:p>
            <a:r>
              <a:rPr lang="en-US" dirty="0"/>
              <a:t>Click to edit Master title style</a:t>
            </a:r>
          </a:p>
        </p:txBody>
      </p:sp>
    </p:spTree>
    <p:extLst>
      <p:ext uri="{BB962C8B-B14F-4D97-AF65-F5344CB8AC3E}">
        <p14:creationId xmlns:p14="http://schemas.microsoft.com/office/powerpoint/2010/main" val="247188102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Blue Title and Content">
    <p:bg>
      <p:bgPr>
        <a:solidFill>
          <a:schemeClr val="accent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wrap="square"/>
          <a:lstStyle>
            <a:lvl1pPr>
              <a:defRPr>
                <a:solidFill>
                  <a:schemeClr val="bg1"/>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6" name="Content Placeholder 2"/>
          <p:cNvSpPr>
            <a:spLocks noGrp="1"/>
          </p:cNvSpPr>
          <p:nvPr>
            <p:ph idx="10" hasCustomPrompt="1"/>
          </p:nvPr>
        </p:nvSpPr>
        <p:spPr>
          <a:xfrm>
            <a:off x="188963" y="755010"/>
            <a:ext cx="11641909" cy="5987622"/>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2">
            <a:extLst>
              <a:ext uri="{FF2B5EF4-FFF2-40B4-BE49-F238E27FC236}">
                <a16:creationId xmlns:a16="http://schemas.microsoft.com/office/drawing/2014/main" id="{72C5A28D-63B2-43A4-81C8-C5FF626FB105}"/>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3" name="Graphic 6">
            <a:extLst>
              <a:ext uri="{FF2B5EF4-FFF2-40B4-BE49-F238E27FC236}">
                <a16:creationId xmlns:a16="http://schemas.microsoft.com/office/drawing/2014/main" id="{18BCB4C1-C568-4643-99CB-5573B5D9A48D}"/>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51122835-2201-450D-93D5-2F766B2D19E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5422249C-C671-4BC5-8ABA-DE9E11786FA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5887A9-E5B3-43C7-888F-A7782D191A9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B7A6BE69-968D-413A-8785-507D5096D79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CBC32F23-F9CC-4E9B-8558-3C7A095341C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345901186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Blue Title and Content">
    <p:bg>
      <p:bgPr>
        <a:solidFill>
          <a:schemeClr val="accent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989F97B-D34A-4C18-BDCF-E5EC8FCA9F6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tretch/>
        </p:blipFill>
        <p:spPr bwMode="auto">
          <a:xfrm>
            <a:off x="0" y="0"/>
            <a:ext cx="12190413"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p:cNvSpPr>
            <a:spLocks noGrp="1"/>
          </p:cNvSpPr>
          <p:nvPr>
            <p:ph type="title"/>
          </p:nvPr>
        </p:nvSpPr>
        <p:spPr>
          <a:xfrm>
            <a:off x="188963" y="46353"/>
            <a:ext cx="11814077" cy="826718"/>
          </a:xfrm>
        </p:spPr>
        <p:txBody>
          <a:bodyPr anchor="b"/>
          <a:lstStyle>
            <a:lvl1pPr algn="ctr">
              <a:defRPr>
                <a:solidFill>
                  <a:schemeClr val="bg1"/>
                </a:solidFill>
              </a:defRPr>
            </a:lvl1pPr>
          </a:lstStyle>
          <a:p>
            <a:r>
              <a:rPr lang="en-US" dirty="0"/>
              <a:t>Click to edit Master title style</a:t>
            </a:r>
          </a:p>
        </p:txBody>
      </p:sp>
      <p:sp>
        <p:nvSpPr>
          <p:cNvPr id="14" name="Slide Number Placeholder 2">
            <a:extLst>
              <a:ext uri="{FF2B5EF4-FFF2-40B4-BE49-F238E27FC236}">
                <a16:creationId xmlns:a16="http://schemas.microsoft.com/office/drawing/2014/main" id="{72C5A28D-63B2-43A4-81C8-C5FF626FB105}"/>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3" name="Graphic 6">
            <a:extLst>
              <a:ext uri="{FF2B5EF4-FFF2-40B4-BE49-F238E27FC236}">
                <a16:creationId xmlns:a16="http://schemas.microsoft.com/office/drawing/2014/main" id="{18BCB4C1-C568-4643-99CB-5573B5D9A48D}"/>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51122835-2201-450D-93D5-2F766B2D19E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5422249C-C671-4BC5-8ABA-DE9E11786FA9}"/>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5887A9-E5B3-43C7-888F-A7782D191A9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B7A6BE69-968D-413A-8785-507D5096D79A}"/>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CBC32F23-F9CC-4E9B-8558-3C7A095341C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cxnSp>
        <p:nvCxnSpPr>
          <p:cNvPr id="20" name="Straight Connector 19">
            <a:extLst>
              <a:ext uri="{FF2B5EF4-FFF2-40B4-BE49-F238E27FC236}">
                <a16:creationId xmlns:a16="http://schemas.microsoft.com/office/drawing/2014/main" id="{895FB0DF-CA16-6B1B-8161-8952AE7B34D3}"/>
              </a:ext>
            </a:extLst>
          </p:cNvPr>
          <p:cNvCxnSpPr>
            <a:cxnSpLocks/>
          </p:cNvCxnSpPr>
          <p:nvPr userDrawn="1"/>
        </p:nvCxnSpPr>
        <p:spPr>
          <a:xfrm>
            <a:off x="188963" y="952140"/>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9754228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Blue Title">
    <p:bg>
      <p:bgPr>
        <a:solidFill>
          <a:schemeClr val="accent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wrap="square"/>
          <a:lstStyle>
            <a:lvl1pPr>
              <a:defRPr>
                <a:solidFill>
                  <a:schemeClr val="bg1"/>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3" name="Slide Number Placeholder 2">
            <a:extLst>
              <a:ext uri="{FF2B5EF4-FFF2-40B4-BE49-F238E27FC236}">
                <a16:creationId xmlns:a16="http://schemas.microsoft.com/office/drawing/2014/main" id="{F8D9189E-E64E-4046-BF66-32760AEA8916}"/>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4" name="Graphic 6">
            <a:extLst>
              <a:ext uri="{FF2B5EF4-FFF2-40B4-BE49-F238E27FC236}">
                <a16:creationId xmlns:a16="http://schemas.microsoft.com/office/drawing/2014/main" id="{3C521125-5464-4662-A4C7-7F3D52EEEA64}"/>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1DF96E25-5917-42FA-ACE8-D92A6D87CF46}"/>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3F1EB57E-DBB4-4076-B385-41D99EE18603}"/>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67C8341-3A20-43CD-9798-757AE09D8A93}"/>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47B4206A-9AF7-4D02-A11A-6A53EECE7C84}"/>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8CD7ECAA-4128-40DF-81EA-6CE56BB4C99A}"/>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361838043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Blue Blank">
    <p:bg>
      <p:bgPr>
        <a:solidFill>
          <a:schemeClr val="accent1"/>
        </a:solidFill>
        <a:effectLst/>
      </p:bgPr>
    </p:bg>
    <p:spTree>
      <p:nvGrpSpPr>
        <p:cNvPr id="1" name=""/>
        <p:cNvGrpSpPr/>
        <p:nvPr/>
      </p:nvGrpSpPr>
      <p:grpSpPr>
        <a:xfrm>
          <a:off x="0" y="0"/>
          <a:ext cx="0" cy="0"/>
          <a:chOff x="0" y="0"/>
          <a:chExt cx="0" cy="0"/>
        </a:xfrm>
      </p:grpSpPr>
      <p:sp>
        <p:nvSpPr>
          <p:cNvPr id="8" name="Slide Number Placeholder 2">
            <a:extLst>
              <a:ext uri="{FF2B5EF4-FFF2-40B4-BE49-F238E27FC236}">
                <a16:creationId xmlns:a16="http://schemas.microsoft.com/office/drawing/2014/main" id="{7B9C84A7-99FC-4E94-98C3-D1B48CB7920C}"/>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4" name="Graphic 6">
            <a:extLst>
              <a:ext uri="{FF2B5EF4-FFF2-40B4-BE49-F238E27FC236}">
                <a16:creationId xmlns:a16="http://schemas.microsoft.com/office/drawing/2014/main" id="{60E3CDBE-3399-4DCB-9C5D-4DA2D828AE0A}"/>
              </a:ext>
            </a:extLst>
          </p:cNvPr>
          <p:cNvGrpSpPr/>
          <p:nvPr userDrawn="1"/>
        </p:nvGrpSpPr>
        <p:grpSpPr>
          <a:xfrm>
            <a:off x="11047011" y="6384416"/>
            <a:ext cx="987810" cy="292608"/>
            <a:chOff x="4710906" y="3597973"/>
            <a:chExt cx="2760252" cy="819150"/>
          </a:xfrm>
          <a:solidFill>
            <a:schemeClr val="bg1"/>
          </a:solidFill>
        </p:grpSpPr>
        <p:sp>
          <p:nvSpPr>
            <p:cNvPr id="15" name="Freeform: Shape 14">
              <a:extLst>
                <a:ext uri="{FF2B5EF4-FFF2-40B4-BE49-F238E27FC236}">
                  <a16:creationId xmlns:a16="http://schemas.microsoft.com/office/drawing/2014/main" id="{39C735E9-A189-45C0-B01E-CCB95EDFF42F}"/>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242E2DB9-7B58-4911-AE12-6515552932D2}"/>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406DA6AD-4FC0-450E-9E79-B61D0898C8D4}"/>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257E257B-6729-4BC1-AE4F-27672AC8BD3D}"/>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9D4F5E7B-2DEF-42E6-BBC4-D9E8AD40C84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80369184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itle and Content Right Half Blue">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629031" y="960583"/>
            <a:ext cx="5440776"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6458858" y="1"/>
            <a:ext cx="5733142" cy="626066"/>
          </a:xfrm>
        </p:spPr>
        <p:txBody>
          <a:bodyPr wrap="square"/>
          <a:lstStyle>
            <a:lvl1pPr>
              <a:defRPr>
                <a:solidFill>
                  <a:schemeClr val="bg1"/>
                </a:solidFill>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7" y="671267"/>
            <a:ext cx="5544182"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2" name="Slide Number Placeholder 2">
            <a:extLst>
              <a:ext uri="{FF2B5EF4-FFF2-40B4-BE49-F238E27FC236}">
                <a16:creationId xmlns:a16="http://schemas.microsoft.com/office/drawing/2014/main" id="{4B0DAF07-B938-49EF-A3EC-3E0B30C935D9}"/>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1" name="Graphic 6">
            <a:extLst>
              <a:ext uri="{FF2B5EF4-FFF2-40B4-BE49-F238E27FC236}">
                <a16:creationId xmlns:a16="http://schemas.microsoft.com/office/drawing/2014/main" id="{87769DBB-F749-4358-83E8-2ADC2E3E45DA}"/>
              </a:ext>
            </a:extLst>
          </p:cNvPr>
          <p:cNvGrpSpPr/>
          <p:nvPr userDrawn="1"/>
        </p:nvGrpSpPr>
        <p:grpSpPr>
          <a:xfrm>
            <a:off x="11047011" y="6384416"/>
            <a:ext cx="987810" cy="292608"/>
            <a:chOff x="4710906" y="3597973"/>
            <a:chExt cx="2760252" cy="819150"/>
          </a:xfrm>
          <a:solidFill>
            <a:schemeClr val="bg1"/>
          </a:solidFill>
        </p:grpSpPr>
        <p:sp>
          <p:nvSpPr>
            <p:cNvPr id="13" name="Freeform: Shape 12">
              <a:extLst>
                <a:ext uri="{FF2B5EF4-FFF2-40B4-BE49-F238E27FC236}">
                  <a16:creationId xmlns:a16="http://schemas.microsoft.com/office/drawing/2014/main" id="{07045E09-5BC3-4B42-85DE-D789974691B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0868FCE3-B57F-458B-BFBA-FBB218B7F9C3}"/>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44A673EA-5B6D-46EC-83E6-E4412CC7F4C1}"/>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A3046C8F-A537-44DB-8D1E-4EFB9B26F372}"/>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363BEE48-5231-4789-AF51-60F38E8AAED1}"/>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30597017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and Content Left Half Blue">
    <p:bg>
      <p:bgPr>
        <a:solidFill>
          <a:schemeClr val="accent1"/>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E0AA7C0C-6BB1-4F1B-AA7D-87F3F0B258A7}"/>
              </a:ext>
            </a:extLst>
          </p:cNvPr>
          <p:cNvGrpSpPr/>
          <p:nvPr userDrawn="1"/>
        </p:nvGrpSpPr>
        <p:grpSpPr>
          <a:xfrm>
            <a:off x="188962" y="6384416"/>
            <a:ext cx="987810" cy="292608"/>
            <a:chOff x="4710906" y="3597973"/>
            <a:chExt cx="2760252" cy="819150"/>
          </a:xfrm>
          <a:solidFill>
            <a:schemeClr val="bg1"/>
          </a:solidFill>
        </p:grpSpPr>
        <p:sp>
          <p:nvSpPr>
            <p:cNvPr id="12" name="Freeform: Shape 11">
              <a:extLst>
                <a:ext uri="{FF2B5EF4-FFF2-40B4-BE49-F238E27FC236}">
                  <a16:creationId xmlns:a16="http://schemas.microsoft.com/office/drawing/2014/main" id="{DCB9872F-7771-4FF0-94AF-36D91B1E4C49}"/>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3" name="Freeform: Shape 12">
              <a:extLst>
                <a:ext uri="{FF2B5EF4-FFF2-40B4-BE49-F238E27FC236}">
                  <a16:creationId xmlns:a16="http://schemas.microsoft.com/office/drawing/2014/main" id="{946B3BB4-B5D8-410C-A6CA-6D69568B6A0F}"/>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9B4C1E72-E711-4562-A552-41FEA909BB0B}"/>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1B6F745C-C66F-4882-AB7E-4F8DA0743F19}"/>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D7413D59-7EB1-40EF-9B43-4967F25EC056}"/>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3" name="Content Placeholder 2"/>
          <p:cNvSpPr>
            <a:spLocks noGrp="1"/>
          </p:cNvSpPr>
          <p:nvPr>
            <p:ph idx="1" hasCustomPrompt="1"/>
          </p:nvPr>
        </p:nvSpPr>
        <p:spPr>
          <a:xfrm>
            <a:off x="192998" y="960583"/>
            <a:ext cx="5903004"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2" y="1"/>
            <a:ext cx="6059438" cy="626066"/>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188963" y="671267"/>
            <a:ext cx="5907038"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5" name="Slide Number Placeholder 2">
            <a:extLst>
              <a:ext uri="{FF2B5EF4-FFF2-40B4-BE49-F238E27FC236}">
                <a16:creationId xmlns:a16="http://schemas.microsoft.com/office/drawing/2014/main" id="{2C183AC3-D2F7-481E-AC17-59715D9D88C6}"/>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14292251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15:guide id="2" pos="3936"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Red Title and Content">
    <p:bg>
      <p:bgPr>
        <a:solidFill>
          <a:srgbClr val="CC0035"/>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88963" y="1"/>
            <a:ext cx="11999586" cy="626066"/>
          </a:xfrm>
        </p:spPr>
        <p:txBody>
          <a:bodyPr wrap="none"/>
          <a:lstStyle>
            <a:lvl1pPr>
              <a:defRPr>
                <a:solidFill>
                  <a:schemeClr val="bg1"/>
                </a:solidFill>
              </a:defRPr>
            </a:lvl1pPr>
          </a:lstStyle>
          <a:p>
            <a:r>
              <a:rPr lang="en-US" dirty="0"/>
              <a:t>Click to edit Master title style</a:t>
            </a:r>
          </a:p>
        </p:txBody>
      </p:sp>
      <p:cxnSp>
        <p:nvCxnSpPr>
          <p:cNvPr id="4" name="Straight Connector 3">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5" name="Content Placeholder 2"/>
          <p:cNvSpPr>
            <a:spLocks noGrp="1"/>
          </p:cNvSpPr>
          <p:nvPr>
            <p:ph idx="1" hasCustomPrompt="1"/>
          </p:nvPr>
        </p:nvSpPr>
        <p:spPr>
          <a:xfrm>
            <a:off x="192999" y="960583"/>
            <a:ext cx="11852461" cy="5653862"/>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2">
            <a:extLst>
              <a:ext uri="{FF2B5EF4-FFF2-40B4-BE49-F238E27FC236}">
                <a16:creationId xmlns:a16="http://schemas.microsoft.com/office/drawing/2014/main" id="{64C4D1BD-545C-4729-A158-BA845BBE22A4}"/>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12" name="Graphic 6">
            <a:extLst>
              <a:ext uri="{FF2B5EF4-FFF2-40B4-BE49-F238E27FC236}">
                <a16:creationId xmlns:a16="http://schemas.microsoft.com/office/drawing/2014/main" id="{6C69AE39-E7F1-4011-9C8B-D0A56D7799A7}"/>
              </a:ext>
            </a:extLst>
          </p:cNvPr>
          <p:cNvGrpSpPr/>
          <p:nvPr userDrawn="1"/>
        </p:nvGrpSpPr>
        <p:grpSpPr>
          <a:xfrm>
            <a:off x="11047011" y="6384416"/>
            <a:ext cx="987810" cy="292608"/>
            <a:chOff x="4710906" y="3597973"/>
            <a:chExt cx="2760252" cy="819150"/>
          </a:xfrm>
          <a:solidFill>
            <a:schemeClr val="bg1"/>
          </a:solidFill>
        </p:grpSpPr>
        <p:sp>
          <p:nvSpPr>
            <p:cNvPr id="14" name="Freeform: Shape 13">
              <a:extLst>
                <a:ext uri="{FF2B5EF4-FFF2-40B4-BE49-F238E27FC236}">
                  <a16:creationId xmlns:a16="http://schemas.microsoft.com/office/drawing/2014/main" id="{44EB4542-545D-4497-919D-C784BEC8F533}"/>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C5D0C865-0A9F-4FAA-8E63-270A30F6B4F5}"/>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895E16D0-E0FD-4DC4-B497-A8538C6BBD9D}"/>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5D38CDB3-6744-4504-9D5F-A48613BC0A0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8" name="Freeform: Shape 17">
              <a:extLst>
                <a:ext uri="{FF2B5EF4-FFF2-40B4-BE49-F238E27FC236}">
                  <a16:creationId xmlns:a16="http://schemas.microsoft.com/office/drawing/2014/main" id="{AF44E9BA-11A2-4EAF-9AF3-D49BFDA99F85}"/>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153544940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Title and Content Right Half Red">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462305" y="960583"/>
            <a:ext cx="5598952" cy="5619679"/>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p:cNvSpPr>
            <a:spLocks noGrp="1"/>
          </p:cNvSpPr>
          <p:nvPr>
            <p:ph type="title"/>
          </p:nvPr>
        </p:nvSpPr>
        <p:spPr>
          <a:xfrm>
            <a:off x="6458857" y="1"/>
            <a:ext cx="5733143" cy="626066"/>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684DAE3-1891-054F-8B7F-CF901DD56EFF}"/>
              </a:ext>
            </a:extLst>
          </p:cNvPr>
          <p:cNvCxnSpPr>
            <a:cxnSpLocks/>
          </p:cNvCxnSpPr>
          <p:nvPr/>
        </p:nvCxnSpPr>
        <p:spPr>
          <a:xfrm>
            <a:off x="6458858" y="671267"/>
            <a:ext cx="5277413"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95018B90-1661-4C89-A826-BAF1A0A5986D}"/>
              </a:ext>
            </a:extLst>
          </p:cNvPr>
          <p:cNvGrpSpPr>
            <a:grpSpLocks noChangeAspect="1"/>
          </p:cNvGrpSpPr>
          <p:nvPr userDrawn="1"/>
        </p:nvGrpSpPr>
        <p:grpSpPr bwMode="auto">
          <a:xfrm>
            <a:off x="11044684" y="6389578"/>
            <a:ext cx="982994" cy="289829"/>
            <a:chOff x="5783" y="3319"/>
            <a:chExt cx="2126" cy="627"/>
          </a:xfrm>
          <a:solidFill>
            <a:schemeClr val="bg1"/>
          </a:solidFill>
        </p:grpSpPr>
        <p:sp>
          <p:nvSpPr>
            <p:cNvPr id="7" name="Freeform 5">
              <a:extLst>
                <a:ext uri="{FF2B5EF4-FFF2-40B4-BE49-F238E27FC236}">
                  <a16:creationId xmlns:a16="http://schemas.microsoft.com/office/drawing/2014/main" id="{14C58B46-BC31-477A-8953-33197C16C35C}"/>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8" name="Freeform 6">
              <a:extLst>
                <a:ext uri="{FF2B5EF4-FFF2-40B4-BE49-F238E27FC236}">
                  <a16:creationId xmlns:a16="http://schemas.microsoft.com/office/drawing/2014/main" id="{4686AD01-2B38-41B1-B61F-7C7C998A904D}"/>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9" name="Freeform 7">
              <a:extLst>
                <a:ext uri="{FF2B5EF4-FFF2-40B4-BE49-F238E27FC236}">
                  <a16:creationId xmlns:a16="http://schemas.microsoft.com/office/drawing/2014/main" id="{C563251B-2266-4A84-ACFD-63AD339E5B37}"/>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0" name="Freeform 9">
              <a:extLst>
                <a:ext uri="{FF2B5EF4-FFF2-40B4-BE49-F238E27FC236}">
                  <a16:creationId xmlns:a16="http://schemas.microsoft.com/office/drawing/2014/main" id="{3C17FF24-57DA-4C38-9F5F-6BA588B6A06F}"/>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
        <p:nvSpPr>
          <p:cNvPr id="12" name="Slide Number Placeholder 2">
            <a:extLst>
              <a:ext uri="{FF2B5EF4-FFF2-40B4-BE49-F238E27FC236}">
                <a16:creationId xmlns:a16="http://schemas.microsoft.com/office/drawing/2014/main" id="{09633FA5-09EA-4052-BCDF-15233BD769AD}"/>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90139546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and Content Left Half Red">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8963" y="960583"/>
            <a:ext cx="5120641" cy="5303520"/>
          </a:xfrm>
          <a:prstGeom prst="rect">
            <a:avLst/>
          </a:prstGeom>
        </p:spPr>
        <p:txBody>
          <a:bodyPr lIns="0" rIns="0" anchor="t"/>
          <a:lstStyle>
            <a:lvl1pPr>
              <a:spcAft>
                <a:spcPts val="1189"/>
              </a:spcAft>
              <a:defRPr>
                <a:solidFill>
                  <a:schemeClr val="bg1"/>
                </a:solidFill>
              </a:defRPr>
            </a:lvl1pPr>
            <a:lvl2pPr>
              <a:spcAft>
                <a:spcPts val="1189"/>
              </a:spcAft>
              <a:defRPr>
                <a:solidFill>
                  <a:schemeClr val="bg1"/>
                </a:solidFill>
              </a:defRPr>
            </a:lvl2pPr>
            <a:lvl3pPr>
              <a:spcAft>
                <a:spcPts val="1189"/>
              </a:spcAft>
              <a:defRPr>
                <a:solidFill>
                  <a:schemeClr val="bg1"/>
                </a:solidFill>
              </a:defRPr>
            </a:lvl3pPr>
            <a:lvl4pPr>
              <a:spcAft>
                <a:spcPts val="1189"/>
              </a:spcAft>
              <a:defRPr>
                <a:solidFill>
                  <a:schemeClr val="bg1"/>
                </a:solidFill>
              </a:defRPr>
            </a:lvl4pPr>
            <a:lvl5pPr>
              <a:spcAft>
                <a:spcPts val="1189"/>
              </a:spcAft>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88964" y="-1"/>
            <a:ext cx="5396259" cy="626067"/>
          </a:xfrm>
        </p:spPr>
        <p:txBody>
          <a:bodyPr wrap="none"/>
          <a:lstStyle>
            <a:lvl1pPr>
              <a:defRPr>
                <a:solidFill>
                  <a:schemeClr val="bg1"/>
                </a:solidFill>
                <a:latin typeface="Georgia" panose="02040502050405020303" pitchFamily="18" charset="0"/>
              </a:defRPr>
            </a:lvl1pPr>
          </a:lstStyle>
          <a:p>
            <a:r>
              <a:rPr lang="en-US" dirty="0"/>
              <a:t>Click to edit Master title style</a:t>
            </a:r>
          </a:p>
        </p:txBody>
      </p:sp>
      <p:cxnSp>
        <p:nvCxnSpPr>
          <p:cNvPr id="50" name="Straight Connector 49">
            <a:extLst>
              <a:ext uri="{FF2B5EF4-FFF2-40B4-BE49-F238E27FC236}">
                <a16:creationId xmlns:a16="http://schemas.microsoft.com/office/drawing/2014/main" id="{0684DAE3-1891-054F-8B7F-CF901DD56EFF}"/>
              </a:ext>
            </a:extLst>
          </p:cNvPr>
          <p:cNvCxnSpPr>
            <a:cxnSpLocks/>
          </p:cNvCxnSpPr>
          <p:nvPr/>
        </p:nvCxnSpPr>
        <p:spPr>
          <a:xfrm>
            <a:off x="188962" y="671267"/>
            <a:ext cx="5416344"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2" name="Slide Number Placeholder 2">
            <a:extLst>
              <a:ext uri="{FF2B5EF4-FFF2-40B4-BE49-F238E27FC236}">
                <a16:creationId xmlns:a16="http://schemas.microsoft.com/office/drawing/2014/main" id="{65B8D65B-9FC2-4E1F-BC98-5C27EE1EB0E2}"/>
              </a:ext>
            </a:extLst>
          </p:cNvPr>
          <p:cNvSpPr>
            <a:spLocks noGrp="1"/>
          </p:cNvSpPr>
          <p:nvPr>
            <p:ph type="sldNum" sz="quarter" idx="4"/>
          </p:nvPr>
        </p:nvSpPr>
        <p:spPr>
          <a:xfrm>
            <a:off x="11167141" y="6446522"/>
            <a:ext cx="912912" cy="365125"/>
          </a:xfrm>
          <a:prstGeom prst="rect">
            <a:avLst/>
          </a:prstGeom>
        </p:spPr>
        <p:txBody>
          <a:bodyPr vert="horz" lIns="91440" tIns="45720" rIns="91440" bIns="45720" rtlCol="0" anchor="ctr"/>
          <a:lstStyle>
            <a:lvl1pPr algn="r">
              <a:defRPr sz="1000">
                <a:solidFill>
                  <a:schemeClr val="bg1"/>
                </a:solidFill>
              </a:defRPr>
            </a:lvl1pPr>
          </a:lstStyle>
          <a:p>
            <a:fld id="{B3BD2672-75C2-438C-BF59-C55A35C73CD5}" type="slidenum">
              <a:rPr lang="en-US" smtClean="0"/>
              <a:pPr/>
              <a:t>‹#›</a:t>
            </a:fld>
            <a:endParaRPr lang="en-US" dirty="0"/>
          </a:p>
        </p:txBody>
      </p:sp>
      <p:grpSp>
        <p:nvGrpSpPr>
          <p:cNvPr id="11" name="Graphic 6">
            <a:extLst>
              <a:ext uri="{FF2B5EF4-FFF2-40B4-BE49-F238E27FC236}">
                <a16:creationId xmlns:a16="http://schemas.microsoft.com/office/drawing/2014/main" id="{C8680709-E70A-4369-89F1-88234A583C36}"/>
              </a:ext>
            </a:extLst>
          </p:cNvPr>
          <p:cNvGrpSpPr/>
          <p:nvPr userDrawn="1"/>
        </p:nvGrpSpPr>
        <p:grpSpPr>
          <a:xfrm>
            <a:off x="188962" y="6384416"/>
            <a:ext cx="987810" cy="292608"/>
            <a:chOff x="4710906" y="3597973"/>
            <a:chExt cx="2760252" cy="819150"/>
          </a:xfrm>
          <a:solidFill>
            <a:schemeClr val="bg1"/>
          </a:solidFill>
        </p:grpSpPr>
        <p:sp>
          <p:nvSpPr>
            <p:cNvPr id="13" name="Freeform: Shape 12">
              <a:extLst>
                <a:ext uri="{FF2B5EF4-FFF2-40B4-BE49-F238E27FC236}">
                  <a16:creationId xmlns:a16="http://schemas.microsoft.com/office/drawing/2014/main" id="{E2AC0D87-2692-407B-AC83-E889EC1BE6B0}"/>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4" name="Freeform: Shape 13">
              <a:extLst>
                <a:ext uri="{FF2B5EF4-FFF2-40B4-BE49-F238E27FC236}">
                  <a16:creationId xmlns:a16="http://schemas.microsoft.com/office/drawing/2014/main" id="{379F36B8-C2A5-453B-89BF-EBABA1B5D6B6}"/>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15" name="Freeform: Shape 14">
              <a:extLst>
                <a:ext uri="{FF2B5EF4-FFF2-40B4-BE49-F238E27FC236}">
                  <a16:creationId xmlns:a16="http://schemas.microsoft.com/office/drawing/2014/main" id="{5F403BCE-5B9C-4570-9AD9-9D2A12809A30}"/>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16" name="Freeform: Shape 15">
              <a:extLst>
                <a:ext uri="{FF2B5EF4-FFF2-40B4-BE49-F238E27FC236}">
                  <a16:creationId xmlns:a16="http://schemas.microsoft.com/office/drawing/2014/main" id="{3CAC39AB-173B-4C53-8054-DB5C88DF444C}"/>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17" name="Freeform: Shape 16">
              <a:extLst>
                <a:ext uri="{FF2B5EF4-FFF2-40B4-BE49-F238E27FC236}">
                  <a16:creationId xmlns:a16="http://schemas.microsoft.com/office/drawing/2014/main" id="{15045E44-058B-4555-9B45-B9A3D8F33412}"/>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Tree>
    <p:extLst>
      <p:ext uri="{BB962C8B-B14F-4D97-AF65-F5344CB8AC3E}">
        <p14:creationId xmlns:p14="http://schemas.microsoft.com/office/powerpoint/2010/main" val="113991552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Red Blank">
    <p:bg>
      <p:bgPr>
        <a:solidFill>
          <a:srgbClr val="CC003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2FF7-3372-4297-A15F-644DDA99F9B1}"/>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solidFill>
              </a:defRPr>
            </a:lvl1pPr>
          </a:lstStyle>
          <a:p>
            <a:fld id="{B3BD2672-75C2-438C-BF59-C55A35C73CD5}" type="slidenum">
              <a:rPr lang="en-US" smtClean="0"/>
              <a:pPr/>
              <a:t>‹#›</a:t>
            </a:fld>
            <a:endParaRPr lang="en-US" dirty="0"/>
          </a:p>
        </p:txBody>
      </p:sp>
      <p:grpSp>
        <p:nvGrpSpPr>
          <p:cNvPr id="4" name="Group 3">
            <a:extLst>
              <a:ext uri="{FF2B5EF4-FFF2-40B4-BE49-F238E27FC236}">
                <a16:creationId xmlns:a16="http://schemas.microsoft.com/office/drawing/2014/main" id="{78700976-5994-4CB4-9470-8A781B7554AA}"/>
              </a:ext>
            </a:extLst>
          </p:cNvPr>
          <p:cNvGrpSpPr>
            <a:grpSpLocks noChangeAspect="1"/>
          </p:cNvGrpSpPr>
          <p:nvPr userDrawn="1"/>
        </p:nvGrpSpPr>
        <p:grpSpPr bwMode="auto">
          <a:xfrm>
            <a:off x="11044684" y="6389578"/>
            <a:ext cx="982994" cy="289829"/>
            <a:chOff x="5783" y="3319"/>
            <a:chExt cx="2126" cy="627"/>
          </a:xfrm>
          <a:solidFill>
            <a:schemeClr val="bg1"/>
          </a:solidFill>
        </p:grpSpPr>
        <p:sp>
          <p:nvSpPr>
            <p:cNvPr id="5" name="Freeform 5">
              <a:extLst>
                <a:ext uri="{FF2B5EF4-FFF2-40B4-BE49-F238E27FC236}">
                  <a16:creationId xmlns:a16="http://schemas.microsoft.com/office/drawing/2014/main" id="{E12791F9-9884-4103-84CC-CA73D5D9B85E}"/>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6" name="Freeform 6">
              <a:extLst>
                <a:ext uri="{FF2B5EF4-FFF2-40B4-BE49-F238E27FC236}">
                  <a16:creationId xmlns:a16="http://schemas.microsoft.com/office/drawing/2014/main" id="{324B9327-4B10-4D4C-BCD2-36AB9007CB76}"/>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7" name="Freeform 7">
              <a:extLst>
                <a:ext uri="{FF2B5EF4-FFF2-40B4-BE49-F238E27FC236}">
                  <a16:creationId xmlns:a16="http://schemas.microsoft.com/office/drawing/2014/main" id="{45E444D3-143B-41F6-9BF3-0CBE7BA5BCBD}"/>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8" name="Freeform 9">
              <a:extLst>
                <a:ext uri="{FF2B5EF4-FFF2-40B4-BE49-F238E27FC236}">
                  <a16:creationId xmlns:a16="http://schemas.microsoft.com/office/drawing/2014/main" id="{45E18EC0-4FDB-47AE-8CA3-C45AE9B59D46}"/>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89105206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Yellow Title and Content">
    <p:bg>
      <p:bgPr>
        <a:solidFill>
          <a:schemeClr val="accent3"/>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88963" y="1"/>
            <a:ext cx="11814076" cy="626066"/>
          </a:xfrm>
        </p:spPr>
        <p:txBody>
          <a:bodyPr wrap="none"/>
          <a:lstStyle>
            <a:lvl1pPr>
              <a:defRPr>
                <a:solidFill>
                  <a:schemeClr val="tx1"/>
                </a:solidFill>
              </a:defRPr>
            </a:lvl1pPr>
          </a:lstStyle>
          <a:p>
            <a:r>
              <a:rPr lang="en-US"/>
              <a:t>Click to edit Master title style</a:t>
            </a:r>
            <a:endParaRPr lang="en-US" dirty="0"/>
          </a:p>
        </p:txBody>
      </p:sp>
      <p:sp>
        <p:nvSpPr>
          <p:cNvPr id="6" name="Content Placeholder 2"/>
          <p:cNvSpPr>
            <a:spLocks noGrp="1"/>
          </p:cNvSpPr>
          <p:nvPr>
            <p:ph idx="1" hasCustomPrompt="1"/>
          </p:nvPr>
        </p:nvSpPr>
        <p:spPr>
          <a:xfrm>
            <a:off x="188962" y="960581"/>
            <a:ext cx="11890296" cy="5486400"/>
          </a:xfrm>
          <a:prstGeom prst="rect">
            <a:avLst/>
          </a:prstGeom>
        </p:spPr>
        <p:txBody>
          <a:bodyPr lIns="0" rIns="0" anchor="t"/>
          <a:lstStyle>
            <a:lvl1pPr>
              <a:spcAft>
                <a:spcPts val="1189"/>
              </a:spcAft>
              <a:defRPr>
                <a:solidFill>
                  <a:schemeClr val="tx1"/>
                </a:solidFill>
              </a:defRPr>
            </a:lvl1pPr>
            <a:lvl2pPr>
              <a:spcAft>
                <a:spcPts val="1189"/>
              </a:spcAft>
              <a:defRPr>
                <a:solidFill>
                  <a:schemeClr val="tx1"/>
                </a:solidFill>
              </a:defRPr>
            </a:lvl2pPr>
            <a:lvl3pPr>
              <a:spcAft>
                <a:spcPts val="1189"/>
              </a:spcAft>
              <a:defRPr>
                <a:solidFill>
                  <a:schemeClr val="tx1"/>
                </a:solidFill>
              </a:defRPr>
            </a:lvl3pPr>
            <a:lvl4pPr>
              <a:spcAft>
                <a:spcPts val="1189"/>
              </a:spcAft>
              <a:defRPr>
                <a:solidFill>
                  <a:schemeClr val="tx1"/>
                </a:solidFill>
              </a:defRPr>
            </a:lvl4pPr>
            <a:lvl5pPr>
              <a:spcAft>
                <a:spcPts val="1189"/>
              </a:spcAft>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E305BAD0-523E-4C44-8409-C4443E1F946F}"/>
              </a:ext>
            </a:extLst>
          </p:cNvPr>
          <p:cNvCxnSpPr>
            <a:cxnSpLocks/>
          </p:cNvCxnSpPr>
          <p:nvPr userDrawn="1"/>
        </p:nvCxnSpPr>
        <p:spPr>
          <a:xfrm>
            <a:off x="188963" y="671267"/>
            <a:ext cx="11814077" cy="0"/>
          </a:xfrm>
          <a:prstGeom prst="line">
            <a:avLst/>
          </a:prstGeom>
          <a:ln w="12700">
            <a:solidFill>
              <a:srgbClr val="262626"/>
            </a:solidFill>
          </a:ln>
        </p:spPr>
        <p:style>
          <a:lnRef idx="1">
            <a:schemeClr val="dk1"/>
          </a:lnRef>
          <a:fillRef idx="0">
            <a:schemeClr val="dk1"/>
          </a:fillRef>
          <a:effectRef idx="0">
            <a:schemeClr val="dk1"/>
          </a:effectRef>
          <a:fontRef idx="minor">
            <a:schemeClr val="tx1"/>
          </a:fontRef>
        </p:style>
      </p:cxnSp>
      <p:sp>
        <p:nvSpPr>
          <p:cNvPr id="14" name="Slide Number Placeholder 2">
            <a:extLst>
              <a:ext uri="{FF2B5EF4-FFF2-40B4-BE49-F238E27FC236}">
                <a16:creationId xmlns:a16="http://schemas.microsoft.com/office/drawing/2014/main" id="{3DD66885-3443-4C32-9AC9-FC1346B140B9}"/>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grpSp>
        <p:nvGrpSpPr>
          <p:cNvPr id="13" name="Group 12">
            <a:extLst>
              <a:ext uri="{FF2B5EF4-FFF2-40B4-BE49-F238E27FC236}">
                <a16:creationId xmlns:a16="http://schemas.microsoft.com/office/drawing/2014/main" id="{DF5460D2-DAC0-4BAA-8CBA-C5D34B4FE857}"/>
              </a:ext>
            </a:extLst>
          </p:cNvPr>
          <p:cNvGrpSpPr>
            <a:grpSpLocks noChangeAspect="1"/>
          </p:cNvGrpSpPr>
          <p:nvPr userDrawn="1"/>
        </p:nvGrpSpPr>
        <p:grpSpPr bwMode="auto">
          <a:xfrm>
            <a:off x="11044684" y="6389578"/>
            <a:ext cx="982994" cy="289829"/>
            <a:chOff x="5783" y="3319"/>
            <a:chExt cx="2126" cy="627"/>
          </a:xfrm>
          <a:solidFill>
            <a:schemeClr val="tx1"/>
          </a:solidFill>
        </p:grpSpPr>
        <p:sp>
          <p:nvSpPr>
            <p:cNvPr id="15" name="Freeform 5">
              <a:extLst>
                <a:ext uri="{FF2B5EF4-FFF2-40B4-BE49-F238E27FC236}">
                  <a16:creationId xmlns:a16="http://schemas.microsoft.com/office/drawing/2014/main" id="{55077743-832C-4F05-B705-AF9DE99C4E06}"/>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6" name="Freeform 6">
              <a:extLst>
                <a:ext uri="{FF2B5EF4-FFF2-40B4-BE49-F238E27FC236}">
                  <a16:creationId xmlns:a16="http://schemas.microsoft.com/office/drawing/2014/main" id="{92659B6A-8A9F-4AA0-BCAE-45824C80F4F8}"/>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7" name="Freeform 7">
              <a:extLst>
                <a:ext uri="{FF2B5EF4-FFF2-40B4-BE49-F238E27FC236}">
                  <a16:creationId xmlns:a16="http://schemas.microsoft.com/office/drawing/2014/main" id="{A4149A2D-B78F-4E21-8970-D85F16E0389B}"/>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8" name="Freeform 9">
              <a:extLst>
                <a:ext uri="{FF2B5EF4-FFF2-40B4-BE49-F238E27FC236}">
                  <a16:creationId xmlns:a16="http://schemas.microsoft.com/office/drawing/2014/main" id="{54AC4FCA-A415-453C-9407-4F21E437DAE5}"/>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34637312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Teal Title and Content">
    <p:bg>
      <p:bgPr>
        <a:solidFill>
          <a:srgbClr val="59C3C3"/>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noFill/>
        </p:spPr>
        <p:txBody>
          <a:bodyPr wrap="none"/>
          <a:lstStyle>
            <a:lvl1pPr>
              <a:defRPr sz="3200"/>
            </a:lvl1pPr>
          </a:lstStyle>
          <a:p>
            <a:r>
              <a:rPr lang="en-US" dirty="0"/>
              <a:t>Click to edit Master title style</a:t>
            </a:r>
          </a:p>
        </p:txBody>
      </p:sp>
      <p:cxnSp>
        <p:nvCxnSpPr>
          <p:cNvPr id="4" name="Straight Connector 3">
            <a:extLst>
              <a:ext uri="{FF2B5EF4-FFF2-40B4-BE49-F238E27FC236}">
                <a16:creationId xmlns:a16="http://schemas.microsoft.com/office/drawing/2014/main" id="{0684DAE3-1891-054F-8B7F-CF901DD56EFF}"/>
              </a:ext>
            </a:extLst>
          </p:cNvPr>
          <p:cNvCxnSpPr>
            <a:cxnSpLocks/>
          </p:cNvCxnSpPr>
          <p:nvPr/>
        </p:nvCxnSpPr>
        <p:spPr>
          <a:xfrm>
            <a:off x="188963" y="671267"/>
            <a:ext cx="11814077" cy="0"/>
          </a:xfrm>
          <a:prstGeom prst="line">
            <a:avLst/>
          </a:prstGeom>
          <a:ln w="12700">
            <a:solidFill>
              <a:srgbClr val="262626"/>
            </a:solidFill>
          </a:ln>
        </p:spPr>
        <p:style>
          <a:lnRef idx="1">
            <a:schemeClr val="dk1"/>
          </a:lnRef>
          <a:fillRef idx="0">
            <a:schemeClr val="dk1"/>
          </a:fillRef>
          <a:effectRef idx="0">
            <a:schemeClr val="dk1"/>
          </a:effectRef>
          <a:fontRef idx="minor">
            <a:schemeClr val="tx1"/>
          </a:fontRef>
        </p:style>
      </p:cxnSp>
      <p:sp>
        <p:nvSpPr>
          <p:cNvPr id="5" name="Content Placeholder 2"/>
          <p:cNvSpPr>
            <a:spLocks noGrp="1"/>
          </p:cNvSpPr>
          <p:nvPr>
            <p:ph idx="1" hasCustomPrompt="1"/>
          </p:nvPr>
        </p:nvSpPr>
        <p:spPr>
          <a:xfrm>
            <a:off x="188962" y="960582"/>
            <a:ext cx="11890296" cy="5486400"/>
          </a:xfrm>
          <a:prstGeom prst="rect">
            <a:avLst/>
          </a:prstGeom>
        </p:spPr>
        <p:txBody>
          <a:bodyPr vert="horz" lIns="0" tIns="0" rIns="0" bIns="0" rtlCol="0" anchor="t">
            <a:normAutofit/>
          </a:bodyPr>
          <a:lstStyle>
            <a:lvl1pPr>
              <a:defRPr lang="en-US" sz="2400"/>
            </a:lvl1pPr>
            <a:lvl2pPr>
              <a:defRPr lang="en-US" sz="1800"/>
            </a:lvl2pPr>
            <a:lvl3pPr>
              <a:defRPr lang="en-US" sz="1800"/>
            </a:lvl3pPr>
            <a:lvl4pPr>
              <a:defRPr lang="en-US" sz="1600"/>
            </a:lvl4pPr>
            <a:lvl5pPr>
              <a:defRPr lang="en-US" sz="1600" dirty="0"/>
            </a:lvl5pPr>
          </a:lstStyle>
          <a:p>
            <a:pPr lvl="0">
              <a:spcAft>
                <a:spcPts val="1189"/>
              </a:spcAft>
            </a:pPr>
            <a:r>
              <a:rPr lang="en-US" dirty="0"/>
              <a:t>Edit Master text styles</a:t>
            </a:r>
          </a:p>
          <a:p>
            <a:pPr lvl="1">
              <a:spcAft>
                <a:spcPts val="1189"/>
              </a:spcAft>
            </a:pPr>
            <a:r>
              <a:rPr lang="en-US" dirty="0"/>
              <a:t>Second level</a:t>
            </a:r>
          </a:p>
          <a:p>
            <a:pPr lvl="2">
              <a:spcAft>
                <a:spcPts val="1189"/>
              </a:spcAft>
            </a:pPr>
            <a:r>
              <a:rPr lang="en-US" dirty="0"/>
              <a:t>Third level</a:t>
            </a:r>
          </a:p>
          <a:p>
            <a:pPr lvl="3">
              <a:spcAft>
                <a:spcPts val="1189"/>
              </a:spcAft>
            </a:pPr>
            <a:r>
              <a:rPr lang="en-US" dirty="0"/>
              <a:t>Fourth level</a:t>
            </a:r>
          </a:p>
          <a:p>
            <a:pPr lvl="4">
              <a:spcAft>
                <a:spcPts val="1189"/>
              </a:spcAft>
            </a:pPr>
            <a:r>
              <a:rPr lang="en-US" dirty="0"/>
              <a:t>Fifth level</a:t>
            </a:r>
          </a:p>
        </p:txBody>
      </p:sp>
      <p:sp>
        <p:nvSpPr>
          <p:cNvPr id="13" name="Slide Number Placeholder 2">
            <a:extLst>
              <a:ext uri="{FF2B5EF4-FFF2-40B4-BE49-F238E27FC236}">
                <a16:creationId xmlns:a16="http://schemas.microsoft.com/office/drawing/2014/main" id="{A192D779-2EAF-4476-A902-8A3048B5AC1E}"/>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65000"/>
                  </a:schemeClr>
                </a:solidFill>
              </a:defRPr>
            </a:lvl1pPr>
          </a:lstStyle>
          <a:p>
            <a:fld id="{B3BD2672-75C2-438C-BF59-C55A35C73CD5}" type="slidenum">
              <a:rPr lang="en-US" smtClean="0"/>
              <a:pPr/>
              <a:t>‹#›</a:t>
            </a:fld>
            <a:endParaRPr lang="en-US" dirty="0"/>
          </a:p>
        </p:txBody>
      </p:sp>
      <p:grpSp>
        <p:nvGrpSpPr>
          <p:cNvPr id="12" name="Group 11">
            <a:extLst>
              <a:ext uri="{FF2B5EF4-FFF2-40B4-BE49-F238E27FC236}">
                <a16:creationId xmlns:a16="http://schemas.microsoft.com/office/drawing/2014/main" id="{B23B9B2D-B59D-4BAC-83F7-DDF7AC45B796}"/>
              </a:ext>
            </a:extLst>
          </p:cNvPr>
          <p:cNvGrpSpPr>
            <a:grpSpLocks noChangeAspect="1"/>
          </p:cNvGrpSpPr>
          <p:nvPr userDrawn="1"/>
        </p:nvGrpSpPr>
        <p:grpSpPr bwMode="auto">
          <a:xfrm>
            <a:off x="11044684" y="6389578"/>
            <a:ext cx="982994" cy="289829"/>
            <a:chOff x="5783" y="3319"/>
            <a:chExt cx="2126" cy="627"/>
          </a:xfrm>
          <a:solidFill>
            <a:schemeClr val="tx1"/>
          </a:solidFill>
        </p:grpSpPr>
        <p:sp>
          <p:nvSpPr>
            <p:cNvPr id="14" name="Freeform 5">
              <a:extLst>
                <a:ext uri="{FF2B5EF4-FFF2-40B4-BE49-F238E27FC236}">
                  <a16:creationId xmlns:a16="http://schemas.microsoft.com/office/drawing/2014/main" id="{C943EF4A-6B18-4781-8776-4DDE3F0B19DB}"/>
                </a:ext>
              </a:extLst>
            </p:cNvPr>
            <p:cNvSpPr>
              <a:spLocks/>
            </p:cNvSpPr>
            <p:nvPr userDrawn="1"/>
          </p:nvSpPr>
          <p:spPr bwMode="auto">
            <a:xfrm>
              <a:off x="6442" y="3332"/>
              <a:ext cx="743" cy="597"/>
            </a:xfrm>
            <a:custGeom>
              <a:avLst/>
              <a:gdLst>
                <a:gd name="T0" fmla="*/ 403 w 404"/>
                <a:gd name="T1" fmla="*/ 0 h 323"/>
                <a:gd name="T2" fmla="*/ 386 w 404"/>
                <a:gd name="T3" fmla="*/ 0 h 323"/>
                <a:gd name="T4" fmla="*/ 334 w 404"/>
                <a:gd name="T5" fmla="*/ 0 h 323"/>
                <a:gd name="T6" fmla="*/ 317 w 404"/>
                <a:gd name="T7" fmla="*/ 0 h 323"/>
                <a:gd name="T8" fmla="*/ 202 w 404"/>
                <a:gd name="T9" fmla="*/ 110 h 323"/>
                <a:gd name="T10" fmla="*/ 87 w 404"/>
                <a:gd name="T11" fmla="*/ 0 h 323"/>
                <a:gd name="T12" fmla="*/ 70 w 404"/>
                <a:gd name="T13" fmla="*/ 0 h 323"/>
                <a:gd name="T14" fmla="*/ 18 w 404"/>
                <a:gd name="T15" fmla="*/ 0 h 323"/>
                <a:gd name="T16" fmla="*/ 1 w 404"/>
                <a:gd name="T17" fmla="*/ 0 h 323"/>
                <a:gd name="T18" fmla="*/ 1 w 404"/>
                <a:gd name="T19" fmla="*/ 28 h 323"/>
                <a:gd name="T20" fmla="*/ 18 w 404"/>
                <a:gd name="T21" fmla="*/ 48 h 323"/>
                <a:gd name="T22" fmla="*/ 18 w 404"/>
                <a:gd name="T23" fmla="*/ 274 h 323"/>
                <a:gd name="T24" fmla="*/ 0 w 404"/>
                <a:gd name="T25" fmla="*/ 295 h 323"/>
                <a:gd name="T26" fmla="*/ 0 w 404"/>
                <a:gd name="T27" fmla="*/ 323 h 323"/>
                <a:gd name="T28" fmla="*/ 115 w 404"/>
                <a:gd name="T29" fmla="*/ 323 h 323"/>
                <a:gd name="T30" fmla="*/ 115 w 404"/>
                <a:gd name="T31" fmla="*/ 294 h 323"/>
                <a:gd name="T32" fmla="*/ 98 w 404"/>
                <a:gd name="T33" fmla="*/ 270 h 323"/>
                <a:gd name="T34" fmla="*/ 98 w 404"/>
                <a:gd name="T35" fmla="*/ 125 h 323"/>
                <a:gd name="T36" fmla="*/ 195 w 404"/>
                <a:gd name="T37" fmla="*/ 218 h 323"/>
                <a:gd name="T38" fmla="*/ 202 w 404"/>
                <a:gd name="T39" fmla="*/ 225 h 323"/>
                <a:gd name="T40" fmla="*/ 306 w 404"/>
                <a:gd name="T41" fmla="*/ 125 h 323"/>
                <a:gd name="T42" fmla="*/ 306 w 404"/>
                <a:gd name="T43" fmla="*/ 274 h 323"/>
                <a:gd name="T44" fmla="*/ 289 w 404"/>
                <a:gd name="T45" fmla="*/ 295 h 323"/>
                <a:gd name="T46" fmla="*/ 289 w 404"/>
                <a:gd name="T47" fmla="*/ 323 h 323"/>
                <a:gd name="T48" fmla="*/ 334 w 404"/>
                <a:gd name="T49" fmla="*/ 323 h 323"/>
                <a:gd name="T50" fmla="*/ 334 w 404"/>
                <a:gd name="T51" fmla="*/ 323 h 323"/>
                <a:gd name="T52" fmla="*/ 404 w 404"/>
                <a:gd name="T53" fmla="*/ 323 h 323"/>
                <a:gd name="T54" fmla="*/ 404 w 404"/>
                <a:gd name="T55" fmla="*/ 294 h 323"/>
                <a:gd name="T56" fmla="*/ 386 w 404"/>
                <a:gd name="T57" fmla="*/ 270 h 323"/>
                <a:gd name="T58" fmla="*/ 386 w 404"/>
                <a:gd name="T59" fmla="*/ 270 h 323"/>
                <a:gd name="T60" fmla="*/ 386 w 404"/>
                <a:gd name="T61" fmla="*/ 51 h 323"/>
                <a:gd name="T62" fmla="*/ 403 w 404"/>
                <a:gd name="T63" fmla="*/ 28 h 323"/>
                <a:gd name="T64" fmla="*/ 403 w 404"/>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4" h="323">
                  <a:moveTo>
                    <a:pt x="403" y="0"/>
                  </a:moveTo>
                  <a:cubicBezTo>
                    <a:pt x="386" y="0"/>
                    <a:pt x="386" y="0"/>
                    <a:pt x="386" y="0"/>
                  </a:cubicBezTo>
                  <a:cubicBezTo>
                    <a:pt x="334" y="0"/>
                    <a:pt x="334" y="0"/>
                    <a:pt x="334" y="0"/>
                  </a:cubicBezTo>
                  <a:cubicBezTo>
                    <a:pt x="317" y="0"/>
                    <a:pt x="317" y="0"/>
                    <a:pt x="317" y="0"/>
                  </a:cubicBezTo>
                  <a:cubicBezTo>
                    <a:pt x="202" y="110"/>
                    <a:pt x="202" y="110"/>
                    <a:pt x="202" y="110"/>
                  </a:cubicBezTo>
                  <a:cubicBezTo>
                    <a:pt x="87" y="0"/>
                    <a:pt x="87" y="0"/>
                    <a:pt x="87" y="0"/>
                  </a:cubicBezTo>
                  <a:cubicBezTo>
                    <a:pt x="70" y="0"/>
                    <a:pt x="70" y="0"/>
                    <a:pt x="70" y="0"/>
                  </a:cubicBezTo>
                  <a:cubicBezTo>
                    <a:pt x="18" y="0"/>
                    <a:pt x="18" y="0"/>
                    <a:pt x="18" y="0"/>
                  </a:cubicBezTo>
                  <a:cubicBezTo>
                    <a:pt x="1" y="0"/>
                    <a:pt x="1" y="0"/>
                    <a:pt x="1" y="0"/>
                  </a:cubicBezTo>
                  <a:cubicBezTo>
                    <a:pt x="1" y="28"/>
                    <a:pt x="1" y="28"/>
                    <a:pt x="1" y="28"/>
                  </a:cubicBezTo>
                  <a:cubicBezTo>
                    <a:pt x="1" y="28"/>
                    <a:pt x="17" y="33"/>
                    <a:pt x="18" y="48"/>
                  </a:cubicBezTo>
                  <a:cubicBezTo>
                    <a:pt x="18" y="274"/>
                    <a:pt x="18" y="274"/>
                    <a:pt x="18" y="274"/>
                  </a:cubicBezTo>
                  <a:cubicBezTo>
                    <a:pt x="16" y="294"/>
                    <a:pt x="0" y="295"/>
                    <a:pt x="0" y="295"/>
                  </a:cubicBezTo>
                  <a:cubicBezTo>
                    <a:pt x="0" y="323"/>
                    <a:pt x="0" y="323"/>
                    <a:pt x="0" y="323"/>
                  </a:cubicBezTo>
                  <a:cubicBezTo>
                    <a:pt x="115" y="323"/>
                    <a:pt x="115" y="323"/>
                    <a:pt x="115" y="323"/>
                  </a:cubicBezTo>
                  <a:cubicBezTo>
                    <a:pt x="115" y="294"/>
                    <a:pt x="115" y="294"/>
                    <a:pt x="115" y="294"/>
                  </a:cubicBezTo>
                  <a:cubicBezTo>
                    <a:pt x="115" y="294"/>
                    <a:pt x="98" y="293"/>
                    <a:pt x="98" y="270"/>
                  </a:cubicBezTo>
                  <a:cubicBezTo>
                    <a:pt x="98" y="125"/>
                    <a:pt x="98" y="125"/>
                    <a:pt x="98" y="125"/>
                  </a:cubicBezTo>
                  <a:cubicBezTo>
                    <a:pt x="195" y="218"/>
                    <a:pt x="195" y="218"/>
                    <a:pt x="195" y="218"/>
                  </a:cubicBezTo>
                  <a:cubicBezTo>
                    <a:pt x="202" y="225"/>
                    <a:pt x="202" y="225"/>
                    <a:pt x="202" y="225"/>
                  </a:cubicBezTo>
                  <a:cubicBezTo>
                    <a:pt x="306" y="125"/>
                    <a:pt x="306" y="125"/>
                    <a:pt x="306" y="125"/>
                  </a:cubicBezTo>
                  <a:cubicBezTo>
                    <a:pt x="306" y="274"/>
                    <a:pt x="306" y="274"/>
                    <a:pt x="306" y="274"/>
                  </a:cubicBezTo>
                  <a:cubicBezTo>
                    <a:pt x="304" y="294"/>
                    <a:pt x="289" y="295"/>
                    <a:pt x="289" y="295"/>
                  </a:cubicBezTo>
                  <a:cubicBezTo>
                    <a:pt x="289" y="323"/>
                    <a:pt x="289" y="323"/>
                    <a:pt x="289" y="323"/>
                  </a:cubicBezTo>
                  <a:cubicBezTo>
                    <a:pt x="334" y="323"/>
                    <a:pt x="334" y="323"/>
                    <a:pt x="334" y="323"/>
                  </a:cubicBezTo>
                  <a:cubicBezTo>
                    <a:pt x="334" y="323"/>
                    <a:pt x="334" y="323"/>
                    <a:pt x="334" y="323"/>
                  </a:cubicBezTo>
                  <a:cubicBezTo>
                    <a:pt x="404" y="323"/>
                    <a:pt x="404" y="323"/>
                    <a:pt x="404" y="323"/>
                  </a:cubicBezTo>
                  <a:cubicBezTo>
                    <a:pt x="404" y="294"/>
                    <a:pt x="404" y="294"/>
                    <a:pt x="404" y="294"/>
                  </a:cubicBezTo>
                  <a:cubicBezTo>
                    <a:pt x="404" y="294"/>
                    <a:pt x="386" y="293"/>
                    <a:pt x="386" y="270"/>
                  </a:cubicBezTo>
                  <a:cubicBezTo>
                    <a:pt x="386" y="270"/>
                    <a:pt x="386" y="270"/>
                    <a:pt x="386" y="270"/>
                  </a:cubicBezTo>
                  <a:cubicBezTo>
                    <a:pt x="386" y="51"/>
                    <a:pt x="386" y="51"/>
                    <a:pt x="386" y="51"/>
                  </a:cubicBezTo>
                  <a:cubicBezTo>
                    <a:pt x="388" y="30"/>
                    <a:pt x="403" y="28"/>
                    <a:pt x="403" y="28"/>
                  </a:cubicBezTo>
                  <a:cubicBezTo>
                    <a:pt x="403" y="0"/>
                    <a:pt x="403" y="0"/>
                    <a:pt x="40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5" name="Freeform 6">
              <a:extLst>
                <a:ext uri="{FF2B5EF4-FFF2-40B4-BE49-F238E27FC236}">
                  <a16:creationId xmlns:a16="http://schemas.microsoft.com/office/drawing/2014/main" id="{76F51FBB-CB88-45D6-8257-0453C0998485}"/>
                </a:ext>
              </a:extLst>
            </p:cNvPr>
            <p:cNvSpPr>
              <a:spLocks/>
            </p:cNvSpPr>
            <p:nvPr userDrawn="1"/>
          </p:nvSpPr>
          <p:spPr bwMode="auto">
            <a:xfrm>
              <a:off x="7267" y="3332"/>
              <a:ext cx="605" cy="608"/>
            </a:xfrm>
            <a:custGeom>
              <a:avLst/>
              <a:gdLst>
                <a:gd name="T0" fmla="*/ 284 w 329"/>
                <a:gd name="T1" fmla="*/ 0 h 329"/>
                <a:gd name="T2" fmla="*/ 232 w 329"/>
                <a:gd name="T3" fmla="*/ 0 h 329"/>
                <a:gd name="T4" fmla="*/ 215 w 329"/>
                <a:gd name="T5" fmla="*/ 0 h 329"/>
                <a:gd name="T6" fmla="*/ 215 w 329"/>
                <a:gd name="T7" fmla="*/ 28 h 329"/>
                <a:gd name="T8" fmla="*/ 232 w 329"/>
                <a:gd name="T9" fmla="*/ 48 h 329"/>
                <a:gd name="T10" fmla="*/ 232 w 329"/>
                <a:gd name="T11" fmla="*/ 179 h 329"/>
                <a:gd name="T12" fmla="*/ 167 w 329"/>
                <a:gd name="T13" fmla="*/ 254 h 329"/>
                <a:gd name="T14" fmla="*/ 97 w 329"/>
                <a:gd name="T15" fmla="*/ 179 h 329"/>
                <a:gd name="T16" fmla="*/ 97 w 329"/>
                <a:gd name="T17" fmla="*/ 55 h 329"/>
                <a:gd name="T18" fmla="*/ 97 w 329"/>
                <a:gd name="T19" fmla="*/ 55 h 329"/>
                <a:gd name="T20" fmla="*/ 115 w 329"/>
                <a:gd name="T21" fmla="*/ 28 h 329"/>
                <a:gd name="T22" fmla="*/ 115 w 329"/>
                <a:gd name="T23" fmla="*/ 0 h 329"/>
                <a:gd name="T24" fmla="*/ 97 w 329"/>
                <a:gd name="T25" fmla="*/ 0 h 329"/>
                <a:gd name="T26" fmla="*/ 69 w 329"/>
                <a:gd name="T27" fmla="*/ 0 h 329"/>
                <a:gd name="T28" fmla="*/ 70 w 329"/>
                <a:gd name="T29" fmla="*/ 0 h 329"/>
                <a:gd name="T30" fmla="*/ 17 w 329"/>
                <a:gd name="T31" fmla="*/ 0 h 329"/>
                <a:gd name="T32" fmla="*/ 0 w 329"/>
                <a:gd name="T33" fmla="*/ 0 h 329"/>
                <a:gd name="T34" fmla="*/ 0 w 329"/>
                <a:gd name="T35" fmla="*/ 28 h 329"/>
                <a:gd name="T36" fmla="*/ 17 w 329"/>
                <a:gd name="T37" fmla="*/ 48 h 329"/>
                <a:gd name="T38" fmla="*/ 17 w 329"/>
                <a:gd name="T39" fmla="*/ 48 h 329"/>
                <a:gd name="T40" fmla="*/ 17 w 329"/>
                <a:gd name="T41" fmla="*/ 184 h 329"/>
                <a:gd name="T42" fmla="*/ 167 w 329"/>
                <a:gd name="T43" fmla="*/ 329 h 329"/>
                <a:gd name="T44" fmla="*/ 312 w 329"/>
                <a:gd name="T45" fmla="*/ 184 h 329"/>
                <a:gd name="T46" fmla="*/ 312 w 329"/>
                <a:gd name="T47" fmla="*/ 50 h 329"/>
                <a:gd name="T48" fmla="*/ 329 w 329"/>
                <a:gd name="T49" fmla="*/ 28 h 329"/>
                <a:gd name="T50" fmla="*/ 329 w 329"/>
                <a:gd name="T51" fmla="*/ 0 h 329"/>
                <a:gd name="T52" fmla="*/ 312 w 329"/>
                <a:gd name="T53" fmla="*/ 0 h 329"/>
                <a:gd name="T54" fmla="*/ 284 w 329"/>
                <a:gd name="T55" fmla="*/ 0 h 329"/>
                <a:gd name="T56" fmla="*/ 284 w 329"/>
                <a:gd name="T5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9" h="329">
                  <a:moveTo>
                    <a:pt x="284" y="0"/>
                  </a:moveTo>
                  <a:cubicBezTo>
                    <a:pt x="232" y="0"/>
                    <a:pt x="232" y="0"/>
                    <a:pt x="232" y="0"/>
                  </a:cubicBezTo>
                  <a:cubicBezTo>
                    <a:pt x="215" y="0"/>
                    <a:pt x="215" y="0"/>
                    <a:pt x="215" y="0"/>
                  </a:cubicBezTo>
                  <a:cubicBezTo>
                    <a:pt x="215" y="28"/>
                    <a:pt x="215" y="28"/>
                    <a:pt x="215" y="28"/>
                  </a:cubicBezTo>
                  <a:cubicBezTo>
                    <a:pt x="215" y="28"/>
                    <a:pt x="231" y="33"/>
                    <a:pt x="232" y="48"/>
                  </a:cubicBezTo>
                  <a:cubicBezTo>
                    <a:pt x="232" y="179"/>
                    <a:pt x="232" y="179"/>
                    <a:pt x="232" y="179"/>
                  </a:cubicBezTo>
                  <a:cubicBezTo>
                    <a:pt x="232" y="225"/>
                    <a:pt x="215" y="254"/>
                    <a:pt x="167" y="254"/>
                  </a:cubicBezTo>
                  <a:cubicBezTo>
                    <a:pt x="121" y="254"/>
                    <a:pt x="97" y="226"/>
                    <a:pt x="97" y="179"/>
                  </a:cubicBezTo>
                  <a:cubicBezTo>
                    <a:pt x="97" y="55"/>
                    <a:pt x="97" y="55"/>
                    <a:pt x="97" y="55"/>
                  </a:cubicBezTo>
                  <a:cubicBezTo>
                    <a:pt x="97" y="55"/>
                    <a:pt x="97" y="55"/>
                    <a:pt x="97" y="55"/>
                  </a:cubicBezTo>
                  <a:cubicBezTo>
                    <a:pt x="97" y="30"/>
                    <a:pt x="115" y="28"/>
                    <a:pt x="115" y="28"/>
                  </a:cubicBezTo>
                  <a:cubicBezTo>
                    <a:pt x="115" y="0"/>
                    <a:pt x="115" y="0"/>
                    <a:pt x="115" y="0"/>
                  </a:cubicBezTo>
                  <a:cubicBezTo>
                    <a:pt x="97" y="0"/>
                    <a:pt x="97" y="0"/>
                    <a:pt x="97" y="0"/>
                  </a:cubicBezTo>
                  <a:cubicBezTo>
                    <a:pt x="69" y="0"/>
                    <a:pt x="69" y="0"/>
                    <a:pt x="69" y="0"/>
                  </a:cubicBezTo>
                  <a:cubicBezTo>
                    <a:pt x="70" y="0"/>
                    <a:pt x="70" y="0"/>
                    <a:pt x="70" y="0"/>
                  </a:cubicBezTo>
                  <a:cubicBezTo>
                    <a:pt x="17" y="0"/>
                    <a:pt x="17" y="0"/>
                    <a:pt x="17" y="0"/>
                  </a:cubicBezTo>
                  <a:cubicBezTo>
                    <a:pt x="0" y="0"/>
                    <a:pt x="0" y="0"/>
                    <a:pt x="0" y="0"/>
                  </a:cubicBezTo>
                  <a:cubicBezTo>
                    <a:pt x="0" y="28"/>
                    <a:pt x="0" y="28"/>
                    <a:pt x="0" y="28"/>
                  </a:cubicBezTo>
                  <a:cubicBezTo>
                    <a:pt x="0" y="28"/>
                    <a:pt x="17" y="33"/>
                    <a:pt x="17" y="48"/>
                  </a:cubicBezTo>
                  <a:cubicBezTo>
                    <a:pt x="17" y="48"/>
                    <a:pt x="17" y="48"/>
                    <a:pt x="17" y="48"/>
                  </a:cubicBezTo>
                  <a:cubicBezTo>
                    <a:pt x="17" y="184"/>
                    <a:pt x="17" y="184"/>
                    <a:pt x="17" y="184"/>
                  </a:cubicBezTo>
                  <a:cubicBezTo>
                    <a:pt x="17" y="268"/>
                    <a:pt x="70" y="329"/>
                    <a:pt x="167" y="329"/>
                  </a:cubicBezTo>
                  <a:cubicBezTo>
                    <a:pt x="265" y="329"/>
                    <a:pt x="312" y="262"/>
                    <a:pt x="312" y="184"/>
                  </a:cubicBezTo>
                  <a:cubicBezTo>
                    <a:pt x="312" y="50"/>
                    <a:pt x="312" y="50"/>
                    <a:pt x="312" y="50"/>
                  </a:cubicBezTo>
                  <a:cubicBezTo>
                    <a:pt x="314" y="30"/>
                    <a:pt x="329" y="28"/>
                    <a:pt x="329" y="28"/>
                  </a:cubicBezTo>
                  <a:cubicBezTo>
                    <a:pt x="329" y="0"/>
                    <a:pt x="329" y="0"/>
                    <a:pt x="329" y="0"/>
                  </a:cubicBezTo>
                  <a:cubicBezTo>
                    <a:pt x="312" y="0"/>
                    <a:pt x="312" y="0"/>
                    <a:pt x="312" y="0"/>
                  </a:cubicBezTo>
                  <a:cubicBezTo>
                    <a:pt x="284" y="0"/>
                    <a:pt x="284" y="0"/>
                    <a:pt x="284" y="0"/>
                  </a:cubicBezTo>
                  <a:cubicBezTo>
                    <a:pt x="284" y="0"/>
                    <a:pt x="284" y="0"/>
                    <a:pt x="28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6" name="Freeform 7">
              <a:extLst>
                <a:ext uri="{FF2B5EF4-FFF2-40B4-BE49-F238E27FC236}">
                  <a16:creationId xmlns:a16="http://schemas.microsoft.com/office/drawing/2014/main" id="{69EF4710-78C8-4A7A-A6AE-9395D2B7A166}"/>
                </a:ext>
              </a:extLst>
            </p:cNvPr>
            <p:cNvSpPr>
              <a:spLocks/>
            </p:cNvSpPr>
            <p:nvPr userDrawn="1"/>
          </p:nvSpPr>
          <p:spPr bwMode="auto">
            <a:xfrm>
              <a:off x="5783" y="3319"/>
              <a:ext cx="580" cy="627"/>
            </a:xfrm>
            <a:custGeom>
              <a:avLst/>
              <a:gdLst>
                <a:gd name="T0" fmla="*/ 155 w 315"/>
                <a:gd name="T1" fmla="*/ 0 h 339"/>
                <a:gd name="T2" fmla="*/ 107 w 315"/>
                <a:gd name="T3" fmla="*/ 3 h 339"/>
                <a:gd name="T4" fmla="*/ 0 w 315"/>
                <a:gd name="T5" fmla="*/ 102 h 339"/>
                <a:gd name="T6" fmla="*/ 70 w 315"/>
                <a:gd name="T7" fmla="*/ 187 h 339"/>
                <a:gd name="T8" fmla="*/ 202 w 315"/>
                <a:gd name="T9" fmla="*/ 205 h 339"/>
                <a:gd name="T10" fmla="*/ 233 w 315"/>
                <a:gd name="T11" fmla="*/ 238 h 339"/>
                <a:gd name="T12" fmla="*/ 200 w 315"/>
                <a:gd name="T13" fmla="*/ 264 h 339"/>
                <a:gd name="T14" fmla="*/ 152 w 315"/>
                <a:gd name="T15" fmla="*/ 268 h 339"/>
                <a:gd name="T16" fmla="*/ 106 w 315"/>
                <a:gd name="T17" fmla="*/ 264 h 339"/>
                <a:gd name="T18" fmla="*/ 57 w 315"/>
                <a:gd name="T19" fmla="*/ 226 h 339"/>
                <a:gd name="T20" fmla="*/ 6 w 315"/>
                <a:gd name="T21" fmla="*/ 226 h 339"/>
                <a:gd name="T22" fmla="*/ 7 w 315"/>
                <a:gd name="T23" fmla="*/ 329 h 339"/>
                <a:gd name="T24" fmla="*/ 34 w 315"/>
                <a:gd name="T25" fmla="*/ 329 h 339"/>
                <a:gd name="T26" fmla="*/ 48 w 315"/>
                <a:gd name="T27" fmla="*/ 318 h 339"/>
                <a:gd name="T28" fmla="*/ 54 w 315"/>
                <a:gd name="T29" fmla="*/ 319 h 339"/>
                <a:gd name="T30" fmla="*/ 148 w 315"/>
                <a:gd name="T31" fmla="*/ 338 h 339"/>
                <a:gd name="T32" fmla="*/ 162 w 315"/>
                <a:gd name="T33" fmla="*/ 339 h 339"/>
                <a:gd name="T34" fmla="*/ 262 w 315"/>
                <a:gd name="T35" fmla="*/ 318 h 339"/>
                <a:gd name="T36" fmla="*/ 312 w 315"/>
                <a:gd name="T37" fmla="*/ 236 h 339"/>
                <a:gd name="T38" fmla="*/ 224 w 315"/>
                <a:gd name="T39" fmla="*/ 135 h 339"/>
                <a:gd name="T40" fmla="*/ 117 w 315"/>
                <a:gd name="T41" fmla="*/ 121 h 339"/>
                <a:gd name="T42" fmla="*/ 78 w 315"/>
                <a:gd name="T43" fmla="*/ 97 h 339"/>
                <a:gd name="T44" fmla="*/ 107 w 315"/>
                <a:gd name="T45" fmla="*/ 73 h 339"/>
                <a:gd name="T46" fmla="*/ 161 w 315"/>
                <a:gd name="T47" fmla="*/ 67 h 339"/>
                <a:gd name="T48" fmla="*/ 212 w 315"/>
                <a:gd name="T49" fmla="*/ 73 h 339"/>
                <a:gd name="T50" fmla="*/ 251 w 315"/>
                <a:gd name="T51" fmla="*/ 95 h 339"/>
                <a:gd name="T52" fmla="*/ 296 w 315"/>
                <a:gd name="T53" fmla="*/ 94 h 339"/>
                <a:gd name="T54" fmla="*/ 296 w 315"/>
                <a:gd name="T55" fmla="*/ 7 h 339"/>
                <a:gd name="T56" fmla="*/ 272 w 315"/>
                <a:gd name="T57" fmla="*/ 7 h 339"/>
                <a:gd name="T58" fmla="*/ 259 w 315"/>
                <a:gd name="T59" fmla="*/ 13 h 339"/>
                <a:gd name="T60" fmla="*/ 255 w 315"/>
                <a:gd name="T61" fmla="*/ 13 h 339"/>
                <a:gd name="T62" fmla="*/ 155 w 315"/>
                <a:gd name="T6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339">
                  <a:moveTo>
                    <a:pt x="155" y="0"/>
                  </a:moveTo>
                  <a:cubicBezTo>
                    <a:pt x="141" y="0"/>
                    <a:pt x="119" y="1"/>
                    <a:pt x="107" y="3"/>
                  </a:cubicBezTo>
                  <a:cubicBezTo>
                    <a:pt x="56" y="9"/>
                    <a:pt x="0" y="39"/>
                    <a:pt x="0" y="102"/>
                  </a:cubicBezTo>
                  <a:cubicBezTo>
                    <a:pt x="0" y="146"/>
                    <a:pt x="20" y="175"/>
                    <a:pt x="70" y="187"/>
                  </a:cubicBezTo>
                  <a:cubicBezTo>
                    <a:pt x="126" y="201"/>
                    <a:pt x="175" y="201"/>
                    <a:pt x="202" y="205"/>
                  </a:cubicBezTo>
                  <a:cubicBezTo>
                    <a:pt x="228" y="210"/>
                    <a:pt x="234" y="224"/>
                    <a:pt x="233" y="238"/>
                  </a:cubicBezTo>
                  <a:cubicBezTo>
                    <a:pt x="232" y="252"/>
                    <a:pt x="214" y="261"/>
                    <a:pt x="200" y="264"/>
                  </a:cubicBezTo>
                  <a:cubicBezTo>
                    <a:pt x="192" y="266"/>
                    <a:pt x="168" y="268"/>
                    <a:pt x="152" y="268"/>
                  </a:cubicBezTo>
                  <a:cubicBezTo>
                    <a:pt x="138" y="268"/>
                    <a:pt x="120" y="267"/>
                    <a:pt x="106" y="264"/>
                  </a:cubicBezTo>
                  <a:cubicBezTo>
                    <a:pt x="70" y="255"/>
                    <a:pt x="57" y="226"/>
                    <a:pt x="57" y="226"/>
                  </a:cubicBezTo>
                  <a:cubicBezTo>
                    <a:pt x="6" y="226"/>
                    <a:pt x="6" y="226"/>
                    <a:pt x="6" y="226"/>
                  </a:cubicBezTo>
                  <a:cubicBezTo>
                    <a:pt x="7" y="329"/>
                    <a:pt x="7" y="329"/>
                    <a:pt x="7" y="329"/>
                  </a:cubicBezTo>
                  <a:cubicBezTo>
                    <a:pt x="34" y="329"/>
                    <a:pt x="34" y="329"/>
                    <a:pt x="34" y="329"/>
                  </a:cubicBezTo>
                  <a:cubicBezTo>
                    <a:pt x="34" y="329"/>
                    <a:pt x="37" y="318"/>
                    <a:pt x="48" y="318"/>
                  </a:cubicBezTo>
                  <a:cubicBezTo>
                    <a:pt x="50" y="318"/>
                    <a:pt x="52" y="318"/>
                    <a:pt x="54" y="319"/>
                  </a:cubicBezTo>
                  <a:cubicBezTo>
                    <a:pt x="80" y="330"/>
                    <a:pt x="121" y="338"/>
                    <a:pt x="148" y="338"/>
                  </a:cubicBezTo>
                  <a:cubicBezTo>
                    <a:pt x="153" y="339"/>
                    <a:pt x="158" y="339"/>
                    <a:pt x="162" y="339"/>
                  </a:cubicBezTo>
                  <a:cubicBezTo>
                    <a:pt x="197" y="339"/>
                    <a:pt x="236" y="334"/>
                    <a:pt x="262" y="318"/>
                  </a:cubicBezTo>
                  <a:cubicBezTo>
                    <a:pt x="287" y="302"/>
                    <a:pt x="308" y="277"/>
                    <a:pt x="312" y="236"/>
                  </a:cubicBezTo>
                  <a:cubicBezTo>
                    <a:pt x="315" y="192"/>
                    <a:pt x="288" y="147"/>
                    <a:pt x="224" y="135"/>
                  </a:cubicBezTo>
                  <a:cubicBezTo>
                    <a:pt x="168" y="125"/>
                    <a:pt x="138" y="125"/>
                    <a:pt x="117" y="121"/>
                  </a:cubicBezTo>
                  <a:cubicBezTo>
                    <a:pt x="96" y="118"/>
                    <a:pt x="79" y="110"/>
                    <a:pt x="78" y="97"/>
                  </a:cubicBezTo>
                  <a:cubicBezTo>
                    <a:pt x="78" y="85"/>
                    <a:pt x="91" y="77"/>
                    <a:pt x="107" y="73"/>
                  </a:cubicBezTo>
                  <a:cubicBezTo>
                    <a:pt x="122" y="69"/>
                    <a:pt x="146" y="67"/>
                    <a:pt x="161" y="67"/>
                  </a:cubicBezTo>
                  <a:cubicBezTo>
                    <a:pt x="178" y="67"/>
                    <a:pt x="198" y="69"/>
                    <a:pt x="212" y="73"/>
                  </a:cubicBezTo>
                  <a:cubicBezTo>
                    <a:pt x="237" y="79"/>
                    <a:pt x="251" y="95"/>
                    <a:pt x="251" y="95"/>
                  </a:cubicBezTo>
                  <a:cubicBezTo>
                    <a:pt x="252" y="95"/>
                    <a:pt x="296" y="94"/>
                    <a:pt x="296" y="94"/>
                  </a:cubicBezTo>
                  <a:cubicBezTo>
                    <a:pt x="296" y="7"/>
                    <a:pt x="296" y="7"/>
                    <a:pt x="296" y="7"/>
                  </a:cubicBezTo>
                  <a:cubicBezTo>
                    <a:pt x="272" y="7"/>
                    <a:pt x="272" y="7"/>
                    <a:pt x="272" y="7"/>
                  </a:cubicBezTo>
                  <a:cubicBezTo>
                    <a:pt x="272" y="7"/>
                    <a:pt x="270" y="13"/>
                    <a:pt x="259" y="13"/>
                  </a:cubicBezTo>
                  <a:cubicBezTo>
                    <a:pt x="258" y="13"/>
                    <a:pt x="256" y="13"/>
                    <a:pt x="255" y="13"/>
                  </a:cubicBezTo>
                  <a:cubicBezTo>
                    <a:pt x="217" y="4"/>
                    <a:pt x="183" y="0"/>
                    <a:pt x="15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sp>
          <p:nvSpPr>
            <p:cNvPr id="17" name="Freeform 9">
              <a:extLst>
                <a:ext uri="{FF2B5EF4-FFF2-40B4-BE49-F238E27FC236}">
                  <a16:creationId xmlns:a16="http://schemas.microsoft.com/office/drawing/2014/main" id="{6CEB982F-AA81-46FE-A1F7-03565CB10F75}"/>
                </a:ext>
              </a:extLst>
            </p:cNvPr>
            <p:cNvSpPr>
              <a:spLocks noEditPoints="1"/>
            </p:cNvSpPr>
            <p:nvPr userDrawn="1"/>
          </p:nvSpPr>
          <p:spPr bwMode="auto">
            <a:xfrm>
              <a:off x="7835" y="3855"/>
              <a:ext cx="74" cy="74"/>
            </a:xfrm>
            <a:custGeom>
              <a:avLst/>
              <a:gdLst>
                <a:gd name="T0" fmla="*/ 40 w 40"/>
                <a:gd name="T1" fmla="*/ 20 h 40"/>
                <a:gd name="T2" fmla="*/ 20 w 40"/>
                <a:gd name="T3" fmla="*/ 40 h 40"/>
                <a:gd name="T4" fmla="*/ 0 w 40"/>
                <a:gd name="T5" fmla="*/ 20 h 40"/>
                <a:gd name="T6" fmla="*/ 20 w 40"/>
                <a:gd name="T7" fmla="*/ 0 h 40"/>
                <a:gd name="T8" fmla="*/ 40 w 40"/>
                <a:gd name="T9" fmla="*/ 20 h 40"/>
                <a:gd name="T10" fmla="*/ 37 w 40"/>
                <a:gd name="T11" fmla="*/ 20 h 40"/>
                <a:gd name="T12" fmla="*/ 20 w 40"/>
                <a:gd name="T13" fmla="*/ 3 h 40"/>
                <a:gd name="T14" fmla="*/ 3 w 40"/>
                <a:gd name="T15" fmla="*/ 20 h 40"/>
                <a:gd name="T16" fmla="*/ 20 w 40"/>
                <a:gd name="T17" fmla="*/ 38 h 40"/>
                <a:gd name="T18" fmla="*/ 37 w 40"/>
                <a:gd name="T19" fmla="*/ 20 h 40"/>
                <a:gd name="T20" fmla="*/ 16 w 40"/>
                <a:gd name="T21" fmla="*/ 32 h 40"/>
                <a:gd name="T22" fmla="*/ 13 w 40"/>
                <a:gd name="T23" fmla="*/ 32 h 40"/>
                <a:gd name="T24" fmla="*/ 13 w 40"/>
                <a:gd name="T25" fmla="*/ 8 h 40"/>
                <a:gd name="T26" fmla="*/ 22 w 40"/>
                <a:gd name="T27" fmla="*/ 8 h 40"/>
                <a:gd name="T28" fmla="*/ 30 w 40"/>
                <a:gd name="T29" fmla="*/ 15 h 40"/>
                <a:gd name="T30" fmla="*/ 24 w 40"/>
                <a:gd name="T31" fmla="*/ 22 h 40"/>
                <a:gd name="T32" fmla="*/ 31 w 40"/>
                <a:gd name="T33" fmla="*/ 32 h 40"/>
                <a:gd name="T34" fmla="*/ 27 w 40"/>
                <a:gd name="T35" fmla="*/ 32 h 40"/>
                <a:gd name="T36" fmla="*/ 21 w 40"/>
                <a:gd name="T37" fmla="*/ 22 h 40"/>
                <a:gd name="T38" fmla="*/ 16 w 40"/>
                <a:gd name="T39" fmla="*/ 22 h 40"/>
                <a:gd name="T40" fmla="*/ 16 w 40"/>
                <a:gd name="T41" fmla="*/ 32 h 40"/>
                <a:gd name="T42" fmla="*/ 20 w 40"/>
                <a:gd name="T43" fmla="*/ 19 h 40"/>
                <a:gd name="T44" fmla="*/ 26 w 40"/>
                <a:gd name="T45" fmla="*/ 15 h 40"/>
                <a:gd name="T46" fmla="*/ 21 w 40"/>
                <a:gd name="T47" fmla="*/ 11 h 40"/>
                <a:gd name="T48" fmla="*/ 16 w 40"/>
                <a:gd name="T49" fmla="*/ 11 h 40"/>
                <a:gd name="T50" fmla="*/ 16 w 40"/>
                <a:gd name="T51" fmla="*/ 19 h 40"/>
                <a:gd name="T52" fmla="*/ 20 w 40"/>
                <a:gd name="T53"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 h="40">
                  <a:moveTo>
                    <a:pt x="40" y="20"/>
                  </a:moveTo>
                  <a:cubicBezTo>
                    <a:pt x="40" y="31"/>
                    <a:pt x="31" y="40"/>
                    <a:pt x="20" y="40"/>
                  </a:cubicBezTo>
                  <a:cubicBezTo>
                    <a:pt x="9" y="40"/>
                    <a:pt x="0" y="31"/>
                    <a:pt x="0" y="20"/>
                  </a:cubicBezTo>
                  <a:cubicBezTo>
                    <a:pt x="0" y="9"/>
                    <a:pt x="9" y="0"/>
                    <a:pt x="20" y="0"/>
                  </a:cubicBezTo>
                  <a:cubicBezTo>
                    <a:pt x="31" y="0"/>
                    <a:pt x="40" y="9"/>
                    <a:pt x="40" y="20"/>
                  </a:cubicBezTo>
                  <a:close/>
                  <a:moveTo>
                    <a:pt x="37" y="20"/>
                  </a:moveTo>
                  <a:cubicBezTo>
                    <a:pt x="37" y="10"/>
                    <a:pt x="30" y="3"/>
                    <a:pt x="20" y="3"/>
                  </a:cubicBezTo>
                  <a:cubicBezTo>
                    <a:pt x="10" y="3"/>
                    <a:pt x="3" y="10"/>
                    <a:pt x="3" y="20"/>
                  </a:cubicBezTo>
                  <a:cubicBezTo>
                    <a:pt x="3" y="30"/>
                    <a:pt x="10" y="38"/>
                    <a:pt x="20" y="38"/>
                  </a:cubicBezTo>
                  <a:cubicBezTo>
                    <a:pt x="30" y="38"/>
                    <a:pt x="37" y="30"/>
                    <a:pt x="37" y="20"/>
                  </a:cubicBezTo>
                  <a:close/>
                  <a:moveTo>
                    <a:pt x="16" y="32"/>
                  </a:moveTo>
                  <a:cubicBezTo>
                    <a:pt x="13" y="32"/>
                    <a:pt x="13" y="32"/>
                    <a:pt x="13" y="32"/>
                  </a:cubicBezTo>
                  <a:cubicBezTo>
                    <a:pt x="13" y="8"/>
                    <a:pt x="13" y="8"/>
                    <a:pt x="13" y="8"/>
                  </a:cubicBezTo>
                  <a:cubicBezTo>
                    <a:pt x="22" y="8"/>
                    <a:pt x="22" y="8"/>
                    <a:pt x="22" y="8"/>
                  </a:cubicBezTo>
                  <a:cubicBezTo>
                    <a:pt x="27" y="8"/>
                    <a:pt x="30" y="11"/>
                    <a:pt x="30" y="15"/>
                  </a:cubicBezTo>
                  <a:cubicBezTo>
                    <a:pt x="30" y="19"/>
                    <a:pt x="27" y="21"/>
                    <a:pt x="24" y="22"/>
                  </a:cubicBezTo>
                  <a:cubicBezTo>
                    <a:pt x="31" y="32"/>
                    <a:pt x="31" y="32"/>
                    <a:pt x="31" y="32"/>
                  </a:cubicBezTo>
                  <a:cubicBezTo>
                    <a:pt x="27" y="32"/>
                    <a:pt x="27" y="32"/>
                    <a:pt x="27" y="32"/>
                  </a:cubicBezTo>
                  <a:cubicBezTo>
                    <a:pt x="21" y="22"/>
                    <a:pt x="21" y="22"/>
                    <a:pt x="21" y="22"/>
                  </a:cubicBezTo>
                  <a:cubicBezTo>
                    <a:pt x="16" y="22"/>
                    <a:pt x="16" y="22"/>
                    <a:pt x="16" y="22"/>
                  </a:cubicBezTo>
                  <a:lnTo>
                    <a:pt x="16" y="32"/>
                  </a:lnTo>
                  <a:close/>
                  <a:moveTo>
                    <a:pt x="20" y="19"/>
                  </a:moveTo>
                  <a:cubicBezTo>
                    <a:pt x="23" y="19"/>
                    <a:pt x="26" y="19"/>
                    <a:pt x="26" y="15"/>
                  </a:cubicBezTo>
                  <a:cubicBezTo>
                    <a:pt x="26" y="11"/>
                    <a:pt x="24" y="11"/>
                    <a:pt x="21" y="11"/>
                  </a:cubicBezTo>
                  <a:cubicBezTo>
                    <a:pt x="16" y="11"/>
                    <a:pt x="16" y="11"/>
                    <a:pt x="16" y="11"/>
                  </a:cubicBezTo>
                  <a:cubicBezTo>
                    <a:pt x="16" y="19"/>
                    <a:pt x="16" y="19"/>
                    <a:pt x="16" y="19"/>
                  </a:cubicBezTo>
                  <a:lnTo>
                    <a:pt x="2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567"/>
            </a:p>
          </p:txBody>
        </p:sp>
      </p:grpSp>
    </p:spTree>
    <p:extLst>
      <p:ext uri="{BB962C8B-B14F-4D97-AF65-F5344CB8AC3E}">
        <p14:creationId xmlns:p14="http://schemas.microsoft.com/office/powerpoint/2010/main" val="304790485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Blank Black">
    <p:bg>
      <p:bgPr>
        <a:solidFill>
          <a:schemeClr val="tx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9D1DCFF-2B82-4583-B91D-756C740EED77}"/>
              </a:ext>
            </a:extLst>
          </p:cNvPr>
          <p:cNvSpPr>
            <a:spLocks noGrp="1"/>
          </p:cNvSpPr>
          <p:nvPr>
            <p:ph type="sldNum" sz="quarter" idx="4"/>
          </p:nvPr>
        </p:nvSpPr>
        <p:spPr>
          <a:xfrm>
            <a:off x="11167141" y="6446522"/>
            <a:ext cx="912912" cy="365125"/>
          </a:xfrm>
        </p:spPr>
        <p:txBody>
          <a:bodyPr/>
          <a:lstStyle>
            <a:lvl1pPr algn="r">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305398119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5"/>
        <p:cNvGrpSpPr/>
        <p:nvPr/>
      </p:nvGrpSpPr>
      <p:grpSpPr>
        <a:xfrm>
          <a:off x="0" y="0"/>
          <a:ext cx="0" cy="0"/>
          <a:chOff x="0" y="0"/>
          <a:chExt cx="0" cy="0"/>
        </a:xfrm>
      </p:grpSpPr>
      <p:sp>
        <p:nvSpPr>
          <p:cNvPr id="26" name="Google Shape;2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L="0" marR="0" lvl="0" indent="0" algn="l" defTabSz="914400" rtl="0" eaLnBrk="1" fontAlgn="auto" latinLnBrk="0" hangingPunct="1">
              <a:lnSpc>
                <a:spcPct val="90000"/>
              </a:lnSpc>
              <a:spcBef>
                <a:spcPts val="0"/>
              </a:spcBef>
              <a:spcAft>
                <a:spcPts val="0"/>
              </a:spcAft>
              <a:buClr>
                <a:schemeClr val="dk1"/>
              </a:buClr>
              <a:buSzPts val="1800"/>
              <a:buFont typeface="Calibri"/>
              <a:buNone/>
              <a:tabLst/>
              <a:defRPr>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kumimoji="0" lang="en-US" sz="3200" b="0" i="0" u="none" strike="noStrike" kern="1200" cap="none" spc="28" normalizeH="0" baseline="0" noProof="0" dirty="0">
                <a:ln>
                  <a:noFill/>
                </a:ln>
                <a:solidFill>
                  <a:srgbClr val="000000"/>
                </a:solidFill>
                <a:effectLst/>
                <a:uLnTx/>
                <a:uFillTx/>
                <a:latin typeface="Georgia" panose="02040502050405020303" pitchFamily="18" charset="0"/>
                <a:ea typeface="+mj-ea"/>
                <a:cs typeface="+mj-cs"/>
              </a:rPr>
              <a:t>Click to edit Master title style</a:t>
            </a:r>
            <a:endParaRPr dirty="0"/>
          </a:p>
        </p:txBody>
      </p:sp>
      <p:sp>
        <p:nvSpPr>
          <p:cNvPr id="27" name="Google Shape;2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Tx/>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9" name="Google Shape;2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 name="Google Shape;24;p9">
            <a:extLst>
              <a:ext uri="{FF2B5EF4-FFF2-40B4-BE49-F238E27FC236}">
                <a16:creationId xmlns:a16="http://schemas.microsoft.com/office/drawing/2014/main" id="{76B7A124-C38E-4F21-B71C-7D6058F09F1B}"/>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21783924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L="0" marR="0" lvl="0" indent="0" algn="l" defTabSz="914400" rtl="0" eaLnBrk="1" fontAlgn="auto" latinLnBrk="0" hangingPunct="1">
              <a:lnSpc>
                <a:spcPct val="90000"/>
              </a:lnSpc>
              <a:spcBef>
                <a:spcPts val="0"/>
              </a:spcBef>
              <a:spcAft>
                <a:spcPts val="0"/>
              </a:spcAft>
              <a:buClr>
                <a:schemeClr val="dk1"/>
              </a:buClr>
              <a:buSzPts val="1800"/>
              <a:buFont typeface="Calibri"/>
              <a:buNone/>
              <a:tabLst/>
              <a:defRPr>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kumimoji="0" lang="en-US" sz="3200" b="0" i="0" u="none" strike="noStrike" kern="1200" cap="none" spc="28" normalizeH="0" baseline="0" noProof="0" dirty="0">
                <a:ln>
                  <a:noFill/>
                </a:ln>
                <a:solidFill>
                  <a:srgbClr val="000000"/>
                </a:solidFill>
                <a:effectLst/>
                <a:uLnTx/>
                <a:uFillTx/>
                <a:latin typeface="Georgia" panose="02040502050405020303" pitchFamily="18" charset="0"/>
                <a:ea typeface="+mj-ea"/>
                <a:cs typeface="+mj-cs"/>
              </a:rPr>
              <a:t>Click to edit Master title style</a:t>
            </a:r>
            <a:endParaRPr dirty="0"/>
          </a:p>
        </p:txBody>
      </p:sp>
      <p:sp>
        <p:nvSpPr>
          <p:cNvPr id="39" name="Google Shape;39;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 name="Google Shape;24;p9">
            <a:extLst>
              <a:ext uri="{FF2B5EF4-FFF2-40B4-BE49-F238E27FC236}">
                <a16:creationId xmlns:a16="http://schemas.microsoft.com/office/drawing/2014/main" id="{17A7B529-A72E-4047-92AE-88091992F329}"/>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431767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marL="0" marR="0" lvl="0" indent="0" algn="l" defTabSz="914400" rtl="0" eaLnBrk="1" fontAlgn="auto" latinLnBrk="0" hangingPunct="1">
              <a:lnSpc>
                <a:spcPct val="90000"/>
              </a:lnSpc>
              <a:spcBef>
                <a:spcPts val="0"/>
              </a:spcBef>
              <a:spcAft>
                <a:spcPts val="0"/>
              </a:spcAft>
              <a:buClr>
                <a:schemeClr val="dk1"/>
              </a:buClr>
              <a:buSzPts val="1800"/>
              <a:buFont typeface="Calibri"/>
              <a:buNone/>
              <a:tabLst/>
              <a:defRPr>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kumimoji="0" lang="en-US" sz="3200" b="0" i="0" u="none" strike="noStrike" kern="1200" cap="none" spc="28" normalizeH="0" baseline="0" noProof="0" dirty="0">
                <a:ln>
                  <a:noFill/>
                </a:ln>
                <a:solidFill>
                  <a:srgbClr val="000000"/>
                </a:solidFill>
                <a:effectLst/>
                <a:uLnTx/>
                <a:uFillTx/>
                <a:latin typeface="Georgia" panose="02040502050405020303" pitchFamily="18" charset="0"/>
                <a:ea typeface="+mj-ea"/>
                <a:cs typeface="+mj-cs"/>
              </a:rPr>
              <a:t>Click to edit Master title style</a:t>
            </a:r>
            <a:endParaRPr dirty="0"/>
          </a:p>
        </p:txBody>
      </p:sp>
      <p:sp>
        <p:nvSpPr>
          <p:cNvPr id="46" name="Google Shape;46;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solidFill>
                  <a:schemeClr val="tx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47" name="Google Shape;47;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solidFill>
                  <a:schemeClr val="tx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49" name="Google Shape;49;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10" name="Google Shape;24;p9">
            <a:extLst>
              <a:ext uri="{FF2B5EF4-FFF2-40B4-BE49-F238E27FC236}">
                <a16:creationId xmlns:a16="http://schemas.microsoft.com/office/drawing/2014/main" id="{08CF2290-DF5A-4748-94C0-7B2E23AD0D9F}"/>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17256234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 name="Google Shape;24;p9">
            <a:extLst>
              <a:ext uri="{FF2B5EF4-FFF2-40B4-BE49-F238E27FC236}">
                <a16:creationId xmlns:a16="http://schemas.microsoft.com/office/drawing/2014/main" id="{87B87EFC-ECA6-4046-8E5D-7AE18AD0B1ED}"/>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7264346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solidFill>
                  <a:schemeClr val="tx1"/>
                </a:solidFil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tx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 name="Google Shape;24;p9">
            <a:extLst>
              <a:ext uri="{FF2B5EF4-FFF2-40B4-BE49-F238E27FC236}">
                <a16:creationId xmlns:a16="http://schemas.microsoft.com/office/drawing/2014/main" id="{0AAFC87F-7680-45BD-81E6-9C670AA6622C}"/>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4571737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tx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tx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 name="Google Shape;24;p9">
            <a:extLst>
              <a:ext uri="{FF2B5EF4-FFF2-40B4-BE49-F238E27FC236}">
                <a16:creationId xmlns:a16="http://schemas.microsoft.com/office/drawing/2014/main" id="{7B342469-A1E4-47C0-9011-F5444E2A9B65}"/>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51476214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tx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6" name="Google Shape;7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 name="Google Shape;24;p9">
            <a:extLst>
              <a:ext uri="{FF2B5EF4-FFF2-40B4-BE49-F238E27FC236}">
                <a16:creationId xmlns:a16="http://schemas.microsoft.com/office/drawing/2014/main" id="{52CA6D3E-FC0A-4471-BAD5-32E8336CCE42}"/>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97507551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90"/>
        <p:cNvGrpSpPr/>
        <p:nvPr/>
      </p:nvGrpSpPr>
      <p:grpSpPr>
        <a:xfrm>
          <a:off x="0" y="0"/>
          <a:ext cx="0" cy="0"/>
          <a:chOff x="0" y="0"/>
          <a:chExt cx="0" cy="0"/>
        </a:xfrm>
      </p:grpSpPr>
      <p:sp>
        <p:nvSpPr>
          <p:cNvPr id="8" name="Google Shape;29;p11">
            <a:extLst>
              <a:ext uri="{FF2B5EF4-FFF2-40B4-BE49-F238E27FC236}">
                <a16:creationId xmlns:a16="http://schemas.microsoft.com/office/drawing/2014/main" id="{40768A1A-FC51-4338-A587-C561DF25E6B8}"/>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9" name="Google Shape;24;p9">
            <a:extLst>
              <a:ext uri="{FF2B5EF4-FFF2-40B4-BE49-F238E27FC236}">
                <a16:creationId xmlns:a16="http://schemas.microsoft.com/office/drawing/2014/main" id="{DCA07580-117A-46DD-A105-84E59F2552B1}"/>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10" name="Google Shape;91;p10">
            <a:extLst>
              <a:ext uri="{FF2B5EF4-FFF2-40B4-BE49-F238E27FC236}">
                <a16:creationId xmlns:a16="http://schemas.microsoft.com/office/drawing/2014/main" id="{B9278628-99CC-4B7A-810A-14D94D0FC6E5}"/>
              </a:ext>
            </a:extLst>
          </p:cNvPr>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92;p10">
            <a:extLst>
              <a:ext uri="{FF2B5EF4-FFF2-40B4-BE49-F238E27FC236}">
                <a16:creationId xmlns:a16="http://schemas.microsoft.com/office/drawing/2014/main" id="{3D85D5FC-389A-440C-AE73-94C5024D90AB}"/>
              </a:ext>
            </a:extLst>
          </p:cNvPr>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tx1"/>
                </a:solidFill>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Tree>
    <p:extLst>
      <p:ext uri="{BB962C8B-B14F-4D97-AF65-F5344CB8AC3E}">
        <p14:creationId xmlns:p14="http://schemas.microsoft.com/office/powerpoint/2010/main" val="228602114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90"/>
        <p:cNvGrpSpPr/>
        <p:nvPr/>
      </p:nvGrpSpPr>
      <p:grpSpPr>
        <a:xfrm>
          <a:off x="0" y="0"/>
          <a:ext cx="0" cy="0"/>
          <a:chOff x="0" y="0"/>
          <a:chExt cx="0" cy="0"/>
        </a:xfrm>
      </p:grpSpPr>
      <p:sp>
        <p:nvSpPr>
          <p:cNvPr id="91" name="Google Shape;91;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bg1"/>
                </a:solidFill>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94" name="Google Shape;9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 name="Google Shape;24;p9">
            <a:extLst>
              <a:ext uri="{FF2B5EF4-FFF2-40B4-BE49-F238E27FC236}">
                <a16:creationId xmlns:a16="http://schemas.microsoft.com/office/drawing/2014/main" id="{B535E713-67FE-4B8C-8C16-42083C623F6F}"/>
              </a:ext>
            </a:extLst>
          </p:cNvPr>
          <p:cNvSpPr txBox="1">
            <a:spLocks noGrp="1"/>
          </p:cNvSpPr>
          <p:nvPr>
            <p:ph type="sldNum" idx="12"/>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550172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41" Type="http://schemas.openxmlformats.org/officeDocument/2006/relationships/theme" Target="../theme/theme2.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image" Target="../media/image13.tiff"/><Relationship Id="rId5" Type="http://schemas.openxmlformats.org/officeDocument/2006/relationships/slideLayout" Target="../slideLayouts/slideLayout94.xml"/><Relationship Id="rId10" Type="http://schemas.openxmlformats.org/officeDocument/2006/relationships/theme" Target="../theme/theme3.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 name="Graphic 6">
            <a:extLst>
              <a:ext uri="{FF2B5EF4-FFF2-40B4-BE49-F238E27FC236}">
                <a16:creationId xmlns:a16="http://schemas.microsoft.com/office/drawing/2014/main" id="{9734F0E3-9D55-4715-B9B2-167F63480FE9}"/>
              </a:ext>
            </a:extLst>
          </p:cNvPr>
          <p:cNvGrpSpPr/>
          <p:nvPr userDrawn="1"/>
        </p:nvGrpSpPr>
        <p:grpSpPr>
          <a:xfrm>
            <a:off x="11047011" y="6384416"/>
            <a:ext cx="987810" cy="292608"/>
            <a:chOff x="4710906" y="3597973"/>
            <a:chExt cx="2760252" cy="819150"/>
          </a:xfrm>
          <a:solidFill>
            <a:schemeClr val="accent1"/>
          </a:solidFill>
        </p:grpSpPr>
        <p:sp>
          <p:nvSpPr>
            <p:cNvPr id="18" name="Freeform: Shape 17">
              <a:extLst>
                <a:ext uri="{FF2B5EF4-FFF2-40B4-BE49-F238E27FC236}">
                  <a16:creationId xmlns:a16="http://schemas.microsoft.com/office/drawing/2014/main" id="{98730D49-1FFF-4E73-AFAC-D16A4AB79F42}"/>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B25B0200-6D68-44A4-B8D2-77B84060F44A}"/>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5ABD07BF-19FB-4121-954A-536756B96C1E}"/>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84A28DB1-0098-4D6E-AC32-91D54A13A34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8B000B94-2AB2-4340-8F8F-F75658949C6E}"/>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ext Placeholder 1"/>
          <p:cNvSpPr>
            <a:spLocks noGrp="1"/>
          </p:cNvSpPr>
          <p:nvPr>
            <p:ph type="body" idx="1"/>
          </p:nvPr>
        </p:nvSpPr>
        <p:spPr>
          <a:xfrm>
            <a:off x="209780" y="746620"/>
            <a:ext cx="11804463" cy="5987466"/>
          </a:xfrm>
          <a:prstGeom prst="rect">
            <a:avLst/>
          </a:prstGeom>
        </p:spPr>
        <p:txBody>
          <a:bodyPr vert="horz" lIns="91440" tIns="0" rIns="91440" bIns="0" rtlCol="0"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1A589ED4-99A7-154B-BB72-DF40B355989E}"/>
              </a:ext>
            </a:extLst>
          </p:cNvPr>
          <p:cNvSpPr>
            <a:spLocks noGrp="1"/>
          </p:cNvSpPr>
          <p:nvPr>
            <p:ph type="title"/>
          </p:nvPr>
        </p:nvSpPr>
        <p:spPr>
          <a:xfrm>
            <a:off x="188963" y="1"/>
            <a:ext cx="11814077" cy="626066"/>
          </a:xfrm>
          <a:prstGeom prst="rect">
            <a:avLst/>
          </a:prstGeom>
        </p:spPr>
        <p:txBody>
          <a:bodyPr vert="horz" wrap="none" lIns="0" tIns="0" rIns="0" bIns="0" rtlCol="0" anchor="b">
            <a:noAutofit/>
          </a:bodyPr>
          <a:lstStyle/>
          <a:p>
            <a:pPr marL="0" lvl="0"/>
            <a:r>
              <a:rPr lang="en-US" dirty="0"/>
              <a:t>Click to edit Master title style</a:t>
            </a:r>
          </a:p>
        </p:txBody>
      </p:sp>
      <p:cxnSp>
        <p:nvCxnSpPr>
          <p:cNvPr id="10" name="Straight Connector 9">
            <a:extLst>
              <a:ext uri="{FF2B5EF4-FFF2-40B4-BE49-F238E27FC236}">
                <a16:creationId xmlns:a16="http://schemas.microsoft.com/office/drawing/2014/main" id="{0684DAE3-1891-054F-8B7F-CF901DD56EFF}"/>
              </a:ext>
            </a:extLst>
          </p:cNvPr>
          <p:cNvCxnSpPr>
            <a:cxnSpLocks/>
          </p:cNvCxnSpPr>
          <p:nvPr/>
        </p:nvCxnSpPr>
        <p:spPr>
          <a:xfrm>
            <a:off x="448106" y="671267"/>
            <a:ext cx="10972802"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C5BEDB0A-686B-4A8A-9CDB-7CE903D17673}"/>
              </a:ext>
            </a:extLst>
          </p:cNvPr>
          <p:cNvCxnSpPr>
            <a:cxnSpLocks/>
          </p:cNvCxnSpPr>
          <p:nvPr userDrawn="1"/>
        </p:nvCxnSpPr>
        <p:spPr>
          <a:xfrm>
            <a:off x="188963" y="626066"/>
            <a:ext cx="1181407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6" name="Slide Number Placeholder 2">
            <a:extLst>
              <a:ext uri="{FF2B5EF4-FFF2-40B4-BE49-F238E27FC236}">
                <a16:creationId xmlns:a16="http://schemas.microsoft.com/office/drawing/2014/main" id="{80F96196-23BE-4142-8F4A-2E8AF7100DFA}"/>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50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2332420435"/>
      </p:ext>
    </p:extLst>
  </p:cSld>
  <p:clrMap bg1="lt1" tx1="dk1" bg2="lt2" tx2="dk2" accent1="accent1" accent2="accent2" accent3="accent3" accent4="accent4" accent5="accent5" accent6="accent6" hlink="hlink" folHlink="folHlink"/>
  <p:sldLayoutIdLst>
    <p:sldLayoutId id="2147483849" r:id="rId1"/>
    <p:sldLayoutId id="2147483863" r:id="rId2"/>
    <p:sldLayoutId id="2147483860" r:id="rId3"/>
    <p:sldLayoutId id="2147483861" r:id="rId4"/>
    <p:sldLayoutId id="2147483850" r:id="rId5"/>
    <p:sldLayoutId id="2147483851" r:id="rId6"/>
    <p:sldLayoutId id="2147483852" r:id="rId7"/>
    <p:sldLayoutId id="2147483853" r:id="rId8"/>
    <p:sldLayoutId id="2147483854" r:id="rId9"/>
    <p:sldLayoutId id="2147483931" r:id="rId10"/>
    <p:sldLayoutId id="2147483855" r:id="rId11"/>
    <p:sldLayoutId id="2147483858" r:id="rId12"/>
    <p:sldLayoutId id="2147483859" r:id="rId13"/>
    <p:sldLayoutId id="2147483791" r:id="rId14"/>
    <p:sldLayoutId id="2147483792" r:id="rId15"/>
    <p:sldLayoutId id="2147483794" r:id="rId16"/>
    <p:sldLayoutId id="2147483795" r:id="rId17"/>
    <p:sldLayoutId id="2147483796" r:id="rId18"/>
    <p:sldLayoutId id="2147483864" r:id="rId19"/>
    <p:sldLayoutId id="2147483833" r:id="rId20"/>
    <p:sldLayoutId id="2147483834" r:id="rId21"/>
    <p:sldLayoutId id="2147483835" r:id="rId22"/>
    <p:sldLayoutId id="2147483797" r:id="rId23"/>
    <p:sldLayoutId id="2147483798" r:id="rId24"/>
    <p:sldLayoutId id="2147483799" r:id="rId25"/>
    <p:sldLayoutId id="2147483804" r:id="rId26"/>
    <p:sldLayoutId id="2147483805" r:id="rId27"/>
    <p:sldLayoutId id="2147483923" r:id="rId28"/>
    <p:sldLayoutId id="2147483812" r:id="rId29"/>
    <p:sldLayoutId id="2147483800" r:id="rId30"/>
    <p:sldLayoutId id="2147483925" r:id="rId31"/>
    <p:sldLayoutId id="2147483865" r:id="rId32"/>
    <p:sldLayoutId id="2147483847" r:id="rId33"/>
    <p:sldLayoutId id="2147483828" r:id="rId34"/>
    <p:sldLayoutId id="2147483821" r:id="rId35"/>
    <p:sldLayoutId id="2147483822" r:id="rId36"/>
    <p:sldLayoutId id="2147483801" r:id="rId37"/>
    <p:sldLayoutId id="2147483926" r:id="rId38"/>
    <p:sldLayoutId id="2147483823" r:id="rId39"/>
    <p:sldLayoutId id="2147483824" r:id="rId40"/>
    <p:sldLayoutId id="2147483827" r:id="rId41"/>
    <p:sldLayoutId id="2147483802" r:id="rId42"/>
    <p:sldLayoutId id="2147483803" r:id="rId43"/>
    <p:sldLayoutId id="2147483815" r:id="rId44"/>
    <p:sldLayoutId id="2147483919" r:id="rId45"/>
    <p:sldLayoutId id="2147483920" r:id="rId46"/>
    <p:sldLayoutId id="2147483922" r:id="rId47"/>
    <p:sldLayoutId id="2147483927" r:id="rId48"/>
    <p:sldLayoutId id="2147483930" r:id="rId49"/>
  </p:sldLayoutIdLst>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hf hdr="0" ftr="0" dt="0"/>
  <p:txStyles>
    <p:titleStyle>
      <a:lvl1pPr algn="l" defTabSz="509447" rtl="0" eaLnBrk="1" latinLnBrk="0" hangingPunct="1">
        <a:lnSpc>
          <a:spcPct val="90000"/>
        </a:lnSpc>
        <a:spcBef>
          <a:spcPct val="0"/>
        </a:spcBef>
        <a:buNone/>
        <a:defRPr sz="3200" b="0" kern="1200" cap="none" spc="28" baseline="0">
          <a:solidFill>
            <a:schemeClr val="tx1"/>
          </a:solidFill>
          <a:latin typeface="Georgia" panose="02040502050405020303" pitchFamily="18" charset="0"/>
          <a:ea typeface="+mj-ea"/>
          <a:cs typeface="+mj-cs"/>
        </a:defRPr>
      </a:lvl1pPr>
    </p:titleStyle>
    <p:bodyStyle>
      <a:lvl1pPr marL="168275" indent="-168275" algn="l" defTabSz="509447" rtl="0" eaLnBrk="1" latinLnBrk="0" hangingPunct="1">
        <a:lnSpc>
          <a:spcPct val="95000"/>
        </a:lnSpc>
        <a:spcBef>
          <a:spcPts val="0"/>
        </a:spcBef>
        <a:spcAft>
          <a:spcPts val="1783"/>
        </a:spcAft>
        <a:buFont typeface="Arial" panose="020B0604020202020204" pitchFamily="34" charset="0"/>
        <a:buChar char="•"/>
        <a:defRPr sz="2400" kern="1200">
          <a:solidFill>
            <a:schemeClr val="tx1"/>
          </a:solidFill>
          <a:latin typeface="+mn-lt"/>
          <a:ea typeface="+mn-ea"/>
          <a:cs typeface="+mn-cs"/>
        </a:defRPr>
      </a:lvl1pPr>
      <a:lvl2pPr marL="400050" indent="-146050" algn="l" defTabSz="509447" rtl="0" eaLnBrk="1" latinLnBrk="0" hangingPunct="1">
        <a:lnSpc>
          <a:spcPct val="95000"/>
        </a:lnSpc>
        <a:spcBef>
          <a:spcPts val="0"/>
        </a:spcBef>
        <a:spcAft>
          <a:spcPts val="1783"/>
        </a:spcAft>
        <a:buFont typeface="Arial" panose="020B0604020202020204" pitchFamily="34" charset="0"/>
        <a:buChar char="•"/>
        <a:defRPr sz="1800" kern="1200">
          <a:solidFill>
            <a:schemeClr val="tx1"/>
          </a:solidFill>
          <a:latin typeface="+mn-lt"/>
          <a:ea typeface="+mn-ea"/>
          <a:cs typeface="+mn-cs"/>
        </a:defRPr>
      </a:lvl2pPr>
      <a:lvl3pPr marL="630238" indent="-122238" algn="l" defTabSz="509447" rtl="0" eaLnBrk="1" latinLnBrk="0" hangingPunct="1">
        <a:lnSpc>
          <a:spcPct val="95000"/>
        </a:lnSpc>
        <a:spcBef>
          <a:spcPts val="0"/>
        </a:spcBef>
        <a:spcAft>
          <a:spcPts val="1783"/>
        </a:spcAft>
        <a:buFont typeface="Arial" panose="020B0604020202020204" pitchFamily="34" charset="0"/>
        <a:buChar char="•"/>
        <a:defRPr sz="1800" kern="1200">
          <a:solidFill>
            <a:schemeClr val="tx1"/>
          </a:solidFill>
          <a:latin typeface="+mn-lt"/>
          <a:ea typeface="+mn-ea"/>
          <a:cs typeface="+mn-cs"/>
        </a:defRPr>
      </a:lvl3pPr>
      <a:lvl4pPr marL="860425" indent="-96838" algn="l" defTabSz="509447" rtl="0" eaLnBrk="1" latinLnBrk="0" hangingPunct="1">
        <a:lnSpc>
          <a:spcPct val="95000"/>
        </a:lnSpc>
        <a:spcBef>
          <a:spcPts val="0"/>
        </a:spcBef>
        <a:spcAft>
          <a:spcPts val="1783"/>
        </a:spcAft>
        <a:buFont typeface="Arial" panose="020B0604020202020204" pitchFamily="34" charset="0"/>
        <a:buChar char="•"/>
        <a:defRPr sz="1600" kern="1200">
          <a:solidFill>
            <a:schemeClr val="tx1"/>
          </a:solidFill>
          <a:latin typeface="+mn-lt"/>
          <a:ea typeface="+mn-ea"/>
          <a:cs typeface="+mn-cs"/>
        </a:defRPr>
      </a:lvl4pPr>
      <a:lvl5pPr marL="1144588" indent="-127000" algn="l" defTabSz="509447" rtl="0" eaLnBrk="1" latinLnBrk="0" hangingPunct="1">
        <a:lnSpc>
          <a:spcPct val="95000"/>
        </a:lnSpc>
        <a:spcBef>
          <a:spcPts val="0"/>
        </a:spcBef>
        <a:spcAft>
          <a:spcPts val="1783"/>
        </a:spcAft>
        <a:buFont typeface="Arial" panose="020B0604020202020204" pitchFamily="34" charset="0"/>
        <a:buChar char="•"/>
        <a:defRPr sz="1600" kern="1200">
          <a:solidFill>
            <a:schemeClr val="tx1"/>
          </a:solidFill>
          <a:latin typeface="+mn-lt"/>
          <a:ea typeface="+mn-ea"/>
          <a:cs typeface="+mn-cs"/>
        </a:defRPr>
      </a:lvl5pPr>
      <a:lvl6pPr marL="1400980"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6pPr>
      <a:lvl7pPr marL="1655704"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7pPr>
      <a:lvl8pPr marL="1910428"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8pPr>
      <a:lvl9pPr marL="2165151"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9pPr>
    </p:bodyStyle>
    <p:otherStyle>
      <a:defPPr>
        <a:defRPr lang="en-US"/>
      </a:defPPr>
      <a:lvl1pPr marL="0" algn="l" defTabSz="509447" rtl="0" eaLnBrk="1" latinLnBrk="0" hangingPunct="1">
        <a:defRPr sz="1003" kern="1200">
          <a:solidFill>
            <a:schemeClr val="tx1"/>
          </a:solidFill>
          <a:latin typeface="+mn-lt"/>
          <a:ea typeface="+mn-ea"/>
          <a:cs typeface="+mn-cs"/>
        </a:defRPr>
      </a:lvl1pPr>
      <a:lvl2pPr marL="254724" algn="l" defTabSz="509447" rtl="0" eaLnBrk="1" latinLnBrk="0" hangingPunct="1">
        <a:defRPr sz="1003" kern="1200">
          <a:solidFill>
            <a:schemeClr val="tx1"/>
          </a:solidFill>
          <a:latin typeface="+mn-lt"/>
          <a:ea typeface="+mn-ea"/>
          <a:cs typeface="+mn-cs"/>
        </a:defRPr>
      </a:lvl2pPr>
      <a:lvl3pPr marL="509447" algn="l" defTabSz="509447" rtl="0" eaLnBrk="1" latinLnBrk="0" hangingPunct="1">
        <a:defRPr sz="1003" kern="1200">
          <a:solidFill>
            <a:schemeClr val="tx1"/>
          </a:solidFill>
          <a:latin typeface="+mn-lt"/>
          <a:ea typeface="+mn-ea"/>
          <a:cs typeface="+mn-cs"/>
        </a:defRPr>
      </a:lvl3pPr>
      <a:lvl4pPr marL="764171" algn="l" defTabSz="509447" rtl="0" eaLnBrk="1" latinLnBrk="0" hangingPunct="1">
        <a:defRPr sz="1003" kern="1200">
          <a:solidFill>
            <a:schemeClr val="tx1"/>
          </a:solidFill>
          <a:latin typeface="+mn-lt"/>
          <a:ea typeface="+mn-ea"/>
          <a:cs typeface="+mn-cs"/>
        </a:defRPr>
      </a:lvl4pPr>
      <a:lvl5pPr marL="1018894" algn="l" defTabSz="509447" rtl="0" eaLnBrk="1" latinLnBrk="0" hangingPunct="1">
        <a:defRPr sz="1003" kern="1200">
          <a:solidFill>
            <a:schemeClr val="tx1"/>
          </a:solidFill>
          <a:latin typeface="+mn-lt"/>
          <a:ea typeface="+mn-ea"/>
          <a:cs typeface="+mn-cs"/>
        </a:defRPr>
      </a:lvl5pPr>
      <a:lvl6pPr marL="1273618" algn="l" defTabSz="509447" rtl="0" eaLnBrk="1" latinLnBrk="0" hangingPunct="1">
        <a:defRPr sz="1003" kern="1200">
          <a:solidFill>
            <a:schemeClr val="tx1"/>
          </a:solidFill>
          <a:latin typeface="+mn-lt"/>
          <a:ea typeface="+mn-ea"/>
          <a:cs typeface="+mn-cs"/>
        </a:defRPr>
      </a:lvl6pPr>
      <a:lvl7pPr marL="1528341" algn="l" defTabSz="509447" rtl="0" eaLnBrk="1" latinLnBrk="0" hangingPunct="1">
        <a:defRPr sz="1003" kern="1200">
          <a:solidFill>
            <a:schemeClr val="tx1"/>
          </a:solidFill>
          <a:latin typeface="+mn-lt"/>
          <a:ea typeface="+mn-ea"/>
          <a:cs typeface="+mn-cs"/>
        </a:defRPr>
      </a:lvl7pPr>
      <a:lvl8pPr marL="1783065" algn="l" defTabSz="509447" rtl="0" eaLnBrk="1" latinLnBrk="0" hangingPunct="1">
        <a:defRPr sz="1003" kern="1200">
          <a:solidFill>
            <a:schemeClr val="tx1"/>
          </a:solidFill>
          <a:latin typeface="+mn-lt"/>
          <a:ea typeface="+mn-ea"/>
          <a:cs typeface="+mn-cs"/>
        </a:defRPr>
      </a:lvl8pPr>
      <a:lvl9pPr marL="2037789" algn="l" defTabSz="509447" rtl="0" eaLnBrk="1" latinLnBrk="0" hangingPunct="1">
        <a:defRPr sz="100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61" userDrawn="1">
          <p15:clr>
            <a:srgbClr val="F26B43"/>
          </p15:clr>
        </p15:guide>
        <p15:guide id="2" pos="11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 name="Graphic 6">
            <a:extLst>
              <a:ext uri="{FF2B5EF4-FFF2-40B4-BE49-F238E27FC236}">
                <a16:creationId xmlns:a16="http://schemas.microsoft.com/office/drawing/2014/main" id="{9734F0E3-9D55-4715-B9B2-167F63480FE9}"/>
              </a:ext>
            </a:extLst>
          </p:cNvPr>
          <p:cNvGrpSpPr/>
          <p:nvPr userDrawn="1"/>
        </p:nvGrpSpPr>
        <p:grpSpPr>
          <a:xfrm>
            <a:off x="11047011" y="6384416"/>
            <a:ext cx="987810" cy="292608"/>
            <a:chOff x="4710906" y="3597973"/>
            <a:chExt cx="2760252" cy="819150"/>
          </a:xfrm>
          <a:solidFill>
            <a:schemeClr val="accent1"/>
          </a:solidFill>
        </p:grpSpPr>
        <p:sp>
          <p:nvSpPr>
            <p:cNvPr id="18" name="Freeform: Shape 17">
              <a:extLst>
                <a:ext uri="{FF2B5EF4-FFF2-40B4-BE49-F238E27FC236}">
                  <a16:creationId xmlns:a16="http://schemas.microsoft.com/office/drawing/2014/main" id="{98730D49-1FFF-4E73-AFAC-D16A4AB79F42}"/>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B25B0200-6D68-44A4-B8D2-77B84060F44A}"/>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5ABD07BF-19FB-4121-954A-536756B96C1E}"/>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84A28DB1-0098-4D6E-AC32-91D54A13A345}"/>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8B000B94-2AB2-4340-8F8F-F75658949C6E}"/>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sp>
        <p:nvSpPr>
          <p:cNvPr id="2" name="Text Placeholder 1"/>
          <p:cNvSpPr>
            <a:spLocks noGrp="1"/>
          </p:cNvSpPr>
          <p:nvPr>
            <p:ph type="body" idx="1"/>
          </p:nvPr>
        </p:nvSpPr>
        <p:spPr>
          <a:xfrm>
            <a:off x="209780" y="746620"/>
            <a:ext cx="11804463" cy="5987466"/>
          </a:xfrm>
          <a:prstGeom prst="rect">
            <a:avLst/>
          </a:prstGeom>
        </p:spPr>
        <p:txBody>
          <a:bodyPr vert="horz" lIns="91440" tIns="0" rIns="91440" bIns="0" rtlCol="0"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1A589ED4-99A7-154B-BB72-DF40B355989E}"/>
              </a:ext>
            </a:extLst>
          </p:cNvPr>
          <p:cNvSpPr>
            <a:spLocks noGrp="1"/>
          </p:cNvSpPr>
          <p:nvPr>
            <p:ph type="title"/>
          </p:nvPr>
        </p:nvSpPr>
        <p:spPr>
          <a:xfrm>
            <a:off x="188963" y="1"/>
            <a:ext cx="11814077" cy="626066"/>
          </a:xfrm>
          <a:prstGeom prst="rect">
            <a:avLst/>
          </a:prstGeom>
        </p:spPr>
        <p:txBody>
          <a:bodyPr vert="horz" wrap="none" lIns="0" tIns="0" rIns="0" bIns="0" rtlCol="0" anchor="b">
            <a:noAutofit/>
          </a:bodyPr>
          <a:lstStyle/>
          <a:p>
            <a:pPr marL="0" lvl="0"/>
            <a:r>
              <a:rPr lang="en-US" dirty="0"/>
              <a:t>Click to edit Master title style</a:t>
            </a:r>
          </a:p>
        </p:txBody>
      </p:sp>
      <p:cxnSp>
        <p:nvCxnSpPr>
          <p:cNvPr id="10" name="Straight Connector 9">
            <a:extLst>
              <a:ext uri="{FF2B5EF4-FFF2-40B4-BE49-F238E27FC236}">
                <a16:creationId xmlns:a16="http://schemas.microsoft.com/office/drawing/2014/main" id="{0684DAE3-1891-054F-8B7F-CF901DD56EFF}"/>
              </a:ext>
            </a:extLst>
          </p:cNvPr>
          <p:cNvCxnSpPr>
            <a:cxnSpLocks/>
          </p:cNvCxnSpPr>
          <p:nvPr/>
        </p:nvCxnSpPr>
        <p:spPr>
          <a:xfrm>
            <a:off x="448106" y="671267"/>
            <a:ext cx="10972802"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C5BEDB0A-686B-4A8A-9CDB-7CE903D17673}"/>
              </a:ext>
            </a:extLst>
          </p:cNvPr>
          <p:cNvCxnSpPr>
            <a:cxnSpLocks/>
          </p:cNvCxnSpPr>
          <p:nvPr userDrawn="1"/>
        </p:nvCxnSpPr>
        <p:spPr>
          <a:xfrm>
            <a:off x="188963" y="626066"/>
            <a:ext cx="11814077"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6" name="Slide Number Placeholder 2">
            <a:extLst>
              <a:ext uri="{FF2B5EF4-FFF2-40B4-BE49-F238E27FC236}">
                <a16:creationId xmlns:a16="http://schemas.microsoft.com/office/drawing/2014/main" id="{80F96196-23BE-4142-8F4A-2E8AF7100DFA}"/>
              </a:ext>
            </a:extLst>
          </p:cNvPr>
          <p:cNvSpPr>
            <a:spLocks noGrp="1"/>
          </p:cNvSpPr>
          <p:nvPr>
            <p:ph type="sldNum" sz="quarter" idx="4"/>
          </p:nvPr>
        </p:nvSpPr>
        <p:spPr>
          <a:xfrm>
            <a:off x="89857" y="6446522"/>
            <a:ext cx="912912" cy="365125"/>
          </a:xfrm>
          <a:prstGeom prst="rect">
            <a:avLst/>
          </a:prstGeom>
        </p:spPr>
        <p:txBody>
          <a:bodyPr vert="horz" lIns="91440" tIns="45720" rIns="91440" bIns="45720" rtlCol="0" anchor="ctr"/>
          <a:lstStyle>
            <a:lvl1pPr algn="l">
              <a:defRPr sz="1000">
                <a:solidFill>
                  <a:schemeClr val="bg1">
                    <a:lumMod val="50000"/>
                  </a:schemeClr>
                </a:solidFill>
              </a:defRPr>
            </a:lvl1pPr>
          </a:lstStyle>
          <a:p>
            <a:fld id="{B3BD2672-75C2-438C-BF59-C55A35C73CD5}" type="slidenum">
              <a:rPr lang="en-US" smtClean="0"/>
              <a:pPr/>
              <a:t>‹#›</a:t>
            </a:fld>
            <a:endParaRPr lang="en-US" dirty="0"/>
          </a:p>
        </p:txBody>
      </p:sp>
    </p:spTree>
    <p:extLst>
      <p:ext uri="{BB962C8B-B14F-4D97-AF65-F5344CB8AC3E}">
        <p14:creationId xmlns:p14="http://schemas.microsoft.com/office/powerpoint/2010/main" val="1852341873"/>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 id="2147483884" r:id="rId18"/>
    <p:sldLayoutId id="2147483885" r:id="rId19"/>
    <p:sldLayoutId id="2147483886" r:id="rId20"/>
    <p:sldLayoutId id="2147483887" r:id="rId21"/>
    <p:sldLayoutId id="2147483888" r:id="rId22"/>
    <p:sldLayoutId id="2147483889" r:id="rId23"/>
    <p:sldLayoutId id="2147483890" r:id="rId24"/>
    <p:sldLayoutId id="2147483891" r:id="rId25"/>
    <p:sldLayoutId id="2147483892" r:id="rId26"/>
    <p:sldLayoutId id="2147483893" r:id="rId27"/>
    <p:sldLayoutId id="2147483894" r:id="rId28"/>
    <p:sldLayoutId id="2147483895" r:id="rId29"/>
    <p:sldLayoutId id="2147483896" r:id="rId30"/>
    <p:sldLayoutId id="2147483897" r:id="rId31"/>
    <p:sldLayoutId id="2147483898" r:id="rId32"/>
    <p:sldLayoutId id="2147483899" r:id="rId33"/>
    <p:sldLayoutId id="2147483900" r:id="rId34"/>
    <p:sldLayoutId id="2147483901" r:id="rId35"/>
    <p:sldLayoutId id="2147483902" r:id="rId36"/>
    <p:sldLayoutId id="2147483903" r:id="rId37"/>
    <p:sldLayoutId id="2147483904" r:id="rId38"/>
    <p:sldLayoutId id="2147483905" r:id="rId39"/>
    <p:sldLayoutId id="2147483906" r:id="rId40"/>
  </p:sldLayoutIdLst>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hf hdr="0" ftr="0" dt="0"/>
  <p:txStyles>
    <p:titleStyle>
      <a:lvl1pPr algn="l" defTabSz="509447" rtl="0" eaLnBrk="1" latinLnBrk="0" hangingPunct="1">
        <a:lnSpc>
          <a:spcPct val="90000"/>
        </a:lnSpc>
        <a:spcBef>
          <a:spcPct val="0"/>
        </a:spcBef>
        <a:buNone/>
        <a:defRPr sz="3200" b="0" kern="1200" cap="none" spc="28" baseline="0">
          <a:solidFill>
            <a:schemeClr val="tx1"/>
          </a:solidFill>
          <a:latin typeface="Georgia" panose="02040502050405020303" pitchFamily="18" charset="0"/>
          <a:ea typeface="+mj-ea"/>
          <a:cs typeface="+mj-cs"/>
        </a:defRPr>
      </a:lvl1pPr>
    </p:titleStyle>
    <p:bodyStyle>
      <a:lvl1pPr marL="168275" indent="-168275" algn="l" defTabSz="509447" rtl="0" eaLnBrk="1" latinLnBrk="0" hangingPunct="1">
        <a:lnSpc>
          <a:spcPct val="95000"/>
        </a:lnSpc>
        <a:spcBef>
          <a:spcPts val="0"/>
        </a:spcBef>
        <a:spcAft>
          <a:spcPts val="1783"/>
        </a:spcAft>
        <a:buFont typeface="Arial" panose="020B0604020202020204" pitchFamily="34" charset="0"/>
        <a:buChar char="•"/>
        <a:defRPr sz="2400" kern="1200">
          <a:solidFill>
            <a:schemeClr val="tx1"/>
          </a:solidFill>
          <a:latin typeface="+mn-lt"/>
          <a:ea typeface="+mn-ea"/>
          <a:cs typeface="+mn-cs"/>
        </a:defRPr>
      </a:lvl1pPr>
      <a:lvl2pPr marL="400050" indent="-146050" algn="l" defTabSz="509447" rtl="0" eaLnBrk="1" latinLnBrk="0" hangingPunct="1">
        <a:lnSpc>
          <a:spcPct val="95000"/>
        </a:lnSpc>
        <a:spcBef>
          <a:spcPts val="0"/>
        </a:spcBef>
        <a:spcAft>
          <a:spcPts val="1783"/>
        </a:spcAft>
        <a:buFont typeface="Arial" panose="020B0604020202020204" pitchFamily="34" charset="0"/>
        <a:buChar char="•"/>
        <a:defRPr sz="1800" kern="1200">
          <a:solidFill>
            <a:schemeClr val="tx1"/>
          </a:solidFill>
          <a:latin typeface="+mn-lt"/>
          <a:ea typeface="+mn-ea"/>
          <a:cs typeface="+mn-cs"/>
        </a:defRPr>
      </a:lvl2pPr>
      <a:lvl3pPr marL="630238" indent="-122238" algn="l" defTabSz="509447" rtl="0" eaLnBrk="1" latinLnBrk="0" hangingPunct="1">
        <a:lnSpc>
          <a:spcPct val="95000"/>
        </a:lnSpc>
        <a:spcBef>
          <a:spcPts val="0"/>
        </a:spcBef>
        <a:spcAft>
          <a:spcPts val="1783"/>
        </a:spcAft>
        <a:buFont typeface="Arial" panose="020B0604020202020204" pitchFamily="34" charset="0"/>
        <a:buChar char="•"/>
        <a:defRPr sz="1800" kern="1200">
          <a:solidFill>
            <a:schemeClr val="tx1"/>
          </a:solidFill>
          <a:latin typeface="+mn-lt"/>
          <a:ea typeface="+mn-ea"/>
          <a:cs typeface="+mn-cs"/>
        </a:defRPr>
      </a:lvl3pPr>
      <a:lvl4pPr marL="860425" indent="-96838" algn="l" defTabSz="509447" rtl="0" eaLnBrk="1" latinLnBrk="0" hangingPunct="1">
        <a:lnSpc>
          <a:spcPct val="95000"/>
        </a:lnSpc>
        <a:spcBef>
          <a:spcPts val="0"/>
        </a:spcBef>
        <a:spcAft>
          <a:spcPts val="1783"/>
        </a:spcAft>
        <a:buFont typeface="Arial" panose="020B0604020202020204" pitchFamily="34" charset="0"/>
        <a:buChar char="•"/>
        <a:defRPr sz="1600" kern="1200">
          <a:solidFill>
            <a:schemeClr val="tx1"/>
          </a:solidFill>
          <a:latin typeface="+mn-lt"/>
          <a:ea typeface="+mn-ea"/>
          <a:cs typeface="+mn-cs"/>
        </a:defRPr>
      </a:lvl4pPr>
      <a:lvl5pPr marL="1144588" indent="-127000" algn="l" defTabSz="509447" rtl="0" eaLnBrk="1" latinLnBrk="0" hangingPunct="1">
        <a:lnSpc>
          <a:spcPct val="95000"/>
        </a:lnSpc>
        <a:spcBef>
          <a:spcPts val="0"/>
        </a:spcBef>
        <a:spcAft>
          <a:spcPts val="1783"/>
        </a:spcAft>
        <a:buFont typeface="Arial" panose="020B0604020202020204" pitchFamily="34" charset="0"/>
        <a:buChar char="•"/>
        <a:defRPr sz="1600" kern="1200">
          <a:solidFill>
            <a:schemeClr val="tx1"/>
          </a:solidFill>
          <a:latin typeface="+mn-lt"/>
          <a:ea typeface="+mn-ea"/>
          <a:cs typeface="+mn-cs"/>
        </a:defRPr>
      </a:lvl5pPr>
      <a:lvl6pPr marL="1400980"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6pPr>
      <a:lvl7pPr marL="1655704"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7pPr>
      <a:lvl8pPr marL="1910428"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8pPr>
      <a:lvl9pPr marL="2165151"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9pPr>
    </p:bodyStyle>
    <p:otherStyle>
      <a:defPPr>
        <a:defRPr lang="en-US"/>
      </a:defPPr>
      <a:lvl1pPr marL="0" algn="l" defTabSz="509447" rtl="0" eaLnBrk="1" latinLnBrk="0" hangingPunct="1">
        <a:defRPr sz="1003" kern="1200">
          <a:solidFill>
            <a:schemeClr val="tx1"/>
          </a:solidFill>
          <a:latin typeface="+mn-lt"/>
          <a:ea typeface="+mn-ea"/>
          <a:cs typeface="+mn-cs"/>
        </a:defRPr>
      </a:lvl1pPr>
      <a:lvl2pPr marL="254724" algn="l" defTabSz="509447" rtl="0" eaLnBrk="1" latinLnBrk="0" hangingPunct="1">
        <a:defRPr sz="1003" kern="1200">
          <a:solidFill>
            <a:schemeClr val="tx1"/>
          </a:solidFill>
          <a:latin typeface="+mn-lt"/>
          <a:ea typeface="+mn-ea"/>
          <a:cs typeface="+mn-cs"/>
        </a:defRPr>
      </a:lvl2pPr>
      <a:lvl3pPr marL="509447" algn="l" defTabSz="509447" rtl="0" eaLnBrk="1" latinLnBrk="0" hangingPunct="1">
        <a:defRPr sz="1003" kern="1200">
          <a:solidFill>
            <a:schemeClr val="tx1"/>
          </a:solidFill>
          <a:latin typeface="+mn-lt"/>
          <a:ea typeface="+mn-ea"/>
          <a:cs typeface="+mn-cs"/>
        </a:defRPr>
      </a:lvl3pPr>
      <a:lvl4pPr marL="764171" algn="l" defTabSz="509447" rtl="0" eaLnBrk="1" latinLnBrk="0" hangingPunct="1">
        <a:defRPr sz="1003" kern="1200">
          <a:solidFill>
            <a:schemeClr val="tx1"/>
          </a:solidFill>
          <a:latin typeface="+mn-lt"/>
          <a:ea typeface="+mn-ea"/>
          <a:cs typeface="+mn-cs"/>
        </a:defRPr>
      </a:lvl4pPr>
      <a:lvl5pPr marL="1018894" algn="l" defTabSz="509447" rtl="0" eaLnBrk="1" latinLnBrk="0" hangingPunct="1">
        <a:defRPr sz="1003" kern="1200">
          <a:solidFill>
            <a:schemeClr val="tx1"/>
          </a:solidFill>
          <a:latin typeface="+mn-lt"/>
          <a:ea typeface="+mn-ea"/>
          <a:cs typeface="+mn-cs"/>
        </a:defRPr>
      </a:lvl5pPr>
      <a:lvl6pPr marL="1273618" algn="l" defTabSz="509447" rtl="0" eaLnBrk="1" latinLnBrk="0" hangingPunct="1">
        <a:defRPr sz="1003" kern="1200">
          <a:solidFill>
            <a:schemeClr val="tx1"/>
          </a:solidFill>
          <a:latin typeface="+mn-lt"/>
          <a:ea typeface="+mn-ea"/>
          <a:cs typeface="+mn-cs"/>
        </a:defRPr>
      </a:lvl6pPr>
      <a:lvl7pPr marL="1528341" algn="l" defTabSz="509447" rtl="0" eaLnBrk="1" latinLnBrk="0" hangingPunct="1">
        <a:defRPr sz="1003" kern="1200">
          <a:solidFill>
            <a:schemeClr val="tx1"/>
          </a:solidFill>
          <a:latin typeface="+mn-lt"/>
          <a:ea typeface="+mn-ea"/>
          <a:cs typeface="+mn-cs"/>
        </a:defRPr>
      </a:lvl7pPr>
      <a:lvl8pPr marL="1783065" algn="l" defTabSz="509447" rtl="0" eaLnBrk="1" latinLnBrk="0" hangingPunct="1">
        <a:defRPr sz="1003" kern="1200">
          <a:solidFill>
            <a:schemeClr val="tx1"/>
          </a:solidFill>
          <a:latin typeface="+mn-lt"/>
          <a:ea typeface="+mn-ea"/>
          <a:cs typeface="+mn-cs"/>
        </a:defRPr>
      </a:lvl8pPr>
      <a:lvl9pPr marL="2037789" algn="l" defTabSz="509447" rtl="0" eaLnBrk="1" latinLnBrk="0" hangingPunct="1">
        <a:defRPr sz="100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61" userDrawn="1">
          <p15:clr>
            <a:srgbClr val="F26B43"/>
          </p15:clr>
        </p15:guide>
        <p15:guide id="2" pos="11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kumimoji="0" lang="en-US" sz="3200" b="0" i="0" u="none" strike="noStrike" kern="1200" cap="none" spc="28" normalizeH="0" baseline="0" noProof="0" dirty="0">
                <a:ln>
                  <a:noFill/>
                </a:ln>
                <a:solidFill>
                  <a:srgbClr val="000000"/>
                </a:solidFill>
                <a:effectLst/>
                <a:uLnTx/>
                <a:uFillTx/>
                <a:latin typeface="Georgia" panose="02040502050405020303" pitchFamily="18" charset="0"/>
                <a:ea typeface="+mj-ea"/>
                <a:cs typeface="+mj-cs"/>
              </a:rPr>
              <a:t>Click to edit Master title style</a:t>
            </a:r>
            <a:endParaRPr dirty="0"/>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 name="Footer Placeholder 4">
            <a:extLst>
              <a:ext uri="{FF2B5EF4-FFF2-40B4-BE49-F238E27FC236}">
                <a16:creationId xmlns:a16="http://schemas.microsoft.com/office/drawing/2014/main" id="{9D253B6B-7766-4C8C-A98E-57F20FA67BDF}"/>
              </a:ext>
            </a:extLst>
          </p:cNvPr>
          <p:cNvSpPr>
            <a:spLocks noGrp="1"/>
          </p:cNvSpPr>
          <p:nvPr>
            <p:ph type="ftr" sz="quarter" idx="3"/>
          </p:nvPr>
        </p:nvSpPr>
        <p:spPr>
          <a:xfrm>
            <a:off x="4552950" y="6356351"/>
            <a:ext cx="3086100"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9" name="Title 1">
            <a:extLst>
              <a:ext uri="{FF2B5EF4-FFF2-40B4-BE49-F238E27FC236}">
                <a16:creationId xmlns:a16="http://schemas.microsoft.com/office/drawing/2014/main" id="{5932FB11-95F2-4082-BDD6-1A3EE0B4BA73}"/>
              </a:ext>
            </a:extLst>
          </p:cNvPr>
          <p:cNvSpPr txBox="1">
            <a:spLocks/>
          </p:cNvSpPr>
          <p:nvPr userDrawn="1"/>
        </p:nvSpPr>
        <p:spPr>
          <a:xfrm>
            <a:off x="750833" y="6356350"/>
            <a:ext cx="2057400" cy="488950"/>
          </a:xfrm>
          <a:prstGeom prst="rect">
            <a:avLst/>
          </a:prstGeom>
        </p:spPr>
        <p:txBody>
          <a:bodyPr>
            <a:normAutofit/>
          </a:bodyPr>
          <a:lstStyle>
            <a:lvl1pPr algn="ctr" defTabSz="2641600" rtl="0" eaLnBrk="0" fontAlgn="base" hangingPunct="0">
              <a:spcBef>
                <a:spcPct val="0"/>
              </a:spcBef>
              <a:spcAft>
                <a:spcPct val="0"/>
              </a:spcAft>
              <a:defRPr sz="6000">
                <a:solidFill>
                  <a:schemeClr val="tx2"/>
                </a:solidFill>
                <a:latin typeface="+mj-lt"/>
                <a:ea typeface="ＭＳ Ｐゴシック" charset="-128"/>
                <a:cs typeface="+mj-cs"/>
              </a:defRPr>
            </a:lvl1pPr>
            <a:lvl2pPr algn="ctr" defTabSz="2641600" rtl="0" eaLnBrk="0" fontAlgn="base" hangingPunct="0">
              <a:spcBef>
                <a:spcPct val="0"/>
              </a:spcBef>
              <a:spcAft>
                <a:spcPct val="0"/>
              </a:spcAft>
              <a:defRPr sz="6000">
                <a:solidFill>
                  <a:schemeClr val="tx2"/>
                </a:solidFill>
                <a:latin typeface="Arial" pitchFamily="-65" charset="0"/>
                <a:ea typeface="ＭＳ Ｐゴシック" charset="-128"/>
              </a:defRPr>
            </a:lvl2pPr>
            <a:lvl3pPr algn="ctr" defTabSz="2641600" rtl="0" eaLnBrk="0" fontAlgn="base" hangingPunct="0">
              <a:spcBef>
                <a:spcPct val="0"/>
              </a:spcBef>
              <a:spcAft>
                <a:spcPct val="0"/>
              </a:spcAft>
              <a:defRPr sz="6000">
                <a:solidFill>
                  <a:schemeClr val="tx2"/>
                </a:solidFill>
                <a:latin typeface="Arial" pitchFamily="-65" charset="0"/>
                <a:ea typeface="ＭＳ Ｐゴシック" charset="-128"/>
              </a:defRPr>
            </a:lvl3pPr>
            <a:lvl4pPr algn="ctr" defTabSz="2641600" rtl="0" eaLnBrk="0" fontAlgn="base" hangingPunct="0">
              <a:spcBef>
                <a:spcPct val="0"/>
              </a:spcBef>
              <a:spcAft>
                <a:spcPct val="0"/>
              </a:spcAft>
              <a:defRPr sz="6000">
                <a:solidFill>
                  <a:schemeClr val="tx2"/>
                </a:solidFill>
                <a:latin typeface="Arial" pitchFamily="-65" charset="0"/>
                <a:ea typeface="ＭＳ Ｐゴシック" charset="-128"/>
              </a:defRPr>
            </a:lvl4pPr>
            <a:lvl5pPr algn="ctr" defTabSz="2641600" rtl="0" eaLnBrk="0" fontAlgn="base" hangingPunct="0">
              <a:spcBef>
                <a:spcPct val="0"/>
              </a:spcBef>
              <a:spcAft>
                <a:spcPct val="0"/>
              </a:spcAft>
              <a:defRPr sz="6000">
                <a:solidFill>
                  <a:schemeClr val="tx2"/>
                </a:solidFill>
                <a:latin typeface="Arial" pitchFamily="-65" charset="0"/>
                <a:ea typeface="ＭＳ Ｐゴシック" charset="-128"/>
              </a:defRPr>
            </a:lvl5pPr>
            <a:lvl6pPr marL="457200" algn="ctr" defTabSz="2641600" rtl="0" fontAlgn="base">
              <a:spcBef>
                <a:spcPct val="0"/>
              </a:spcBef>
              <a:spcAft>
                <a:spcPct val="0"/>
              </a:spcAft>
              <a:defRPr sz="6000">
                <a:solidFill>
                  <a:schemeClr val="tx2"/>
                </a:solidFill>
                <a:latin typeface="Arial" pitchFamily="-65" charset="0"/>
              </a:defRPr>
            </a:lvl6pPr>
            <a:lvl7pPr marL="914400" algn="ctr" defTabSz="2641600" rtl="0" fontAlgn="base">
              <a:spcBef>
                <a:spcPct val="0"/>
              </a:spcBef>
              <a:spcAft>
                <a:spcPct val="0"/>
              </a:spcAft>
              <a:defRPr sz="6000">
                <a:solidFill>
                  <a:schemeClr val="tx2"/>
                </a:solidFill>
                <a:latin typeface="Arial" pitchFamily="-65" charset="0"/>
              </a:defRPr>
            </a:lvl7pPr>
            <a:lvl8pPr marL="1371600" algn="ctr" defTabSz="2641600" rtl="0" fontAlgn="base">
              <a:spcBef>
                <a:spcPct val="0"/>
              </a:spcBef>
              <a:spcAft>
                <a:spcPct val="0"/>
              </a:spcAft>
              <a:defRPr sz="6000">
                <a:solidFill>
                  <a:schemeClr val="tx2"/>
                </a:solidFill>
                <a:latin typeface="Arial" pitchFamily="-65" charset="0"/>
              </a:defRPr>
            </a:lvl8pPr>
            <a:lvl9pPr marL="1828800" algn="ctr" defTabSz="2641600" rtl="0" fontAlgn="base">
              <a:spcBef>
                <a:spcPct val="0"/>
              </a:spcBef>
              <a:spcAft>
                <a:spcPct val="0"/>
              </a:spcAft>
              <a:defRPr sz="6000">
                <a:solidFill>
                  <a:schemeClr val="tx2"/>
                </a:solidFill>
                <a:latin typeface="Arial" pitchFamily="-65" charset="0"/>
              </a:defRPr>
            </a:lvl9pPr>
          </a:lstStyle>
          <a:p>
            <a:pPr algn="l">
              <a:defRPr/>
            </a:pPr>
            <a:r>
              <a:rPr lang="en-US" sz="1600" b="1" kern="0" dirty="0" err="1">
                <a:solidFill>
                  <a:srgbClr val="0257A1"/>
                </a:solidFill>
              </a:rPr>
              <a:t>DataScience</a:t>
            </a:r>
            <a:r>
              <a:rPr lang="en-US" sz="1600" b="1" kern="0" dirty="0" err="1">
                <a:solidFill>
                  <a:srgbClr val="C00000"/>
                </a:solidFill>
              </a:rPr>
              <a:t>@</a:t>
            </a:r>
            <a:r>
              <a:rPr lang="en-US" sz="1600" b="1" kern="0" dirty="0" err="1">
                <a:solidFill>
                  <a:srgbClr val="0257A1"/>
                </a:solidFill>
              </a:rPr>
              <a:t>SMU</a:t>
            </a:r>
            <a:endParaRPr lang="en-US" sz="1600" b="1" kern="0" dirty="0">
              <a:solidFill>
                <a:srgbClr val="0257A1"/>
              </a:solidFill>
            </a:endParaRPr>
          </a:p>
        </p:txBody>
      </p:sp>
      <p:pic>
        <p:nvPicPr>
          <p:cNvPr id="15" name="Picture 14">
            <a:extLst>
              <a:ext uri="{FF2B5EF4-FFF2-40B4-BE49-F238E27FC236}">
                <a16:creationId xmlns:a16="http://schemas.microsoft.com/office/drawing/2014/main" id="{370945E8-8B0F-4F15-B59E-7A9FAA49E62A}"/>
              </a:ext>
            </a:extLst>
          </p:cNvPr>
          <p:cNvPicPr>
            <a:picLocks noChangeAspect="1"/>
          </p:cNvPicPr>
          <p:nvPr userDrawn="1"/>
        </p:nvPicPr>
        <p:blipFill>
          <a:blip r:embed="rId11" cstate="print">
            <a:clrChange>
              <a:clrFrom>
                <a:srgbClr val="000000">
                  <a:alpha val="0"/>
                </a:srgbClr>
              </a:clrFrom>
              <a:clrTo>
                <a:srgbClr val="000000">
                  <a:alpha val="0"/>
                </a:srgbClr>
              </a:clrTo>
            </a:clrChange>
            <a:extLst>
              <a:ext uri="{28A0092B-C50C-407E-A947-70E740481C1C}">
                <a14:useLocalDpi xmlns:a14="http://schemas.microsoft.com/office/drawing/2010/main"/>
              </a:ext>
            </a:extLst>
          </a:blip>
          <a:stretch>
            <a:fillRect/>
          </a:stretch>
        </p:blipFill>
        <p:spPr>
          <a:xfrm>
            <a:off x="9855543" y="6295132"/>
            <a:ext cx="939114" cy="487561"/>
          </a:xfrm>
          <a:prstGeom prst="rect">
            <a:avLst/>
          </a:prstGeom>
        </p:spPr>
      </p:pic>
      <p:sp>
        <p:nvSpPr>
          <p:cNvPr id="13" name="Google Shape;24;p9">
            <a:extLst>
              <a:ext uri="{FF2B5EF4-FFF2-40B4-BE49-F238E27FC236}">
                <a16:creationId xmlns:a16="http://schemas.microsoft.com/office/drawing/2014/main" id="{AF4AFFF8-E306-468D-9A92-DC85BB75E125}"/>
              </a:ext>
            </a:extLst>
          </p:cNvPr>
          <p:cNvSpPr txBox="1">
            <a:spLocks noGrp="1"/>
          </p:cNvSpPr>
          <p:nvPr>
            <p:ph type="sldNum" idx="4"/>
          </p:nvPr>
        </p:nvSpPr>
        <p:spPr>
          <a:xfrm>
            <a:off x="9142927"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chemeClr val="tx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19625393"/>
      </p:ext>
    </p:extLst>
  </p:cSld>
  <p:clrMap bg1="lt1" tx1="dk1" bg2="dk2" tx2="lt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6" r:id="rId8"/>
    <p:sldLayoutId id="2147483917" r:id="rId9"/>
  </p:sldLayoutIdLst>
  <p:hf sldNum="0" hdr="0" ftr="0" dt="0"/>
  <p:txStyles>
    <p:titleStyle>
      <a:defPPr marR="0" lvl="0" algn="l" rtl="0">
        <a:lnSpc>
          <a:spcPct val="100000"/>
        </a:lnSpc>
        <a:spcBef>
          <a:spcPts val="0"/>
        </a:spcBef>
        <a:spcAft>
          <a:spcPts val="0"/>
        </a:spcAft>
      </a:defPPr>
      <a:lvl1pPr marL="0" marR="0" lvl="0" indent="0" algn="l" defTabSz="914400" rtl="0" eaLnBrk="1" fontAlgn="auto" latinLnBrk="0" hangingPunct="1">
        <a:lnSpc>
          <a:spcPct val="90000"/>
        </a:lnSpc>
        <a:spcBef>
          <a:spcPts val="0"/>
        </a:spcBef>
        <a:spcAft>
          <a:spcPts val="0"/>
        </a:spcAft>
        <a:buClr>
          <a:schemeClr val="dk1"/>
        </a:buClr>
        <a:buSzPts val="4400"/>
        <a:buFont typeface="Calibri"/>
        <a:buNone/>
        <a:tabLst/>
        <a:defRPr sz="14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slideLayout" Target="../slideLayouts/slideLayout49.xml"/><Relationship Id="rId7" Type="http://schemas.openxmlformats.org/officeDocument/2006/relationships/image" Target="../media/image16.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5.emf"/><Relationship Id="rId11" Type="http://schemas.openxmlformats.org/officeDocument/2006/relationships/image" Target="../media/image14.svg"/><Relationship Id="rId5" Type="http://schemas.openxmlformats.org/officeDocument/2006/relationships/oleObject" Target="../embeddings/oleObject1.bin"/><Relationship Id="rId10" Type="http://schemas.openxmlformats.org/officeDocument/2006/relationships/image" Target="../media/image19.svg"/><Relationship Id="rId4" Type="http://schemas.openxmlformats.org/officeDocument/2006/relationships/notesSlide" Target="../notesSlides/notesSlide2.xml"/><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7.xml"/><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8.xml"/><Relationship Id="rId1" Type="http://schemas.openxmlformats.org/officeDocument/2006/relationships/tags" Target="../tags/tag3.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8.xml"/><Relationship Id="rId1" Type="http://schemas.openxmlformats.org/officeDocument/2006/relationships/tags" Target="../tags/tag4.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slideLayout" Target="../slideLayouts/slideLayout47.xml"/><Relationship Id="rId7" Type="http://schemas.openxmlformats.org/officeDocument/2006/relationships/image" Target="../media/image23.svg"/><Relationship Id="rId12" Type="http://schemas.openxmlformats.org/officeDocument/2006/relationships/image" Target="../media/image14.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2.emf"/><Relationship Id="rId11" Type="http://schemas.openxmlformats.org/officeDocument/2006/relationships/image" Target="../media/image27.svg"/><Relationship Id="rId5" Type="http://schemas.openxmlformats.org/officeDocument/2006/relationships/oleObject" Target="../embeddings/oleObject2.bin"/><Relationship Id="rId10" Type="http://schemas.openxmlformats.org/officeDocument/2006/relationships/image" Target="../media/image26.svg"/><Relationship Id="rId4" Type="http://schemas.openxmlformats.org/officeDocument/2006/relationships/notesSlide" Target="../notesSlides/notesSlide12.xml"/><Relationship Id="rId9" Type="http://schemas.openxmlformats.org/officeDocument/2006/relationships/image" Target="../media/image25.sv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5.xml"/><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6.xml"/><Relationship Id="rId6" Type="http://schemas.openxmlformats.org/officeDocument/2006/relationships/image" Target="../media/image14.svg"/><Relationship Id="rId5" Type="http://schemas.openxmlformats.org/officeDocument/2006/relationships/hyperlink" Target="https://huggingface.co/spaces/chloebarker/diabetes-care-management-decision-support" TargetMode="Externa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in/chloedbarker/"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image" Target="../media/image14.svg"/><Relationship Id="rId5" Type="http://schemas.openxmlformats.org/officeDocument/2006/relationships/image" Target="../media/image31.jpeg"/><Relationship Id="rId4" Type="http://schemas.openxmlformats.org/officeDocument/2006/relationships/hyperlink" Target="https://chloedbarker.github.io/"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D9111C-E55E-CB43-F192-F66D4038FD2D}"/>
              </a:ext>
            </a:extLst>
          </p:cNvPr>
          <p:cNvSpPr>
            <a:spLocks noGrp="1"/>
          </p:cNvSpPr>
          <p:nvPr>
            <p:ph type="title"/>
          </p:nvPr>
        </p:nvSpPr>
        <p:spPr/>
        <p:txBody>
          <a:bodyPr/>
          <a:lstStyle/>
          <a:p>
            <a:r>
              <a:rPr lang="en-US" dirty="0"/>
              <a:t>Preventing </a:t>
            </a:r>
            <a:br>
              <a:rPr lang="en-US" dirty="0"/>
            </a:br>
            <a:r>
              <a:rPr lang="en-US" dirty="0"/>
              <a:t>Readmissions</a:t>
            </a:r>
            <a:endParaRPr lang="en-US" b="0" dirty="0"/>
          </a:p>
        </p:txBody>
      </p:sp>
      <p:sp>
        <p:nvSpPr>
          <p:cNvPr id="6" name="Text Placeholder 5">
            <a:extLst>
              <a:ext uri="{FF2B5EF4-FFF2-40B4-BE49-F238E27FC236}">
                <a16:creationId xmlns:a16="http://schemas.microsoft.com/office/drawing/2014/main" id="{4EC2EAF9-2720-1DEA-9173-482B08B2B23D}"/>
              </a:ext>
            </a:extLst>
          </p:cNvPr>
          <p:cNvSpPr>
            <a:spLocks noGrp="1"/>
          </p:cNvSpPr>
          <p:nvPr>
            <p:ph type="body" sz="quarter" idx="15"/>
          </p:nvPr>
        </p:nvSpPr>
        <p:spPr/>
        <p:txBody>
          <a:bodyPr/>
          <a:lstStyle/>
          <a:p>
            <a:r>
              <a:rPr lang="en-US" dirty="0"/>
              <a:t>Diabetes Transitional Care Resource Allocation System</a:t>
            </a:r>
          </a:p>
        </p:txBody>
      </p:sp>
      <p:sp>
        <p:nvSpPr>
          <p:cNvPr id="7" name="Text Placeholder 6">
            <a:extLst>
              <a:ext uri="{FF2B5EF4-FFF2-40B4-BE49-F238E27FC236}">
                <a16:creationId xmlns:a16="http://schemas.microsoft.com/office/drawing/2014/main" id="{36699CAE-0505-F750-970E-A1967366D8AB}"/>
              </a:ext>
            </a:extLst>
          </p:cNvPr>
          <p:cNvSpPr>
            <a:spLocks noGrp="1"/>
          </p:cNvSpPr>
          <p:nvPr>
            <p:ph type="body" sz="quarter" idx="16"/>
          </p:nvPr>
        </p:nvSpPr>
        <p:spPr/>
        <p:txBody>
          <a:bodyPr/>
          <a:lstStyle/>
          <a:p>
            <a:r>
              <a:rPr lang="en-US" dirty="0"/>
              <a:t>Chloe Barker</a:t>
            </a:r>
          </a:p>
        </p:txBody>
      </p:sp>
      <p:pic>
        <p:nvPicPr>
          <p:cNvPr id="3" name="Camera 2">
            <a:extLst>
              <a:ext uri="{FF2B5EF4-FFF2-40B4-BE49-F238E27FC236}">
                <a16:creationId xmlns:a16="http://schemas.microsoft.com/office/drawing/2014/main" id="{0EC79520-FB4D-FEB1-1F2E-9AC018A4572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4073955893"/>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33" hidden="1">
            <a:extLst>
              <a:ext uri="{FF2B5EF4-FFF2-40B4-BE49-F238E27FC236}">
                <a16:creationId xmlns:a16="http://schemas.microsoft.com/office/drawing/2014/main" id="{03BF54C6-BA19-4B40-A973-0C79C39F2D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34" name="Object 33" hidden="1">
                        <a:extLst>
                          <a:ext uri="{FF2B5EF4-FFF2-40B4-BE49-F238E27FC236}">
                            <a16:creationId xmlns:a16="http://schemas.microsoft.com/office/drawing/2014/main" id="{03BF54C6-BA19-4B40-A973-0C79C39F2D4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5" name="Rectangle 34" hidden="1">
            <a:extLst>
              <a:ext uri="{FF2B5EF4-FFF2-40B4-BE49-F238E27FC236}">
                <a16:creationId xmlns:a16="http://schemas.microsoft.com/office/drawing/2014/main" id="{5B73D268-E9E7-4598-88DF-BFEF7E7BBD6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Chronicle Display Black"/>
              <a:ea typeface="+mn-ea"/>
              <a:cs typeface="+mn-cs"/>
              <a:sym typeface="Chronicle Display Black"/>
            </a:endParaRPr>
          </a:p>
        </p:txBody>
      </p:sp>
      <p:sp>
        <p:nvSpPr>
          <p:cNvPr id="2" name="Title 1">
            <a:extLst>
              <a:ext uri="{FF2B5EF4-FFF2-40B4-BE49-F238E27FC236}">
                <a16:creationId xmlns:a16="http://schemas.microsoft.com/office/drawing/2014/main" id="{097DE804-8728-4D59-B8E3-18C59610C98D}"/>
              </a:ext>
            </a:extLst>
          </p:cNvPr>
          <p:cNvSpPr>
            <a:spLocks noGrp="1"/>
          </p:cNvSpPr>
          <p:nvPr>
            <p:ph type="title"/>
          </p:nvPr>
        </p:nvSpPr>
        <p:spPr/>
        <p:txBody>
          <a:bodyPr/>
          <a:lstStyle/>
          <a:p>
            <a:r>
              <a:rPr lang="en-US" sz="2600" dirty="0"/>
              <a:t>Today’s Agenda and Outcomes</a:t>
            </a:r>
          </a:p>
        </p:txBody>
      </p:sp>
      <p:sp>
        <p:nvSpPr>
          <p:cNvPr id="5" name="Rectangle 4">
            <a:extLst>
              <a:ext uri="{FF2B5EF4-FFF2-40B4-BE49-F238E27FC236}">
                <a16:creationId xmlns:a16="http://schemas.microsoft.com/office/drawing/2014/main" id="{0D82156B-03C5-4E94-853F-35DD43EB7DBD}"/>
              </a:ext>
            </a:extLst>
          </p:cNvPr>
          <p:cNvSpPr/>
          <p:nvPr/>
        </p:nvSpPr>
        <p:spPr>
          <a:xfrm>
            <a:off x="1536192" y="2346331"/>
            <a:ext cx="2286000" cy="108636"/>
          </a:xfrm>
          <a:prstGeom prst="rect">
            <a:avLst/>
          </a:prstGeom>
          <a:solidFill>
            <a:schemeClr val="accent1"/>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6" name="Rectangle 5">
            <a:extLst>
              <a:ext uri="{FF2B5EF4-FFF2-40B4-BE49-F238E27FC236}">
                <a16:creationId xmlns:a16="http://schemas.microsoft.com/office/drawing/2014/main" id="{6B346BC6-86B8-4611-8DE2-402807DF21F6}"/>
              </a:ext>
            </a:extLst>
          </p:cNvPr>
          <p:cNvSpPr/>
          <p:nvPr/>
        </p:nvSpPr>
        <p:spPr>
          <a:xfrm>
            <a:off x="3816050" y="2346331"/>
            <a:ext cx="2286000" cy="108636"/>
          </a:xfrm>
          <a:prstGeom prst="rect">
            <a:avLst/>
          </a:prstGeom>
          <a:solidFill>
            <a:schemeClr val="accent4"/>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 name="Rectangle 6">
            <a:extLst>
              <a:ext uri="{FF2B5EF4-FFF2-40B4-BE49-F238E27FC236}">
                <a16:creationId xmlns:a16="http://schemas.microsoft.com/office/drawing/2014/main" id="{84A20D0D-07B0-470D-86CD-3C1A8AF988A1}"/>
              </a:ext>
            </a:extLst>
          </p:cNvPr>
          <p:cNvSpPr/>
          <p:nvPr/>
        </p:nvSpPr>
        <p:spPr>
          <a:xfrm>
            <a:off x="6095908" y="2346332"/>
            <a:ext cx="2286000" cy="108636"/>
          </a:xfrm>
          <a:prstGeom prst="rect">
            <a:avLst/>
          </a:prstGeom>
          <a:solidFill>
            <a:schemeClr val="accent3">
              <a:lumMod val="75000"/>
            </a:scheme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8" name="Rectangle 7">
            <a:extLst>
              <a:ext uri="{FF2B5EF4-FFF2-40B4-BE49-F238E27FC236}">
                <a16:creationId xmlns:a16="http://schemas.microsoft.com/office/drawing/2014/main" id="{A390B5B2-0886-4710-A22A-6996AB751B8A}"/>
              </a:ext>
            </a:extLst>
          </p:cNvPr>
          <p:cNvSpPr/>
          <p:nvPr/>
        </p:nvSpPr>
        <p:spPr>
          <a:xfrm>
            <a:off x="8375765" y="2346332"/>
            <a:ext cx="2286000" cy="108636"/>
          </a:xfrm>
          <a:prstGeom prst="rect">
            <a:avLst/>
          </a:prstGeom>
          <a:solidFill>
            <a:schemeClr val="accent5"/>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902FF1B3-E023-4DD3-A4E7-C87D031E61C0}"/>
              </a:ext>
            </a:extLst>
          </p:cNvPr>
          <p:cNvSpPr/>
          <p:nvPr/>
        </p:nvSpPr>
        <p:spPr>
          <a:xfrm>
            <a:off x="0" y="2346332"/>
            <a:ext cx="1536192" cy="108636"/>
          </a:xfrm>
          <a:prstGeom prst="rect">
            <a:avLst/>
          </a:prstGeom>
          <a:solidFill>
            <a:srgbClr val="787878">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Light"/>
              <a:ea typeface="+mn-ea"/>
              <a:cs typeface="+mn-cs"/>
            </a:endParaRPr>
          </a:p>
        </p:txBody>
      </p:sp>
      <p:sp>
        <p:nvSpPr>
          <p:cNvPr id="10" name="Rectangle 9">
            <a:extLst>
              <a:ext uri="{FF2B5EF4-FFF2-40B4-BE49-F238E27FC236}">
                <a16:creationId xmlns:a16="http://schemas.microsoft.com/office/drawing/2014/main" id="{F85F5FF3-C866-46CC-A793-4C68E996D6AE}"/>
              </a:ext>
            </a:extLst>
          </p:cNvPr>
          <p:cNvSpPr/>
          <p:nvPr/>
        </p:nvSpPr>
        <p:spPr>
          <a:xfrm>
            <a:off x="10655808" y="2346330"/>
            <a:ext cx="1536192" cy="108636"/>
          </a:xfrm>
          <a:prstGeom prst="rect">
            <a:avLst/>
          </a:prstGeom>
          <a:solidFill>
            <a:srgbClr val="787878">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F89D8DED-4089-42AA-BC45-41F61B7DA4EA}"/>
              </a:ext>
            </a:extLst>
          </p:cNvPr>
          <p:cNvSpPr/>
          <p:nvPr/>
        </p:nvSpPr>
        <p:spPr>
          <a:xfrm>
            <a:off x="1531088" y="1274982"/>
            <a:ext cx="9144000" cy="2446919"/>
          </a:xfrm>
          <a:prstGeom prst="rect">
            <a:avLst/>
          </a:prstGeom>
          <a:noFill/>
          <a:ln w="19050" cap="flat" cmpd="sng" algn="ctr">
            <a:solidFill>
              <a:schemeClr val="tx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2" name="TextBox 11">
            <a:extLst>
              <a:ext uri="{FF2B5EF4-FFF2-40B4-BE49-F238E27FC236}">
                <a16:creationId xmlns:a16="http://schemas.microsoft.com/office/drawing/2014/main" id="{C105F05A-4808-4271-8479-C8280CD94236}"/>
              </a:ext>
            </a:extLst>
          </p:cNvPr>
          <p:cNvSpPr txBox="1"/>
          <p:nvPr/>
        </p:nvSpPr>
        <p:spPr>
          <a:xfrm>
            <a:off x="3530781" y="1163196"/>
            <a:ext cx="5268509" cy="248786"/>
          </a:xfrm>
          <a:prstGeom prst="rect">
            <a:avLst/>
          </a:prstGeom>
          <a:solidFill>
            <a:srgbClr val="FFFFFF"/>
          </a:solidFill>
        </p:spPr>
        <p:txBody>
          <a:bodyPr wrap="square" lIns="0" tIns="0" rIns="0" bIns="0" rtlCol="0">
            <a:spAutoFit/>
          </a:bodyPr>
          <a:lstStyle/>
          <a:p>
            <a:pPr marL="1466" marR="0" lvl="0" indent="0" algn="ctr" defTabSz="914400" rtl="0" eaLnBrk="1" fontAlgn="auto" latinLnBrk="0" hangingPunct="1">
              <a:lnSpc>
                <a:spcPct val="106000"/>
              </a:lnSpc>
              <a:spcBef>
                <a:spcPct val="80000"/>
              </a:spcBef>
              <a:spcAft>
                <a:spcPts val="0"/>
              </a:spcAft>
              <a:buClr>
                <a:srgbClr val="000000"/>
              </a:buClr>
              <a:buSzTx/>
              <a:buFontTx/>
              <a:buNone/>
              <a:tabLst/>
              <a:defRPr/>
            </a:pPr>
            <a:r>
              <a:rPr kumimoji="0" lang="en-US" sz="1600" b="1" i="0" u="none" strike="noStrike" kern="0" cap="none" spc="250" normalizeH="0" baseline="0" noProof="0" dirty="0">
                <a:ln>
                  <a:noFill/>
                </a:ln>
                <a:solidFill>
                  <a:srgbClr val="000000"/>
                </a:solidFill>
                <a:effectLst/>
                <a:uLnTx/>
                <a:uFillTx/>
                <a:ea typeface="+mn-ea"/>
                <a:cs typeface="Calibri" panose="020F0502020204030204" pitchFamily="34" charset="0"/>
              </a:rPr>
              <a:t>PROJECT AT A GLANCE</a:t>
            </a:r>
          </a:p>
        </p:txBody>
      </p:sp>
      <p:sp>
        <p:nvSpPr>
          <p:cNvPr id="13" name="TextBox 12">
            <a:extLst>
              <a:ext uri="{FF2B5EF4-FFF2-40B4-BE49-F238E27FC236}">
                <a16:creationId xmlns:a16="http://schemas.microsoft.com/office/drawing/2014/main" id="{439CD263-1AEE-4ADB-80B8-074CA846494C}"/>
              </a:ext>
            </a:extLst>
          </p:cNvPr>
          <p:cNvSpPr txBox="1"/>
          <p:nvPr/>
        </p:nvSpPr>
        <p:spPr>
          <a:xfrm>
            <a:off x="1722671" y="2713581"/>
            <a:ext cx="1851171" cy="503408"/>
          </a:xfrm>
          <a:prstGeom prst="rect">
            <a:avLst/>
          </a:prstGeom>
          <a:noFill/>
        </p:spPr>
        <p:txBody>
          <a:bodyPr wrap="square" lIns="0" tIns="0" rIns="0" bIns="0" rtlCol="0">
            <a:spAutoFit/>
          </a:bodyPr>
          <a:lstStyle/>
          <a:p>
            <a:pPr marL="1466" marR="0" lvl="0" indent="0" algn="ctr" defTabSz="914400" rtl="0" eaLnBrk="1" fontAlgn="auto" latinLnBrk="0" hangingPunct="1">
              <a:lnSpc>
                <a:spcPct val="106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rPr>
              <a:t>Problem</a:t>
            </a:r>
            <a:endParaRPr kumimoji="0" lang="en-US" sz="1600" b="0" i="1" u="none" strike="noStrike" kern="1200" cap="none" spc="0" normalizeH="0" baseline="0" noProof="0" dirty="0">
              <a:ln>
                <a:noFill/>
              </a:ln>
              <a:solidFill>
                <a:srgbClr val="000000"/>
              </a:solidFill>
              <a:effectLst/>
              <a:uLnTx/>
              <a:uFillTx/>
              <a:ea typeface="+mn-ea"/>
              <a:cs typeface="Calibri" panose="020F0502020204030204" pitchFamily="34" charset="0"/>
            </a:endParaRPr>
          </a:p>
          <a:p>
            <a:pPr marL="1466" marR="0" lvl="0" indent="0" algn="ctr" defTabSz="914400" rtl="0" eaLnBrk="1" fontAlgn="auto" latinLnBrk="0" hangingPunct="1">
              <a:lnSpc>
                <a:spcPct val="106000"/>
              </a:lnSpc>
              <a:spcBef>
                <a:spcPts val="0"/>
              </a:spcBef>
              <a:spcAft>
                <a:spcPts val="0"/>
              </a:spcAft>
              <a:buClr>
                <a:srgbClr val="000000"/>
              </a:buClr>
              <a:buSzTx/>
              <a:buFontTx/>
              <a:buNone/>
              <a:tabLst/>
              <a:defRPr/>
            </a:pPr>
            <a:endPar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endParaRPr>
          </a:p>
        </p:txBody>
      </p:sp>
      <p:sp>
        <p:nvSpPr>
          <p:cNvPr id="14" name="TextBox 13">
            <a:extLst>
              <a:ext uri="{FF2B5EF4-FFF2-40B4-BE49-F238E27FC236}">
                <a16:creationId xmlns:a16="http://schemas.microsoft.com/office/drawing/2014/main" id="{C86C1CED-055F-49C0-B038-65331FE8FF68}"/>
              </a:ext>
            </a:extLst>
          </p:cNvPr>
          <p:cNvSpPr txBox="1"/>
          <p:nvPr/>
        </p:nvSpPr>
        <p:spPr>
          <a:xfrm>
            <a:off x="4231554" y="2710204"/>
            <a:ext cx="1507049" cy="242439"/>
          </a:xfrm>
          <a:prstGeom prst="rect">
            <a:avLst/>
          </a:prstGeom>
          <a:noFill/>
        </p:spPr>
        <p:txBody>
          <a:bodyPr wrap="square" lIns="0" tIns="0" rIns="0" bIns="0" rtlCol="0">
            <a:spAutoFit/>
          </a:bodyPr>
          <a:lstStyle/>
          <a:p>
            <a:pPr marL="1466" marR="0" lvl="0" indent="0" algn="ctr" defTabSz="914400" rtl="0" eaLnBrk="1" fontAlgn="auto" latinLnBrk="0" hangingPunct="1">
              <a:lnSpc>
                <a:spcPct val="106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rPr>
              <a:t>Decision</a:t>
            </a:r>
            <a:endParaRPr kumimoji="0" lang="en-US" sz="1600" b="0" i="1" u="none" strike="noStrike" kern="1200" cap="none" spc="0" normalizeH="0" baseline="0" noProof="0" dirty="0">
              <a:ln>
                <a:noFill/>
              </a:ln>
              <a:solidFill>
                <a:srgbClr val="000000"/>
              </a:solidFill>
              <a:effectLst/>
              <a:uLnTx/>
              <a:uFillTx/>
              <a:ea typeface="+mn-ea"/>
              <a:cs typeface="Calibri" panose="020F0502020204030204" pitchFamily="34" charset="0"/>
            </a:endParaRPr>
          </a:p>
        </p:txBody>
      </p:sp>
      <p:sp>
        <p:nvSpPr>
          <p:cNvPr id="15" name="TextBox 14">
            <a:extLst>
              <a:ext uri="{FF2B5EF4-FFF2-40B4-BE49-F238E27FC236}">
                <a16:creationId xmlns:a16="http://schemas.microsoft.com/office/drawing/2014/main" id="{8F951170-3DA3-405D-BEFB-CEB5B5C36EF1}"/>
              </a:ext>
            </a:extLst>
          </p:cNvPr>
          <p:cNvSpPr txBox="1"/>
          <p:nvPr/>
        </p:nvSpPr>
        <p:spPr>
          <a:xfrm>
            <a:off x="6254632" y="2713581"/>
            <a:ext cx="2009362" cy="242439"/>
          </a:xfrm>
          <a:prstGeom prst="rect">
            <a:avLst/>
          </a:prstGeom>
          <a:noFill/>
        </p:spPr>
        <p:txBody>
          <a:bodyPr wrap="square" lIns="0" tIns="0" rIns="0" bIns="0" rtlCol="0">
            <a:spAutoFit/>
          </a:bodyPr>
          <a:lstStyle/>
          <a:p>
            <a:pPr marL="1466" marR="0" lvl="0" indent="0" algn="ctr" defTabSz="914400" rtl="0" eaLnBrk="1" fontAlgn="auto" latinLnBrk="0" hangingPunct="1">
              <a:lnSpc>
                <a:spcPct val="106000"/>
              </a:lnSpc>
              <a:spcBef>
                <a:spcPts val="0"/>
              </a:spcBef>
              <a:spcAft>
                <a:spcPts val="0"/>
              </a:spcAft>
              <a:buClr>
                <a:srgbClr val="000000"/>
              </a:buClr>
              <a:buSzTx/>
              <a:buFontTx/>
              <a:buNone/>
              <a:tabLst/>
              <a:defRPr/>
            </a:pPr>
            <a:r>
              <a:rPr kumimoji="0" lang="en-US" sz="1600" b="1" u="none" strike="noStrike" kern="1200" cap="none" spc="0" normalizeH="0" baseline="0" noProof="0" dirty="0">
                <a:ln>
                  <a:noFill/>
                </a:ln>
                <a:solidFill>
                  <a:srgbClr val="000000"/>
                </a:solidFill>
                <a:effectLst/>
                <a:uLnTx/>
                <a:uFillTx/>
                <a:ea typeface="+mn-ea"/>
                <a:cs typeface="Calibri" panose="020F0502020204030204" pitchFamily="34" charset="0"/>
              </a:rPr>
              <a:t>Solution</a:t>
            </a:r>
          </a:p>
        </p:txBody>
      </p:sp>
      <p:sp>
        <p:nvSpPr>
          <p:cNvPr id="16" name="TextBox 15">
            <a:extLst>
              <a:ext uri="{FF2B5EF4-FFF2-40B4-BE49-F238E27FC236}">
                <a16:creationId xmlns:a16="http://schemas.microsoft.com/office/drawing/2014/main" id="{99531708-63B6-4242-A17A-DA460A5AD8B3}"/>
              </a:ext>
            </a:extLst>
          </p:cNvPr>
          <p:cNvSpPr txBox="1"/>
          <p:nvPr/>
        </p:nvSpPr>
        <p:spPr>
          <a:xfrm>
            <a:off x="8524818" y="2713581"/>
            <a:ext cx="1972202" cy="242439"/>
          </a:xfrm>
          <a:prstGeom prst="rect">
            <a:avLst/>
          </a:prstGeom>
          <a:noFill/>
        </p:spPr>
        <p:txBody>
          <a:bodyPr wrap="square" lIns="0" tIns="0" rIns="0" bIns="0" rtlCol="0">
            <a:spAutoFit/>
          </a:bodyPr>
          <a:lstStyle/>
          <a:p>
            <a:pPr marL="1466" marR="0" lvl="0" indent="0" algn="ctr" defTabSz="914400" rtl="0" eaLnBrk="1" fontAlgn="auto" latinLnBrk="0" hangingPunct="1">
              <a:lnSpc>
                <a:spcPct val="106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rPr>
              <a:t>Recommendation</a:t>
            </a:r>
            <a:endParaRPr kumimoji="0" lang="en-US" sz="1600" b="0" i="1" u="none" strike="noStrike" kern="1200" cap="none" spc="0" normalizeH="0" baseline="0" noProof="0" dirty="0">
              <a:ln>
                <a:noFill/>
              </a:ln>
              <a:solidFill>
                <a:srgbClr val="000000"/>
              </a:solidFill>
              <a:effectLst/>
              <a:uLnTx/>
              <a:uFillTx/>
              <a:ea typeface="+mn-ea"/>
              <a:cs typeface="Calibri" panose="020F0502020204030204" pitchFamily="34" charset="0"/>
            </a:endParaRPr>
          </a:p>
        </p:txBody>
      </p:sp>
      <p:pic>
        <p:nvPicPr>
          <p:cNvPr id="17" name="Graphic 16">
            <a:extLst>
              <a:ext uri="{FF2B5EF4-FFF2-40B4-BE49-F238E27FC236}">
                <a16:creationId xmlns:a16="http://schemas.microsoft.com/office/drawing/2014/main" id="{98251A22-C34D-4052-A5C6-F341C6AF3F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25518" y="1680998"/>
            <a:ext cx="445477" cy="445477"/>
          </a:xfrm>
          <a:prstGeom prst="rect">
            <a:avLst/>
          </a:prstGeom>
        </p:spPr>
      </p:pic>
      <p:pic>
        <p:nvPicPr>
          <p:cNvPr id="18" name="Graphic 17">
            <a:extLst>
              <a:ext uri="{FF2B5EF4-FFF2-40B4-BE49-F238E27FC236}">
                <a16:creationId xmlns:a16="http://schemas.microsoft.com/office/drawing/2014/main" id="{02909E86-E044-46A8-B2D7-E09D7B3543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0066" y="1658724"/>
            <a:ext cx="490025" cy="490025"/>
          </a:xfrm>
          <a:prstGeom prst="rect">
            <a:avLst/>
          </a:prstGeom>
        </p:spPr>
      </p:pic>
      <p:pic>
        <p:nvPicPr>
          <p:cNvPr id="19" name="Graphic 18">
            <a:extLst>
              <a:ext uri="{FF2B5EF4-FFF2-40B4-BE49-F238E27FC236}">
                <a16:creationId xmlns:a16="http://schemas.microsoft.com/office/drawing/2014/main" id="{5254368D-C24A-46CE-A85C-370C491BC1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56824" y="1701247"/>
            <a:ext cx="404979" cy="404979"/>
          </a:xfrm>
          <a:prstGeom prst="rect">
            <a:avLst/>
          </a:prstGeom>
        </p:spPr>
      </p:pic>
      <p:pic>
        <p:nvPicPr>
          <p:cNvPr id="20" name="Graphic 19">
            <a:extLst>
              <a:ext uri="{FF2B5EF4-FFF2-40B4-BE49-F238E27FC236}">
                <a16:creationId xmlns:a16="http://schemas.microsoft.com/office/drawing/2014/main" id="{B18A9D67-004F-492A-9030-65F345027B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8181" y="1680998"/>
            <a:ext cx="445477" cy="445477"/>
          </a:xfrm>
          <a:prstGeom prst="rect">
            <a:avLst/>
          </a:prstGeom>
        </p:spPr>
      </p:pic>
      <p:sp>
        <p:nvSpPr>
          <p:cNvPr id="21" name="Rectangle 20">
            <a:extLst>
              <a:ext uri="{FF2B5EF4-FFF2-40B4-BE49-F238E27FC236}">
                <a16:creationId xmlns:a16="http://schemas.microsoft.com/office/drawing/2014/main" id="{9C371F1A-8B0C-42ED-87A1-9E996E468967}"/>
              </a:ext>
            </a:extLst>
          </p:cNvPr>
          <p:cNvSpPr/>
          <p:nvPr/>
        </p:nvSpPr>
        <p:spPr>
          <a:xfrm>
            <a:off x="1592124" y="4118740"/>
            <a:ext cx="2112264" cy="184760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rPr>
              <a:t>Hospitals cannot provide intensive post-discharge support to every diabetes patient.</a:t>
            </a:r>
          </a:p>
        </p:txBody>
      </p:sp>
      <p:sp>
        <p:nvSpPr>
          <p:cNvPr id="22" name="Rectangle 21">
            <a:extLst>
              <a:ext uri="{FF2B5EF4-FFF2-40B4-BE49-F238E27FC236}">
                <a16:creationId xmlns:a16="http://schemas.microsoft.com/office/drawing/2014/main" id="{90AC5240-37CD-4C3E-AD04-6F63FE528752}"/>
              </a:ext>
            </a:extLst>
          </p:cNvPr>
          <p:cNvSpPr/>
          <p:nvPr/>
        </p:nvSpPr>
        <p:spPr>
          <a:xfrm>
            <a:off x="3879678" y="4118740"/>
            <a:ext cx="2112264" cy="184760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sz="1800"/>
            </a:pPr>
            <a:r>
              <a:rPr kumimoji="0" lang="en-US" sz="1600" b="1" i="0" u="none" strike="noStrike" kern="1200" cap="none" spc="0" normalizeH="0" baseline="0" noProof="0" dirty="0">
                <a:ln>
                  <a:noFill/>
                </a:ln>
                <a:solidFill>
                  <a:srgbClr val="000000"/>
                </a:solidFill>
                <a:effectLst/>
                <a:uLnTx/>
                <a:uFillTx/>
                <a:ea typeface="Verdana" pitchFamily="34" charset="0"/>
                <a:cs typeface="Calibri" panose="020F0502020204030204" pitchFamily="34" charset="0"/>
              </a:rPr>
              <a:t>Which diabetes patients should receive enhanced support first?</a:t>
            </a:r>
          </a:p>
        </p:txBody>
      </p:sp>
      <p:sp>
        <p:nvSpPr>
          <p:cNvPr id="23" name="Rectangle 22">
            <a:extLst>
              <a:ext uri="{FF2B5EF4-FFF2-40B4-BE49-F238E27FC236}">
                <a16:creationId xmlns:a16="http://schemas.microsoft.com/office/drawing/2014/main" id="{290CDCB4-D5BB-43D7-9D5A-69BA37A4CF6C}"/>
              </a:ext>
            </a:extLst>
          </p:cNvPr>
          <p:cNvSpPr/>
          <p:nvPr/>
        </p:nvSpPr>
        <p:spPr>
          <a:xfrm>
            <a:off x="8454787" y="4118740"/>
            <a:ext cx="2112264" cy="184760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Calibri" panose="020F0502020204030204" pitchFamily="34" charset="0"/>
              </a:rPr>
              <a:t>Pilot as decision support with human review, not automated clinical decision-making.</a:t>
            </a:r>
          </a:p>
        </p:txBody>
      </p:sp>
      <p:sp>
        <p:nvSpPr>
          <p:cNvPr id="24" name="Rectangle 23">
            <a:extLst>
              <a:ext uri="{FF2B5EF4-FFF2-40B4-BE49-F238E27FC236}">
                <a16:creationId xmlns:a16="http://schemas.microsoft.com/office/drawing/2014/main" id="{20467EAC-7FA3-4C6C-82C6-0E6473106AEA}"/>
              </a:ext>
            </a:extLst>
          </p:cNvPr>
          <p:cNvSpPr/>
          <p:nvPr/>
        </p:nvSpPr>
        <p:spPr>
          <a:xfrm>
            <a:off x="6167232" y="4118740"/>
            <a:ext cx="2112264" cy="1847602"/>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sz="1800"/>
            </a:pPr>
            <a:r>
              <a:rPr kumimoji="0" lang="en-US" sz="1600" b="1" i="0" u="none" strike="noStrike" kern="1200" cap="none" spc="0" normalizeH="0" baseline="0" noProof="0" dirty="0">
                <a:ln>
                  <a:noFill/>
                </a:ln>
                <a:solidFill>
                  <a:srgbClr val="000000"/>
                </a:solidFill>
                <a:effectLst/>
                <a:uLnTx/>
                <a:uFillTx/>
                <a:ea typeface="Verdana" pitchFamily="34" charset="0"/>
                <a:cs typeface="Calibri" panose="020F0502020204030204" pitchFamily="34" charset="0"/>
              </a:rPr>
              <a:t>Rank patients by readmission risk and test capacity/cost scenarios.</a:t>
            </a:r>
          </a:p>
        </p:txBody>
      </p:sp>
      <p:sp>
        <p:nvSpPr>
          <p:cNvPr id="25" name="Arrow: Down 24">
            <a:extLst>
              <a:ext uri="{FF2B5EF4-FFF2-40B4-BE49-F238E27FC236}">
                <a16:creationId xmlns:a16="http://schemas.microsoft.com/office/drawing/2014/main" id="{7DDEE1CF-8930-4551-9FCE-BF208DB00162}"/>
              </a:ext>
            </a:extLst>
          </p:cNvPr>
          <p:cNvSpPr/>
          <p:nvPr/>
        </p:nvSpPr>
        <p:spPr>
          <a:xfrm>
            <a:off x="2425517" y="3791763"/>
            <a:ext cx="445477" cy="263180"/>
          </a:xfrm>
          <a:prstGeom prst="down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1" i="0" u="none" strike="noStrike" kern="1200" cap="none" spc="0" normalizeH="0" baseline="0" noProof="0">
              <a:ln>
                <a:noFill/>
              </a:ln>
              <a:solidFill>
                <a:srgbClr val="000000"/>
              </a:solidFill>
              <a:effectLst/>
              <a:uLnTx/>
              <a:uFillTx/>
              <a:ea typeface="+mn-ea"/>
              <a:cs typeface="+mn-cs"/>
            </a:endParaRPr>
          </a:p>
        </p:txBody>
      </p:sp>
      <p:sp>
        <p:nvSpPr>
          <p:cNvPr id="26" name="Arrow: Down 25">
            <a:extLst>
              <a:ext uri="{FF2B5EF4-FFF2-40B4-BE49-F238E27FC236}">
                <a16:creationId xmlns:a16="http://schemas.microsoft.com/office/drawing/2014/main" id="{69DE902A-583E-447A-A09D-3E4053FD0B0F}"/>
              </a:ext>
            </a:extLst>
          </p:cNvPr>
          <p:cNvSpPr/>
          <p:nvPr/>
        </p:nvSpPr>
        <p:spPr>
          <a:xfrm>
            <a:off x="4715687" y="3791763"/>
            <a:ext cx="445477" cy="263180"/>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350" b="1" i="0" u="none" strike="noStrike" kern="1200" cap="none" spc="0" normalizeH="0" baseline="0" noProof="0">
              <a:ln>
                <a:noFill/>
              </a:ln>
              <a:solidFill>
                <a:srgbClr val="000000"/>
              </a:solidFill>
              <a:effectLst/>
              <a:uLnTx/>
              <a:uFillTx/>
              <a:ea typeface="Verdana" pitchFamily="34" charset="0"/>
              <a:cs typeface="Verdana" pitchFamily="34" charset="0"/>
            </a:endParaRPr>
          </a:p>
        </p:txBody>
      </p:sp>
      <p:sp>
        <p:nvSpPr>
          <p:cNvPr id="27" name="Arrow: Down 26">
            <a:extLst>
              <a:ext uri="{FF2B5EF4-FFF2-40B4-BE49-F238E27FC236}">
                <a16:creationId xmlns:a16="http://schemas.microsoft.com/office/drawing/2014/main" id="{FC54B190-9C79-4ECC-9CF1-9F32CF5BB8CE}"/>
              </a:ext>
            </a:extLst>
          </p:cNvPr>
          <p:cNvSpPr/>
          <p:nvPr/>
        </p:nvSpPr>
        <p:spPr>
          <a:xfrm>
            <a:off x="7005856" y="3791763"/>
            <a:ext cx="445477" cy="263180"/>
          </a:xfrm>
          <a:prstGeom prst="down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350" b="1" i="0" u="none" strike="noStrike" kern="1200" cap="none" spc="0" normalizeH="0" baseline="0" noProof="0">
              <a:ln>
                <a:noFill/>
              </a:ln>
              <a:solidFill>
                <a:srgbClr val="000000"/>
              </a:solidFill>
              <a:effectLst/>
              <a:uLnTx/>
              <a:uFillTx/>
              <a:ea typeface="Verdana" pitchFamily="34" charset="0"/>
              <a:cs typeface="Verdana" pitchFamily="34" charset="0"/>
            </a:endParaRPr>
          </a:p>
        </p:txBody>
      </p:sp>
      <p:sp>
        <p:nvSpPr>
          <p:cNvPr id="28" name="Arrow: Down 27">
            <a:extLst>
              <a:ext uri="{FF2B5EF4-FFF2-40B4-BE49-F238E27FC236}">
                <a16:creationId xmlns:a16="http://schemas.microsoft.com/office/drawing/2014/main" id="{7170EBEF-55C1-4C9C-BF09-5847022E9261}"/>
              </a:ext>
            </a:extLst>
          </p:cNvPr>
          <p:cNvSpPr/>
          <p:nvPr/>
        </p:nvSpPr>
        <p:spPr>
          <a:xfrm>
            <a:off x="9296026" y="3788730"/>
            <a:ext cx="445477" cy="263180"/>
          </a:xfrm>
          <a:prstGeom prst="down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1" i="0" u="none" strike="noStrike" kern="1200" cap="none" spc="0" normalizeH="0" baseline="0" noProof="0">
              <a:ln>
                <a:noFill/>
              </a:ln>
              <a:solidFill>
                <a:srgbClr val="000000"/>
              </a:solidFill>
              <a:effectLst/>
              <a:uLnTx/>
              <a:uFillTx/>
              <a:ea typeface="+mn-ea"/>
              <a:cs typeface="+mn-cs"/>
            </a:endParaRPr>
          </a:p>
        </p:txBody>
      </p:sp>
      <p:sp>
        <p:nvSpPr>
          <p:cNvPr id="4" name="Title 4">
            <a:extLst>
              <a:ext uri="{FF2B5EF4-FFF2-40B4-BE49-F238E27FC236}">
                <a16:creationId xmlns:a16="http://schemas.microsoft.com/office/drawing/2014/main" id="{ABEC99CB-42F9-1AA7-9A93-C90313DCA6AE}"/>
              </a:ext>
              <a:ext uri="{C183D7F6-B498-43B3-948B-1728B52AA6E4}">
                <adec:decorative xmlns:adec="http://schemas.microsoft.com/office/drawing/2017/decorative" val="1"/>
              </a:ext>
            </a:extLst>
          </p:cNvPr>
          <p:cNvSpPr txBox="1">
            <a:spLocks/>
          </p:cNvSpPr>
          <p:nvPr/>
        </p:nvSpPr>
        <p:spPr>
          <a:xfrm>
            <a:off x="203200" y="669544"/>
            <a:ext cx="10363200"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endParaRPr lang="en-US" dirty="0"/>
          </a:p>
        </p:txBody>
      </p:sp>
      <p:sp>
        <p:nvSpPr>
          <p:cNvPr id="31" name="TextBox 30">
            <a:extLst>
              <a:ext uri="{FF2B5EF4-FFF2-40B4-BE49-F238E27FC236}">
                <a16:creationId xmlns:a16="http://schemas.microsoft.com/office/drawing/2014/main" id="{694F9350-F7BB-91AE-6FBF-DE19063AF8FA}"/>
              </a:ext>
            </a:extLst>
          </p:cNvPr>
          <p:cNvSpPr txBox="1"/>
          <p:nvPr/>
        </p:nvSpPr>
        <p:spPr>
          <a:xfrm>
            <a:off x="111211" y="642551"/>
            <a:ext cx="6067687" cy="276999"/>
          </a:xfrm>
          <a:prstGeom prst="rect">
            <a:avLst/>
          </a:prstGeom>
          <a:noFill/>
        </p:spPr>
        <p:txBody>
          <a:bodyPr wrap="none" rtlCol="0">
            <a:spAutoFit/>
          </a:bodyPr>
          <a:lstStyle/>
          <a:p>
            <a:r>
              <a:rPr lang="en-US" sz="1200" dirty="0"/>
              <a:t>From predicting readmission to deciding how to use limited care-management capacity</a:t>
            </a:r>
          </a:p>
        </p:txBody>
      </p:sp>
      <p:pic>
        <p:nvPicPr>
          <p:cNvPr id="29" name="Camera 28">
            <a:extLst>
              <a:ext uri="{FF2B5EF4-FFF2-40B4-BE49-F238E27FC236}">
                <a16:creationId xmlns:a16="http://schemas.microsoft.com/office/drawing/2014/main" id="{61DA703E-4458-35CB-4036-BD862B4E443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1"/>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259968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A0E0-72A2-C1C2-423C-BBF822145A0B}"/>
              </a:ext>
            </a:extLst>
          </p:cNvPr>
          <p:cNvSpPr>
            <a:spLocks noGrp="1"/>
          </p:cNvSpPr>
          <p:nvPr>
            <p:ph type="title"/>
          </p:nvPr>
        </p:nvSpPr>
        <p:spPr/>
        <p:txBody>
          <a:bodyPr/>
          <a:lstStyle/>
          <a:p>
            <a:r>
              <a:rPr lang="en-US" sz="2600" dirty="0"/>
              <a:t>Business Problem &amp; Stakeholder</a:t>
            </a:r>
          </a:p>
        </p:txBody>
      </p:sp>
      <p:sp>
        <p:nvSpPr>
          <p:cNvPr id="3" name="Content Placeholder 2">
            <a:extLst>
              <a:ext uri="{FF2B5EF4-FFF2-40B4-BE49-F238E27FC236}">
                <a16:creationId xmlns:a16="http://schemas.microsoft.com/office/drawing/2014/main" id="{919B3B2A-8782-4E54-4DBC-1B69228EF321}"/>
              </a:ext>
            </a:extLst>
          </p:cNvPr>
          <p:cNvSpPr>
            <a:spLocks noGrp="1"/>
          </p:cNvSpPr>
          <p:nvPr>
            <p:ph idx="1"/>
          </p:nvPr>
        </p:nvSpPr>
        <p:spPr>
          <a:xfrm>
            <a:off x="193000" y="960583"/>
            <a:ext cx="6711653" cy="5653862"/>
          </a:xfrm>
        </p:spPr>
        <p:txBody>
          <a:bodyPr>
            <a:normAutofit/>
          </a:bodyPr>
          <a:lstStyle/>
          <a:p>
            <a:pPr>
              <a:spcAft>
                <a:spcPts val="700"/>
              </a:spcAft>
            </a:pPr>
            <a:r>
              <a:rPr lang="en-US" b="1" dirty="0"/>
              <a:t>Primary stakeholder: </a:t>
            </a:r>
          </a:p>
          <a:p>
            <a:pPr lvl="1">
              <a:spcAft>
                <a:spcPts val="700"/>
              </a:spcAft>
            </a:pPr>
            <a:r>
              <a:rPr lang="en-US" dirty="0"/>
              <a:t>Director of Care Management / Transitional Care Manager</a:t>
            </a:r>
          </a:p>
          <a:p>
            <a:pPr>
              <a:spcAft>
                <a:spcPts val="700"/>
              </a:spcAft>
            </a:pPr>
            <a:r>
              <a:rPr lang="en-US" b="1" dirty="0"/>
              <a:t>Core constraint: </a:t>
            </a:r>
          </a:p>
          <a:p>
            <a:pPr lvl="1">
              <a:spcAft>
                <a:spcPts val="700"/>
              </a:spcAft>
            </a:pPr>
            <a:r>
              <a:rPr lang="en-US" dirty="0"/>
              <a:t>Limited staff, intervention slots, and budget</a:t>
            </a:r>
          </a:p>
          <a:p>
            <a:pPr>
              <a:spcAft>
                <a:spcPts val="700"/>
              </a:spcAft>
            </a:pPr>
            <a:r>
              <a:rPr lang="en-US" b="1" dirty="0"/>
              <a:t>Decision: </a:t>
            </a:r>
          </a:p>
          <a:p>
            <a:pPr lvl="1">
              <a:spcAft>
                <a:spcPts val="700"/>
              </a:spcAft>
            </a:pPr>
            <a:r>
              <a:rPr lang="en-US" dirty="0"/>
              <a:t>Prioritize eligible diabetes discharges for the appropriate level of transitional-care support</a:t>
            </a:r>
          </a:p>
          <a:p>
            <a:pPr>
              <a:spcAft>
                <a:spcPts val="700"/>
              </a:spcAft>
            </a:pPr>
            <a:r>
              <a:rPr lang="en-US" b="1" dirty="0"/>
              <a:t>KPI: </a:t>
            </a:r>
          </a:p>
          <a:p>
            <a:pPr lvl="1">
              <a:spcAft>
                <a:spcPts val="700"/>
              </a:spcAft>
            </a:pPr>
            <a:r>
              <a:rPr lang="en-US" dirty="0" err="1"/>
              <a:t>Recall@Capacity</a:t>
            </a:r>
            <a:r>
              <a:rPr lang="en-US" dirty="0"/>
              <a:t>: How many actual readmissions are captured within the number of patients the team can serve?</a:t>
            </a:r>
            <a:endParaRPr lang="en-US" b="1" dirty="0"/>
          </a:p>
          <a:p>
            <a:pPr>
              <a:spcAft>
                <a:spcPts val="700"/>
              </a:spcAft>
            </a:pPr>
            <a:r>
              <a:rPr lang="en-US" b="1" dirty="0"/>
              <a:t>Secondary Metrics:</a:t>
            </a:r>
          </a:p>
          <a:p>
            <a:pPr lvl="1">
              <a:spcAft>
                <a:spcPts val="700"/>
              </a:spcAft>
            </a:pPr>
            <a:r>
              <a:rPr lang="en-US" dirty="0" err="1"/>
              <a:t>Precision@Capacity</a:t>
            </a:r>
            <a:r>
              <a:rPr lang="en-US" dirty="0"/>
              <a:t> · Lift · Expected Net Value</a:t>
            </a:r>
          </a:p>
          <a:p>
            <a:pPr lvl="1"/>
            <a:endParaRPr lang="en-US" dirty="0"/>
          </a:p>
          <a:p>
            <a:endParaRPr lang="en-US" dirty="0"/>
          </a:p>
        </p:txBody>
      </p:sp>
      <p:sp>
        <p:nvSpPr>
          <p:cNvPr id="4" name="Slide Number Placeholder 3">
            <a:extLst>
              <a:ext uri="{FF2B5EF4-FFF2-40B4-BE49-F238E27FC236}">
                <a16:creationId xmlns:a16="http://schemas.microsoft.com/office/drawing/2014/main" id="{F47F97EE-C744-DD86-0397-919A05188D00}"/>
              </a:ext>
            </a:extLst>
          </p:cNvPr>
          <p:cNvSpPr>
            <a:spLocks noGrp="1"/>
          </p:cNvSpPr>
          <p:nvPr>
            <p:ph type="sldNum" sz="quarter" idx="4"/>
          </p:nvPr>
        </p:nvSpPr>
        <p:spPr/>
        <p:txBody>
          <a:bodyPr/>
          <a:lstStyle/>
          <a:p>
            <a:fld id="{B3BD2672-75C2-438C-BF59-C55A35C73CD5}" type="slidenum">
              <a:rPr lang="en-US" smtClean="0"/>
              <a:pPr/>
              <a:t>3</a:t>
            </a:fld>
            <a:endParaRPr lang="en-US" dirty="0"/>
          </a:p>
        </p:txBody>
      </p:sp>
      <p:pic>
        <p:nvPicPr>
          <p:cNvPr id="5" name="Picture 4" descr="Three-Tier Support Intensity Chart">
            <a:extLst>
              <a:ext uri="{FF2B5EF4-FFF2-40B4-BE49-F238E27FC236}">
                <a16:creationId xmlns:a16="http://schemas.microsoft.com/office/drawing/2014/main" id="{BABD86E6-9C46-3141-9BB4-4991F88C31B5}"/>
              </a:ext>
            </a:extLst>
          </p:cNvPr>
          <p:cNvPicPr>
            <a:picLocks noChangeAspect="1"/>
          </p:cNvPicPr>
          <p:nvPr/>
        </p:nvPicPr>
        <p:blipFill>
          <a:blip r:embed="rId3"/>
          <a:stretch>
            <a:fillRect/>
          </a:stretch>
        </p:blipFill>
        <p:spPr>
          <a:xfrm>
            <a:off x="7552210" y="948690"/>
            <a:ext cx="4116267" cy="5143499"/>
          </a:xfrm>
          <a:prstGeom prst="rect">
            <a:avLst/>
          </a:prstGeom>
        </p:spPr>
      </p:pic>
      <p:pic>
        <p:nvPicPr>
          <p:cNvPr id="6" name="Camera 5">
            <a:extLst>
              <a:ext uri="{FF2B5EF4-FFF2-40B4-BE49-F238E27FC236}">
                <a16:creationId xmlns:a16="http://schemas.microsoft.com/office/drawing/2014/main" id="{E9068432-C3B0-CD9D-AC14-43ADD971CBF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2294024301"/>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hidden="1">
            <a:extLst>
              <a:ext uri="{FF2B5EF4-FFF2-40B4-BE49-F238E27FC236}">
                <a16:creationId xmlns:a16="http://schemas.microsoft.com/office/drawing/2014/main" id="{978FF80A-3D5F-4893-BD12-7B5C6A2CF6BA}"/>
              </a:ext>
              <a:ext uri="{C183D7F6-B498-43B3-948B-1728B52AA6E4}">
                <adec:decorative xmlns:adec="http://schemas.microsoft.com/office/drawing/2017/decorative" val="1"/>
              </a:ext>
            </a:extLst>
          </p:cNvPr>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80000"/>
              </a:lnSpc>
              <a:spcBef>
                <a:spcPct val="0"/>
              </a:spcBef>
              <a:spcAft>
                <a:spcPct val="0"/>
              </a:spcAft>
            </a:pPr>
            <a:endParaRPr lang="en-US" sz="3600" dirty="0">
              <a:latin typeface="Chronicle Display Black" pitchFamily="50" charset="0"/>
              <a:sym typeface="Chronicle Display Black" pitchFamily="50" charset="0"/>
            </a:endParaRPr>
          </a:p>
        </p:txBody>
      </p:sp>
      <p:sp>
        <p:nvSpPr>
          <p:cNvPr id="2" name="Title 1">
            <a:extLst>
              <a:ext uri="{FF2B5EF4-FFF2-40B4-BE49-F238E27FC236}">
                <a16:creationId xmlns:a16="http://schemas.microsoft.com/office/drawing/2014/main" id="{58474265-A083-4240-A1CE-A721FAFE16E5}"/>
              </a:ext>
            </a:extLst>
          </p:cNvPr>
          <p:cNvSpPr>
            <a:spLocks noGrp="1"/>
          </p:cNvSpPr>
          <p:nvPr>
            <p:ph type="title"/>
          </p:nvPr>
        </p:nvSpPr>
        <p:spPr/>
        <p:txBody>
          <a:bodyPr/>
          <a:lstStyle/>
          <a:p>
            <a:r>
              <a:rPr lang="en-US" sz="2600" dirty="0"/>
              <a:t>FACE Framework</a:t>
            </a:r>
          </a:p>
        </p:txBody>
      </p:sp>
      <p:sp>
        <p:nvSpPr>
          <p:cNvPr id="3" name="Text Placeholder 2">
            <a:extLst>
              <a:ext uri="{FF2B5EF4-FFF2-40B4-BE49-F238E27FC236}">
                <a16:creationId xmlns:a16="http://schemas.microsoft.com/office/drawing/2014/main" id="{D37AE7D4-6FBC-4388-8E59-941F38BC0512}"/>
              </a:ext>
            </a:extLst>
          </p:cNvPr>
          <p:cNvSpPr>
            <a:spLocks noGrp="1"/>
          </p:cNvSpPr>
          <p:nvPr>
            <p:ph type="body" sz="quarter" idx="14"/>
          </p:nvPr>
        </p:nvSpPr>
        <p:spPr/>
        <p:txBody>
          <a:bodyPr/>
          <a:lstStyle/>
          <a:p>
            <a:r>
              <a:rPr lang="en-US" dirty="0"/>
              <a:t>Start from the discharge-support decision, not the dataset, then analyze, communicate, and execute against it.</a:t>
            </a:r>
          </a:p>
        </p:txBody>
      </p:sp>
      <p:sp>
        <p:nvSpPr>
          <p:cNvPr id="6" name="Title 4">
            <a:extLst>
              <a:ext uri="{FF2B5EF4-FFF2-40B4-BE49-F238E27FC236}">
                <a16:creationId xmlns:a16="http://schemas.microsoft.com/office/drawing/2014/main" id="{D56819B3-3DF2-4849-97DD-A23E4F2374BE}"/>
              </a:ext>
              <a:ext uri="{C183D7F6-B498-43B3-948B-1728B52AA6E4}">
                <adec:decorative xmlns:adec="http://schemas.microsoft.com/office/drawing/2017/decorative" val="1"/>
              </a:ext>
            </a:extLst>
          </p:cNvPr>
          <p:cNvSpPr txBox="1">
            <a:spLocks/>
          </p:cNvSpPr>
          <p:nvPr/>
        </p:nvSpPr>
        <p:spPr>
          <a:xfrm>
            <a:off x="914400" y="694944"/>
            <a:ext cx="10363200"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endParaRPr lang="en-US" dirty="0">
              <a:latin typeface="+mn-lt"/>
            </a:endParaRPr>
          </a:p>
        </p:txBody>
      </p:sp>
      <p:sp>
        <p:nvSpPr>
          <p:cNvPr id="35" name="Rectangle 34">
            <a:extLst>
              <a:ext uri="{FF2B5EF4-FFF2-40B4-BE49-F238E27FC236}">
                <a16:creationId xmlns:a16="http://schemas.microsoft.com/office/drawing/2014/main" id="{1E7C2571-028B-425A-896C-C6F832B684B0}"/>
              </a:ext>
              <a:ext uri="{C183D7F6-B498-43B3-948B-1728B52AA6E4}">
                <adec:decorative xmlns:adec="http://schemas.microsoft.com/office/drawing/2017/decorative" val="1"/>
              </a:ext>
            </a:extLst>
          </p:cNvPr>
          <p:cNvSpPr>
            <a:spLocks/>
          </p:cNvSpPr>
          <p:nvPr/>
        </p:nvSpPr>
        <p:spPr bwMode="gray">
          <a:xfrm>
            <a:off x="1555668" y="3516539"/>
            <a:ext cx="4396430" cy="233646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ea typeface="+mn-ea"/>
              <a:cs typeface="+mn-cs"/>
            </a:endParaRPr>
          </a:p>
        </p:txBody>
      </p:sp>
      <p:sp>
        <p:nvSpPr>
          <p:cNvPr id="36" name="Rectangle 35">
            <a:extLst>
              <a:ext uri="{FF2B5EF4-FFF2-40B4-BE49-F238E27FC236}">
                <a16:creationId xmlns:a16="http://schemas.microsoft.com/office/drawing/2014/main" id="{3B77E256-4C18-47BB-91DD-5453CEE9F2CB}"/>
              </a:ext>
              <a:ext uri="{C183D7F6-B498-43B3-948B-1728B52AA6E4}">
                <adec:decorative xmlns:adec="http://schemas.microsoft.com/office/drawing/2017/decorative" val="1"/>
              </a:ext>
            </a:extLst>
          </p:cNvPr>
          <p:cNvSpPr>
            <a:spLocks/>
          </p:cNvSpPr>
          <p:nvPr/>
        </p:nvSpPr>
        <p:spPr bwMode="gray">
          <a:xfrm>
            <a:off x="5831908" y="3514294"/>
            <a:ext cx="4396430" cy="233646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ea typeface="+mn-ea"/>
              <a:cs typeface="+mn-cs"/>
            </a:endParaRPr>
          </a:p>
        </p:txBody>
      </p:sp>
      <p:sp>
        <p:nvSpPr>
          <p:cNvPr id="37" name="Rectangle 36">
            <a:extLst>
              <a:ext uri="{FF2B5EF4-FFF2-40B4-BE49-F238E27FC236}">
                <a16:creationId xmlns:a16="http://schemas.microsoft.com/office/drawing/2014/main" id="{48F8D805-0ADB-4E29-8D44-16E8086307B3}"/>
              </a:ext>
              <a:ext uri="{C183D7F6-B498-43B3-948B-1728B52AA6E4}">
                <adec:decorative xmlns:adec="http://schemas.microsoft.com/office/drawing/2017/decorative" val="1"/>
              </a:ext>
            </a:extLst>
          </p:cNvPr>
          <p:cNvSpPr>
            <a:spLocks/>
          </p:cNvSpPr>
          <p:nvPr/>
        </p:nvSpPr>
        <p:spPr bwMode="gray">
          <a:xfrm>
            <a:off x="1555668" y="1318161"/>
            <a:ext cx="4396430" cy="233646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effectLst/>
              <a:uLnTx/>
              <a:uFillTx/>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100" b="0" i="0" u="none" strike="noStrike" kern="1200" cap="none" spc="0" normalizeH="0" baseline="0" noProof="0" dirty="0">
              <a:ln>
                <a:noFill/>
              </a:ln>
              <a:effectLst/>
              <a:uLnTx/>
              <a:uFillTx/>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effectLst/>
              <a:uLnTx/>
              <a:uFillTx/>
              <a:ea typeface="+mn-ea"/>
              <a:cs typeface="+mn-cs"/>
            </a:endParaRPr>
          </a:p>
        </p:txBody>
      </p:sp>
      <p:sp>
        <p:nvSpPr>
          <p:cNvPr id="38" name="Rectangle 37">
            <a:extLst>
              <a:ext uri="{FF2B5EF4-FFF2-40B4-BE49-F238E27FC236}">
                <a16:creationId xmlns:a16="http://schemas.microsoft.com/office/drawing/2014/main" id="{74696F2B-1B5C-4952-ABC4-0192E913CAFB}"/>
              </a:ext>
              <a:ext uri="{C183D7F6-B498-43B3-948B-1728B52AA6E4}">
                <adec:decorative xmlns:adec="http://schemas.microsoft.com/office/drawing/2017/decorative" val="1"/>
              </a:ext>
            </a:extLst>
          </p:cNvPr>
          <p:cNvSpPr>
            <a:spLocks/>
          </p:cNvSpPr>
          <p:nvPr/>
        </p:nvSpPr>
        <p:spPr bwMode="gray">
          <a:xfrm>
            <a:off x="5831908" y="1315916"/>
            <a:ext cx="4396430" cy="233646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100" b="0" i="0" u="none" strike="noStrike" kern="1200" cap="none" spc="0" normalizeH="0" baseline="0" noProof="0" dirty="0">
              <a:ln>
                <a:noFill/>
              </a:ln>
              <a:effectLst/>
              <a:uLnTx/>
              <a:uFillTx/>
              <a:ea typeface="+mn-ea"/>
              <a:cs typeface="+mn-cs"/>
            </a:endParaRPr>
          </a:p>
        </p:txBody>
      </p:sp>
      <p:sp>
        <p:nvSpPr>
          <p:cNvPr id="41" name="Rectangle 40">
            <a:extLst>
              <a:ext uri="{FF2B5EF4-FFF2-40B4-BE49-F238E27FC236}">
                <a16:creationId xmlns:a16="http://schemas.microsoft.com/office/drawing/2014/main" id="{E2A2EB55-6698-42C3-B253-FCD3841EE318}"/>
              </a:ext>
            </a:extLst>
          </p:cNvPr>
          <p:cNvSpPr>
            <a:spLocks/>
          </p:cNvSpPr>
          <p:nvPr/>
        </p:nvSpPr>
        <p:spPr>
          <a:xfrm>
            <a:off x="1647484" y="2156275"/>
            <a:ext cx="3686516" cy="1384931"/>
          </a:xfrm>
          <a:prstGeom prst="rect">
            <a:avLst/>
          </a:prstGeom>
        </p:spPr>
        <p:txBody>
          <a:bodyPr wrap="square">
            <a:spAutoFit/>
          </a:bodyPr>
          <a:lstStyle/>
          <a:p>
            <a:pPr marL="285750" marR="0" lvl="0" indent="-2857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mn-ea"/>
                <a:cs typeface="+mn-cs"/>
              </a:rPr>
              <a:t>Prioritize limited transitional-care resources for patients at highest readmission risk.</a:t>
            </a:r>
          </a:p>
          <a:p>
            <a:pPr marL="285750" marR="0" lvl="0" indent="-2857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effectLst/>
              <a:uLnTx/>
              <a:uFillTx/>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ea typeface="+mn-ea"/>
              <a:cs typeface="+mn-cs"/>
            </a:endParaRPr>
          </a:p>
        </p:txBody>
      </p:sp>
      <p:sp>
        <p:nvSpPr>
          <p:cNvPr id="42" name="Rectangle 41">
            <a:extLst>
              <a:ext uri="{FF2B5EF4-FFF2-40B4-BE49-F238E27FC236}">
                <a16:creationId xmlns:a16="http://schemas.microsoft.com/office/drawing/2014/main" id="{C437A11F-B90B-45BF-BC8C-87CD9C2C49A5}"/>
              </a:ext>
            </a:extLst>
          </p:cNvPr>
          <p:cNvSpPr>
            <a:spLocks/>
          </p:cNvSpPr>
          <p:nvPr/>
        </p:nvSpPr>
        <p:spPr>
          <a:xfrm>
            <a:off x="1659264" y="4458249"/>
            <a:ext cx="3979536" cy="862993"/>
          </a:xfrm>
          <a:prstGeom prst="rect">
            <a:avLst/>
          </a:prstGeom>
        </p:spPr>
        <p:txBody>
          <a:bodyPr wrap="square">
            <a:spAutoFit/>
          </a:bodyPr>
          <a:lstStyle/>
          <a:p>
            <a:pPr marL="285750" marR="0" lvl="0" indent="-2857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mn-ea"/>
                <a:cs typeface="+mn-cs"/>
              </a:rPr>
              <a:t>Ranked worklist, risk tiers, capacity metrics, cost scenarios, and cited guidance.</a:t>
            </a:r>
          </a:p>
        </p:txBody>
      </p:sp>
      <p:sp>
        <p:nvSpPr>
          <p:cNvPr id="43" name="Rectangle 42">
            <a:extLst>
              <a:ext uri="{FF2B5EF4-FFF2-40B4-BE49-F238E27FC236}">
                <a16:creationId xmlns:a16="http://schemas.microsoft.com/office/drawing/2014/main" id="{710DCB6B-F2AA-4C80-ABD0-C30D0B574F40}"/>
              </a:ext>
            </a:extLst>
          </p:cNvPr>
          <p:cNvSpPr>
            <a:spLocks/>
          </p:cNvSpPr>
          <p:nvPr/>
        </p:nvSpPr>
        <p:spPr>
          <a:xfrm>
            <a:off x="5893976" y="2198482"/>
            <a:ext cx="4109006" cy="862993"/>
          </a:xfrm>
          <a:prstGeom prst="rect">
            <a:avLst/>
          </a:prstGeom>
        </p:spPr>
        <p:txBody>
          <a:bodyPr wrap="square">
            <a:spAutoFit/>
          </a:bodyPr>
          <a:lstStyle/>
          <a:p>
            <a:pPr marL="285750" marR="0" lvl="0" indent="-2857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mn-ea"/>
                <a:cs typeface="+mn-cs"/>
              </a:rPr>
              <a:t>Clean and engineer data, compare models, evaluate ranking, build RAG, and estimate value.</a:t>
            </a:r>
          </a:p>
        </p:txBody>
      </p:sp>
      <p:sp>
        <p:nvSpPr>
          <p:cNvPr id="44" name="Rectangle 43">
            <a:extLst>
              <a:ext uri="{FF2B5EF4-FFF2-40B4-BE49-F238E27FC236}">
                <a16:creationId xmlns:a16="http://schemas.microsoft.com/office/drawing/2014/main" id="{7644936B-B731-4517-A940-E5C3D6409359}"/>
              </a:ext>
            </a:extLst>
          </p:cNvPr>
          <p:cNvSpPr>
            <a:spLocks/>
          </p:cNvSpPr>
          <p:nvPr/>
        </p:nvSpPr>
        <p:spPr>
          <a:xfrm>
            <a:off x="5893976" y="4458249"/>
            <a:ext cx="4334362" cy="862993"/>
          </a:xfrm>
          <a:prstGeom prst="rect">
            <a:avLst/>
          </a:prstGeom>
        </p:spPr>
        <p:txBody>
          <a:bodyPr wrap="square">
            <a:spAutoFit/>
          </a:bodyPr>
          <a:lstStyle/>
          <a:p>
            <a:pPr marL="285750" marR="0" lvl="0" indent="-2857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effectLst/>
                <a:uLnTx/>
                <a:uFillTx/>
                <a:ea typeface="+mn-ea"/>
                <a:cs typeface="+mn-cs"/>
              </a:rPr>
              <a:t>Pilot with care managers, validate locally, and monitor performance, fairness, and outcomes.</a:t>
            </a:r>
          </a:p>
        </p:txBody>
      </p:sp>
      <p:sp>
        <p:nvSpPr>
          <p:cNvPr id="45" name="Oval 44">
            <a:extLst>
              <a:ext uri="{FF2B5EF4-FFF2-40B4-BE49-F238E27FC236}">
                <a16:creationId xmlns:a16="http://schemas.microsoft.com/office/drawing/2014/main" id="{C05A24AA-FB8F-4DB6-8B99-F4C558C94AC3}"/>
              </a:ext>
            </a:extLst>
          </p:cNvPr>
          <p:cNvSpPr>
            <a:spLocks noChangeAspect="1"/>
          </p:cNvSpPr>
          <p:nvPr/>
        </p:nvSpPr>
        <p:spPr>
          <a:xfrm>
            <a:off x="1616975" y="1513709"/>
            <a:ext cx="512735" cy="51206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F</a:t>
            </a:r>
            <a:endParaRPr kumimoji="0" lang="en-US" sz="1600" b="1" i="0" u="none" strike="noStrike" kern="1200" cap="none" spc="0" normalizeH="0" baseline="0" noProof="0" dirty="0">
              <a:ln>
                <a:noFill/>
              </a:ln>
              <a:solidFill>
                <a:schemeClr val="bg1"/>
              </a:solidFill>
              <a:effectLst/>
              <a:uLnTx/>
              <a:uFillTx/>
              <a:ea typeface="+mn-ea"/>
              <a:cs typeface="+mn-cs"/>
            </a:endParaRPr>
          </a:p>
        </p:txBody>
      </p:sp>
      <p:sp>
        <p:nvSpPr>
          <p:cNvPr id="46" name="Oval 45">
            <a:extLst>
              <a:ext uri="{FF2B5EF4-FFF2-40B4-BE49-F238E27FC236}">
                <a16:creationId xmlns:a16="http://schemas.microsoft.com/office/drawing/2014/main" id="{9A52E1C4-BCB3-4304-BF7B-3C60EE8BE893}"/>
              </a:ext>
            </a:extLst>
          </p:cNvPr>
          <p:cNvSpPr>
            <a:spLocks noChangeAspect="1"/>
          </p:cNvSpPr>
          <p:nvPr/>
        </p:nvSpPr>
        <p:spPr>
          <a:xfrm>
            <a:off x="1626914" y="3738517"/>
            <a:ext cx="512735" cy="51206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1"/>
                </a:solidFill>
                <a:effectLst/>
                <a:uLnTx/>
                <a:uFillTx/>
                <a:ea typeface="+mn-ea"/>
                <a:cs typeface="+mn-cs"/>
              </a:rPr>
              <a:t>C</a:t>
            </a:r>
          </a:p>
        </p:txBody>
      </p:sp>
      <p:sp>
        <p:nvSpPr>
          <p:cNvPr id="47" name="Oval 46">
            <a:extLst>
              <a:ext uri="{FF2B5EF4-FFF2-40B4-BE49-F238E27FC236}">
                <a16:creationId xmlns:a16="http://schemas.microsoft.com/office/drawing/2014/main" id="{05181074-A1CC-4213-938C-FF06E81FA130}"/>
              </a:ext>
            </a:extLst>
          </p:cNvPr>
          <p:cNvSpPr>
            <a:spLocks noChangeAspect="1"/>
          </p:cNvSpPr>
          <p:nvPr/>
        </p:nvSpPr>
        <p:spPr>
          <a:xfrm>
            <a:off x="5907049" y="1525304"/>
            <a:ext cx="512735" cy="51206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1"/>
                </a:solidFill>
                <a:effectLst/>
                <a:uLnTx/>
                <a:uFillTx/>
                <a:ea typeface="+mn-ea"/>
                <a:cs typeface="+mn-cs"/>
              </a:rPr>
              <a:t>A</a:t>
            </a:r>
          </a:p>
        </p:txBody>
      </p:sp>
      <p:sp>
        <p:nvSpPr>
          <p:cNvPr id="48" name="Oval 47">
            <a:extLst>
              <a:ext uri="{FF2B5EF4-FFF2-40B4-BE49-F238E27FC236}">
                <a16:creationId xmlns:a16="http://schemas.microsoft.com/office/drawing/2014/main" id="{AE2C3B54-3B41-4973-BFA3-087688A6486E}"/>
              </a:ext>
            </a:extLst>
          </p:cNvPr>
          <p:cNvSpPr>
            <a:spLocks noChangeAspect="1"/>
          </p:cNvSpPr>
          <p:nvPr/>
        </p:nvSpPr>
        <p:spPr>
          <a:xfrm>
            <a:off x="5907049" y="3748456"/>
            <a:ext cx="512735" cy="51206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E</a:t>
            </a:r>
            <a:endParaRPr kumimoji="0" lang="en-US" sz="1600" b="1" i="0" u="none" strike="noStrike" kern="1200" cap="none" spc="0" normalizeH="0" baseline="0" noProof="0" dirty="0">
              <a:ln>
                <a:noFill/>
              </a:ln>
              <a:solidFill>
                <a:schemeClr val="bg1"/>
              </a:solidFill>
              <a:effectLst/>
              <a:uLnTx/>
              <a:uFillTx/>
              <a:ea typeface="+mn-ea"/>
              <a:cs typeface="+mn-cs"/>
            </a:endParaRPr>
          </a:p>
        </p:txBody>
      </p:sp>
      <p:sp>
        <p:nvSpPr>
          <p:cNvPr id="49" name="Rectangle 48">
            <a:extLst>
              <a:ext uri="{FF2B5EF4-FFF2-40B4-BE49-F238E27FC236}">
                <a16:creationId xmlns:a16="http://schemas.microsoft.com/office/drawing/2014/main" id="{6C42B8A8-62A7-46EF-9707-3F532BEE9960}"/>
              </a:ext>
            </a:extLst>
          </p:cNvPr>
          <p:cNvSpPr/>
          <p:nvPr/>
        </p:nvSpPr>
        <p:spPr>
          <a:xfrm>
            <a:off x="2135347" y="3848456"/>
            <a:ext cx="4365738" cy="365165"/>
          </a:xfrm>
          <a:prstGeom prst="rect">
            <a:avLst/>
          </a:prstGeom>
        </p:spPr>
        <p:txBody>
          <a:bodyPr wrap="square">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ea typeface="+mn-ea"/>
                <a:cs typeface="+mn-cs"/>
              </a:rPr>
              <a:t>Communicate</a:t>
            </a:r>
            <a:endParaRPr kumimoji="0" lang="en-US" sz="1800" b="1" i="1" u="none" strike="noStrike" kern="1200" cap="none" spc="0" normalizeH="0" baseline="0" noProof="0" dirty="0">
              <a:ln>
                <a:noFill/>
              </a:ln>
              <a:effectLst/>
              <a:uLnTx/>
              <a:uFillTx/>
              <a:ea typeface="+mn-ea"/>
              <a:cs typeface="+mn-cs"/>
            </a:endParaRPr>
          </a:p>
        </p:txBody>
      </p:sp>
      <p:sp>
        <p:nvSpPr>
          <p:cNvPr id="50" name="Rectangle 49">
            <a:extLst>
              <a:ext uri="{FF2B5EF4-FFF2-40B4-BE49-F238E27FC236}">
                <a16:creationId xmlns:a16="http://schemas.microsoft.com/office/drawing/2014/main" id="{82D53C45-2A9B-456C-B48B-F33FF1055D9B}"/>
              </a:ext>
            </a:extLst>
          </p:cNvPr>
          <p:cNvSpPr>
            <a:spLocks/>
          </p:cNvSpPr>
          <p:nvPr/>
        </p:nvSpPr>
        <p:spPr>
          <a:xfrm>
            <a:off x="6453195" y="1619059"/>
            <a:ext cx="4025340" cy="365165"/>
          </a:xfrm>
          <a:prstGeom prst="rect">
            <a:avLst/>
          </a:prstGeom>
        </p:spPr>
        <p:txBody>
          <a:bodyPr wrap="square">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ea typeface="+mn-ea"/>
                <a:cs typeface="+mn-cs"/>
              </a:rPr>
              <a:t>Analyze</a:t>
            </a:r>
            <a:endParaRPr kumimoji="0" lang="en-US" sz="1800" b="1" i="1" u="none" strike="noStrike" kern="1200" cap="none" spc="0" normalizeH="0" baseline="0" noProof="0" dirty="0">
              <a:ln>
                <a:noFill/>
              </a:ln>
              <a:effectLst/>
              <a:uLnTx/>
              <a:uFillTx/>
              <a:ea typeface="+mn-ea"/>
              <a:cs typeface="+mn-cs"/>
            </a:endParaRPr>
          </a:p>
        </p:txBody>
      </p:sp>
      <p:sp>
        <p:nvSpPr>
          <p:cNvPr id="51" name="Rectangle 50">
            <a:extLst>
              <a:ext uri="{FF2B5EF4-FFF2-40B4-BE49-F238E27FC236}">
                <a16:creationId xmlns:a16="http://schemas.microsoft.com/office/drawing/2014/main" id="{D32F12DB-EFE7-4529-9F89-C70780F2BF5D}"/>
              </a:ext>
            </a:extLst>
          </p:cNvPr>
          <p:cNvSpPr>
            <a:spLocks/>
          </p:cNvSpPr>
          <p:nvPr/>
        </p:nvSpPr>
        <p:spPr>
          <a:xfrm>
            <a:off x="6464924" y="3859262"/>
            <a:ext cx="4037360" cy="365165"/>
          </a:xfrm>
          <a:prstGeom prst="rect">
            <a:avLst/>
          </a:prstGeom>
        </p:spPr>
        <p:txBody>
          <a:bodyPr wrap="square">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ea typeface="+mn-ea"/>
                <a:cs typeface="+mn-cs"/>
              </a:rPr>
              <a:t>Execute</a:t>
            </a:r>
            <a:endParaRPr kumimoji="0" lang="en-US" sz="1800" b="1" i="1" u="none" strike="noStrike" kern="1200" cap="none" spc="0" normalizeH="0" baseline="0" noProof="0" dirty="0">
              <a:ln>
                <a:noFill/>
              </a:ln>
              <a:effectLst/>
              <a:uLnTx/>
              <a:uFillTx/>
              <a:ea typeface="+mn-ea"/>
              <a:cs typeface="+mn-cs"/>
            </a:endParaRPr>
          </a:p>
        </p:txBody>
      </p:sp>
      <p:sp>
        <p:nvSpPr>
          <p:cNvPr id="52" name="Rectangle 51">
            <a:extLst>
              <a:ext uri="{FF2B5EF4-FFF2-40B4-BE49-F238E27FC236}">
                <a16:creationId xmlns:a16="http://schemas.microsoft.com/office/drawing/2014/main" id="{C4A700C8-36DC-4FBC-8694-952D35E2C5D7}"/>
              </a:ext>
            </a:extLst>
          </p:cNvPr>
          <p:cNvSpPr/>
          <p:nvPr/>
        </p:nvSpPr>
        <p:spPr>
          <a:xfrm>
            <a:off x="2122095" y="1592555"/>
            <a:ext cx="4365738" cy="365165"/>
          </a:xfrm>
          <a:prstGeom prst="rect">
            <a:avLst/>
          </a:prstGeom>
        </p:spPr>
        <p:txBody>
          <a:bodyPr wrap="square">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ea typeface="+mn-ea"/>
                <a:cs typeface="+mn-cs"/>
              </a:rPr>
              <a:t>Frame</a:t>
            </a:r>
            <a:endParaRPr kumimoji="0" lang="en-US" sz="1800" b="1" i="1" u="none" strike="noStrike" kern="1200" cap="none" spc="0" normalizeH="0" baseline="0" noProof="0" dirty="0">
              <a:ln>
                <a:noFill/>
              </a:ln>
              <a:effectLst/>
              <a:uLnTx/>
              <a:uFillTx/>
              <a:ea typeface="+mn-ea"/>
              <a:cs typeface="+mn-cs"/>
            </a:endParaRPr>
          </a:p>
        </p:txBody>
      </p:sp>
      <p:pic>
        <p:nvPicPr>
          <p:cNvPr id="4" name="Camera 3">
            <a:extLst>
              <a:ext uri="{FF2B5EF4-FFF2-40B4-BE49-F238E27FC236}">
                <a16:creationId xmlns:a16="http://schemas.microsoft.com/office/drawing/2014/main" id="{3EC31795-339E-6865-7109-CF03D39AB74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157939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linds(horizontal)">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linds(horizontal)">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blinds(horizontal)">
                                      <p:cBhvr>
                                        <p:cTn id="2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hidden="1">
            <a:extLst>
              <a:ext uri="{FF2B5EF4-FFF2-40B4-BE49-F238E27FC236}">
                <a16:creationId xmlns:a16="http://schemas.microsoft.com/office/drawing/2014/main" id="{5388FCEE-22D8-44F9-BF29-CA0D6A75D67A}"/>
              </a:ext>
              <a:ext uri="{C183D7F6-B498-43B3-948B-1728B52AA6E4}">
                <adec:decorative xmlns:adec="http://schemas.microsoft.com/office/drawing/2017/decorative" val="1"/>
              </a:ext>
            </a:extLst>
          </p:cNvPr>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2" name="Title 1">
            <a:extLst>
              <a:ext uri="{FF2B5EF4-FFF2-40B4-BE49-F238E27FC236}">
                <a16:creationId xmlns:a16="http://schemas.microsoft.com/office/drawing/2014/main" id="{35B02637-A3A2-4469-890E-F300AC4A9A60}"/>
              </a:ext>
            </a:extLst>
          </p:cNvPr>
          <p:cNvSpPr>
            <a:spLocks noGrp="1"/>
          </p:cNvSpPr>
          <p:nvPr>
            <p:ph type="title"/>
          </p:nvPr>
        </p:nvSpPr>
        <p:spPr>
          <a:xfrm>
            <a:off x="200025" y="0"/>
            <a:ext cx="10363200" cy="594360"/>
          </a:xfrm>
        </p:spPr>
        <p:txBody>
          <a:bodyPr/>
          <a:lstStyle/>
          <a:p>
            <a:r>
              <a:rPr lang="en-US" sz="2600" dirty="0"/>
              <a:t>DELTA Framework</a:t>
            </a:r>
          </a:p>
        </p:txBody>
      </p:sp>
      <p:sp>
        <p:nvSpPr>
          <p:cNvPr id="27" name="Text Placeholder 26">
            <a:extLst>
              <a:ext uri="{FF2B5EF4-FFF2-40B4-BE49-F238E27FC236}">
                <a16:creationId xmlns:a16="http://schemas.microsoft.com/office/drawing/2014/main" id="{8F1DEBFA-B62D-4EC1-AFD4-4A40E957281E}"/>
              </a:ext>
            </a:extLst>
          </p:cNvPr>
          <p:cNvSpPr>
            <a:spLocks noGrp="1"/>
          </p:cNvSpPr>
          <p:nvPr>
            <p:ph type="body" sz="quarter" idx="14"/>
          </p:nvPr>
        </p:nvSpPr>
        <p:spPr>
          <a:xfrm>
            <a:off x="260704" y="686174"/>
            <a:ext cx="10362880" cy="475488"/>
          </a:xfrm>
        </p:spPr>
        <p:txBody>
          <a:bodyPr/>
          <a:lstStyle/>
          <a:p>
            <a:r>
              <a:rPr lang="en-US" sz="1400" dirty="0"/>
              <a:t>DELTA Plus Readiness: Useful Prototype, Not Production-Ready Yet</a:t>
            </a:r>
          </a:p>
        </p:txBody>
      </p:sp>
      <p:grpSp>
        <p:nvGrpSpPr>
          <p:cNvPr id="19" name="Group 18">
            <a:extLst>
              <a:ext uri="{FF2B5EF4-FFF2-40B4-BE49-F238E27FC236}">
                <a16:creationId xmlns:a16="http://schemas.microsoft.com/office/drawing/2014/main" id="{A09EB13D-AA9A-2357-5D0B-F3C94C117742}"/>
              </a:ext>
            </a:extLst>
          </p:cNvPr>
          <p:cNvGrpSpPr/>
          <p:nvPr/>
        </p:nvGrpSpPr>
        <p:grpSpPr>
          <a:xfrm>
            <a:off x="733832" y="1264357"/>
            <a:ext cx="11013584" cy="4404922"/>
            <a:chOff x="743051" y="1262394"/>
            <a:chExt cx="9847740" cy="3808871"/>
          </a:xfrm>
        </p:grpSpPr>
        <p:cxnSp>
          <p:nvCxnSpPr>
            <p:cNvPr id="56" name="Straight Connector 55">
              <a:extLst>
                <a:ext uri="{FF2B5EF4-FFF2-40B4-BE49-F238E27FC236}">
                  <a16:creationId xmlns:a16="http://schemas.microsoft.com/office/drawing/2014/main" id="{E58BE8DF-3F3B-4264-B40B-3E4B9C790F58}"/>
                </a:ext>
                <a:ext uri="{C183D7F6-B498-43B3-948B-1728B52AA6E4}">
                  <adec:decorative xmlns:adec="http://schemas.microsoft.com/office/drawing/2017/decorative" val="1"/>
                </a:ext>
              </a:extLst>
            </p:cNvPr>
            <p:cNvCxnSpPr>
              <a:cxnSpLocks/>
            </p:cNvCxnSpPr>
            <p:nvPr/>
          </p:nvCxnSpPr>
          <p:spPr>
            <a:xfrm flipH="1">
              <a:off x="1442341" y="2775579"/>
              <a:ext cx="8961120" cy="356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4A1666C6-A113-498A-A749-FE635D0D1D2C}"/>
                </a:ext>
              </a:extLst>
            </p:cNvPr>
            <p:cNvSpPr/>
            <p:nvPr/>
          </p:nvSpPr>
          <p:spPr>
            <a:xfrm>
              <a:off x="1350236" y="2019051"/>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Data</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 Large but historical (1999 to 2008), with missing values and no intervention outcomes.</a:t>
              </a:r>
            </a:p>
          </p:txBody>
        </p:sp>
        <p:cxnSp>
          <p:nvCxnSpPr>
            <p:cNvPr id="58" name="Straight Connector 57">
              <a:extLst>
                <a:ext uri="{FF2B5EF4-FFF2-40B4-BE49-F238E27FC236}">
                  <a16:creationId xmlns:a16="http://schemas.microsoft.com/office/drawing/2014/main" id="{F4CB8CAC-0826-418D-B43A-7EEBD5114442}"/>
                </a:ext>
                <a:ext uri="{C183D7F6-B498-43B3-948B-1728B52AA6E4}">
                  <adec:decorative xmlns:adec="http://schemas.microsoft.com/office/drawing/2017/decorative" val="1"/>
                </a:ext>
              </a:extLst>
            </p:cNvPr>
            <p:cNvCxnSpPr>
              <a:cxnSpLocks/>
            </p:cNvCxnSpPr>
            <p:nvPr/>
          </p:nvCxnSpPr>
          <p:spPr>
            <a:xfrm flipH="1">
              <a:off x="1442341" y="3251495"/>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02B8FDAA-3879-4C2C-B94C-4AFF7DBDA555}"/>
                </a:ext>
              </a:extLst>
            </p:cNvPr>
            <p:cNvSpPr/>
            <p:nvPr/>
          </p:nvSpPr>
          <p:spPr>
            <a:xfrm>
              <a:off x="1356418" y="2939876"/>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Leadership</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 Requires care management, nursing, pharmacy, IT, compliance, and finance support.</a:t>
              </a:r>
            </a:p>
          </p:txBody>
        </p:sp>
        <p:cxnSp>
          <p:nvCxnSpPr>
            <p:cNvPr id="60" name="Straight Connector 59">
              <a:extLst>
                <a:ext uri="{FF2B5EF4-FFF2-40B4-BE49-F238E27FC236}">
                  <a16:creationId xmlns:a16="http://schemas.microsoft.com/office/drawing/2014/main" id="{9DD1467D-CCF9-45C8-A25E-071910F1CF18}"/>
                </a:ext>
                <a:ext uri="{C183D7F6-B498-43B3-948B-1728B52AA6E4}">
                  <adec:decorative xmlns:adec="http://schemas.microsoft.com/office/drawing/2017/decorative" val="1"/>
                </a:ext>
              </a:extLst>
            </p:cNvPr>
            <p:cNvCxnSpPr>
              <a:cxnSpLocks/>
            </p:cNvCxnSpPr>
            <p:nvPr/>
          </p:nvCxnSpPr>
          <p:spPr>
            <a:xfrm flipH="1">
              <a:off x="1442341" y="3706437"/>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F47E575-B0F0-491E-9710-E3CECDBB6478}"/>
                </a:ext>
              </a:extLst>
            </p:cNvPr>
            <p:cNvSpPr/>
            <p:nvPr/>
          </p:nvSpPr>
          <p:spPr>
            <a:xfrm>
              <a:off x="1356419" y="3383436"/>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Targets</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 Readmissions captured within capacity, targeting efficiency, and expected net value.</a:t>
              </a:r>
            </a:p>
          </p:txBody>
        </p:sp>
        <p:cxnSp>
          <p:nvCxnSpPr>
            <p:cNvPr id="62" name="Straight Connector 61">
              <a:extLst>
                <a:ext uri="{FF2B5EF4-FFF2-40B4-BE49-F238E27FC236}">
                  <a16:creationId xmlns:a16="http://schemas.microsoft.com/office/drawing/2014/main" id="{4BDFA93E-308D-4515-8DA6-5B11E1B507C7}"/>
                </a:ext>
                <a:ext uri="{C183D7F6-B498-43B3-948B-1728B52AA6E4}">
                  <adec:decorative xmlns:adec="http://schemas.microsoft.com/office/drawing/2017/decorative" val="1"/>
                </a:ext>
              </a:extLst>
            </p:cNvPr>
            <p:cNvCxnSpPr>
              <a:cxnSpLocks/>
            </p:cNvCxnSpPr>
            <p:nvPr/>
          </p:nvCxnSpPr>
          <p:spPr>
            <a:xfrm flipH="1">
              <a:off x="1442341" y="4161379"/>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2E7439B3-9D84-41FE-A159-F6DEB287CF79}"/>
                </a:ext>
              </a:extLst>
            </p:cNvPr>
            <p:cNvSpPr/>
            <p:nvPr/>
          </p:nvSpPr>
          <p:spPr>
            <a:xfrm>
              <a:off x="1382374" y="4290188"/>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Analysts </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Data science + clinical + care-management + finance expertise.</a:t>
              </a:r>
            </a:p>
          </p:txBody>
        </p:sp>
        <p:cxnSp>
          <p:nvCxnSpPr>
            <p:cNvPr id="64" name="Straight Connector 63">
              <a:extLst>
                <a:ext uri="{FF2B5EF4-FFF2-40B4-BE49-F238E27FC236}">
                  <a16:creationId xmlns:a16="http://schemas.microsoft.com/office/drawing/2014/main" id="{C2A84B3A-9D26-4394-AF8B-84E34020F9DE}"/>
                </a:ext>
                <a:ext uri="{C183D7F6-B498-43B3-948B-1728B52AA6E4}">
                  <adec:decorative xmlns:adec="http://schemas.microsoft.com/office/drawing/2017/decorative" val="1"/>
                </a:ext>
              </a:extLst>
            </p:cNvPr>
            <p:cNvCxnSpPr>
              <a:cxnSpLocks/>
            </p:cNvCxnSpPr>
            <p:nvPr/>
          </p:nvCxnSpPr>
          <p:spPr>
            <a:xfrm flipH="1">
              <a:off x="1442341" y="4616321"/>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032B54F1-29F1-40FA-9267-48DAE1D0A475}"/>
                </a:ext>
              </a:extLst>
            </p:cNvPr>
            <p:cNvSpPr/>
            <p:nvPr/>
          </p:nvSpPr>
          <p:spPr>
            <a:xfrm>
              <a:off x="1356420" y="3830222"/>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Technologies</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 Python, scikit-learn, </a:t>
              </a:r>
              <a:r>
                <a:rPr kumimoji="0" lang="en-US" sz="1600" b="0" i="0" u="none" strike="noStrike" kern="1200" cap="none" spc="0" normalizeH="0" baseline="0" noProof="0" dirty="0" err="1">
                  <a:ln>
                    <a:noFill/>
                  </a:ln>
                  <a:solidFill>
                    <a:srgbClr val="000000"/>
                  </a:solidFill>
                  <a:effectLst/>
                  <a:uLnTx/>
                  <a:uFillTx/>
                  <a:ea typeface="Open Sans Light" charset="0"/>
                  <a:cs typeface="Open Sans Light" charset="0"/>
                </a:rPr>
                <a:t>Gradio</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/Hugging Face, embeddings, and vector search.</a:t>
              </a:r>
            </a:p>
          </p:txBody>
        </p:sp>
        <p:cxnSp>
          <p:nvCxnSpPr>
            <p:cNvPr id="66" name="Straight Connector 65">
              <a:extLst>
                <a:ext uri="{FF2B5EF4-FFF2-40B4-BE49-F238E27FC236}">
                  <a16:creationId xmlns:a16="http://schemas.microsoft.com/office/drawing/2014/main" id="{55BF779F-79E7-428F-8B4E-0828E5E7BE8D}"/>
                </a:ext>
                <a:ext uri="{C183D7F6-B498-43B3-948B-1728B52AA6E4}">
                  <adec:decorative xmlns:adec="http://schemas.microsoft.com/office/drawing/2017/decorative" val="1"/>
                </a:ext>
              </a:extLst>
            </p:cNvPr>
            <p:cNvCxnSpPr>
              <a:cxnSpLocks/>
            </p:cNvCxnSpPr>
            <p:nvPr/>
          </p:nvCxnSpPr>
          <p:spPr>
            <a:xfrm flipH="1">
              <a:off x="1442341" y="5071265"/>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B52C1780-83D4-4230-A851-ED9EB4A13719}"/>
                </a:ext>
              </a:extLst>
            </p:cNvPr>
            <p:cNvSpPr/>
            <p:nvPr/>
          </p:nvSpPr>
          <p:spPr>
            <a:xfrm>
              <a:off x="1356418" y="4748264"/>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Analytical Techniques </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Classification, calibration, capacity metrics, RAG, and break-even analysis.</a:t>
              </a:r>
            </a:p>
          </p:txBody>
        </p:sp>
        <p:cxnSp>
          <p:nvCxnSpPr>
            <p:cNvPr id="68" name="Straight Connector 67">
              <a:extLst>
                <a:ext uri="{FF2B5EF4-FFF2-40B4-BE49-F238E27FC236}">
                  <a16:creationId xmlns:a16="http://schemas.microsoft.com/office/drawing/2014/main" id="{7F03EAAD-97D5-4228-8D08-DE98F6EDAD59}"/>
                </a:ext>
                <a:ext uri="{C183D7F6-B498-43B3-948B-1728B52AA6E4}">
                  <adec:decorative xmlns:adec="http://schemas.microsoft.com/office/drawing/2017/decorative" val="1"/>
                </a:ext>
              </a:extLst>
            </p:cNvPr>
            <p:cNvCxnSpPr>
              <a:cxnSpLocks/>
            </p:cNvCxnSpPr>
            <p:nvPr/>
          </p:nvCxnSpPr>
          <p:spPr>
            <a:xfrm flipH="1">
              <a:off x="1442341" y="2341611"/>
              <a:ext cx="8961120" cy="0"/>
            </a:xfrm>
            <a:prstGeom prst="line">
              <a:avLst/>
            </a:prstGeom>
            <a:ln w="12700"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5D127552-88A9-4BFD-94FC-7701C6A7DAB3}"/>
                </a:ext>
              </a:extLst>
            </p:cNvPr>
            <p:cNvSpPr/>
            <p:nvPr/>
          </p:nvSpPr>
          <p:spPr>
            <a:xfrm>
              <a:off x="1350236" y="2478267"/>
              <a:ext cx="9208417" cy="27145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Open Sans ExtraBold" charset="0"/>
                  <a:cs typeface="Open Sans ExtraBold" charset="0"/>
                </a:rPr>
                <a:t>Enterprise </a:t>
              </a:r>
              <a:r>
                <a:rPr kumimoji="0" lang="en-US" sz="1600" b="0" i="0" u="none" strike="noStrike" kern="1200" cap="none" spc="0" normalizeH="0" baseline="0" noProof="0" dirty="0">
                  <a:ln>
                    <a:noFill/>
                  </a:ln>
                  <a:solidFill>
                    <a:srgbClr val="000000"/>
                  </a:solidFill>
                  <a:effectLst/>
                  <a:uLnTx/>
                  <a:uFillTx/>
                  <a:ea typeface="Open Sans Light" charset="0"/>
                  <a:cs typeface="Open Sans Light" charset="0"/>
                </a:rPr>
                <a:t>| Fits existing discharge-planning and care-management workflows.</a:t>
              </a:r>
            </a:p>
          </p:txBody>
        </p:sp>
        <p:sp>
          <p:nvSpPr>
            <p:cNvPr id="70" name="Oval 69">
              <a:extLst>
                <a:ext uri="{FF2B5EF4-FFF2-40B4-BE49-F238E27FC236}">
                  <a16:creationId xmlns:a16="http://schemas.microsoft.com/office/drawing/2014/main" id="{0F7695F6-CCBB-4BF2-AC8E-95E981ED3C23}"/>
                </a:ext>
              </a:extLst>
            </p:cNvPr>
            <p:cNvSpPr/>
            <p:nvPr/>
          </p:nvSpPr>
          <p:spPr>
            <a:xfrm>
              <a:off x="841384" y="191887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rPr>
                <a:t>D</a:t>
              </a:r>
            </a:p>
          </p:txBody>
        </p:sp>
        <p:sp>
          <p:nvSpPr>
            <p:cNvPr id="71" name="Oval 70">
              <a:extLst>
                <a:ext uri="{FF2B5EF4-FFF2-40B4-BE49-F238E27FC236}">
                  <a16:creationId xmlns:a16="http://schemas.microsoft.com/office/drawing/2014/main" id="{634D8C57-EEC9-46C4-9549-B17798F003ED}"/>
                </a:ext>
              </a:extLst>
            </p:cNvPr>
            <p:cNvSpPr/>
            <p:nvPr/>
          </p:nvSpPr>
          <p:spPr>
            <a:xfrm>
              <a:off x="841385" y="237812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a typeface="Open Sans ExtraBold" panose="020B0606030504020204" pitchFamily="34" charset="0"/>
                  <a:cs typeface="Open Sans ExtraBold" panose="020B0606030504020204" pitchFamily="34" charset="0"/>
                </a:rPr>
                <a:t>E</a:t>
              </a:r>
              <a:endPar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endParaRPr>
            </a:p>
          </p:txBody>
        </p:sp>
        <p:sp>
          <p:nvSpPr>
            <p:cNvPr id="72" name="Oval 71">
              <a:extLst>
                <a:ext uri="{FF2B5EF4-FFF2-40B4-BE49-F238E27FC236}">
                  <a16:creationId xmlns:a16="http://schemas.microsoft.com/office/drawing/2014/main" id="{86A9C08A-18CE-4F14-AEC8-D47B876A6984}"/>
                </a:ext>
              </a:extLst>
            </p:cNvPr>
            <p:cNvSpPr/>
            <p:nvPr/>
          </p:nvSpPr>
          <p:spPr>
            <a:xfrm>
              <a:off x="841385" y="283737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a typeface="Open Sans ExtraBold" panose="020B0606030504020204" pitchFamily="34" charset="0"/>
                  <a:cs typeface="Open Sans ExtraBold" panose="020B0606030504020204" pitchFamily="34" charset="0"/>
                </a:rPr>
                <a:t>L</a:t>
              </a:r>
              <a:endPar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endParaRPr>
            </a:p>
          </p:txBody>
        </p:sp>
        <p:sp>
          <p:nvSpPr>
            <p:cNvPr id="73" name="Oval 72">
              <a:extLst>
                <a:ext uri="{FF2B5EF4-FFF2-40B4-BE49-F238E27FC236}">
                  <a16:creationId xmlns:a16="http://schemas.microsoft.com/office/drawing/2014/main" id="{74B44F97-532F-4724-99F8-C3397EC0077B}"/>
                </a:ext>
              </a:extLst>
            </p:cNvPr>
            <p:cNvSpPr/>
            <p:nvPr/>
          </p:nvSpPr>
          <p:spPr>
            <a:xfrm>
              <a:off x="841385" y="329662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a typeface="Open Sans ExtraBold" panose="020B0606030504020204" pitchFamily="34" charset="0"/>
                  <a:cs typeface="Open Sans ExtraBold" panose="020B0606030504020204" pitchFamily="34" charset="0"/>
                </a:rPr>
                <a:t>T</a:t>
              </a:r>
              <a:endPar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endParaRPr>
            </a:p>
          </p:txBody>
        </p:sp>
        <p:sp>
          <p:nvSpPr>
            <p:cNvPr id="74" name="Oval 73">
              <a:extLst>
                <a:ext uri="{FF2B5EF4-FFF2-40B4-BE49-F238E27FC236}">
                  <a16:creationId xmlns:a16="http://schemas.microsoft.com/office/drawing/2014/main" id="{AB092FA4-D9BC-4E11-90A1-AEA41045095B}"/>
                </a:ext>
              </a:extLst>
            </p:cNvPr>
            <p:cNvSpPr/>
            <p:nvPr/>
          </p:nvSpPr>
          <p:spPr>
            <a:xfrm>
              <a:off x="841385" y="375587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rPr>
                <a:t>T</a:t>
              </a:r>
            </a:p>
          </p:txBody>
        </p:sp>
        <p:sp>
          <p:nvSpPr>
            <p:cNvPr id="75" name="Oval 74">
              <a:extLst>
                <a:ext uri="{FF2B5EF4-FFF2-40B4-BE49-F238E27FC236}">
                  <a16:creationId xmlns:a16="http://schemas.microsoft.com/office/drawing/2014/main" id="{92F77328-06AF-4781-86DC-E6CE9A7B7798}"/>
                </a:ext>
              </a:extLst>
            </p:cNvPr>
            <p:cNvSpPr/>
            <p:nvPr/>
          </p:nvSpPr>
          <p:spPr>
            <a:xfrm>
              <a:off x="841385" y="4215125"/>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a typeface="Open Sans ExtraBold" panose="020B0606030504020204" pitchFamily="34" charset="0"/>
                  <a:cs typeface="Open Sans ExtraBold" panose="020B0606030504020204" pitchFamily="34" charset="0"/>
                </a:rPr>
                <a:t>A</a:t>
              </a:r>
              <a:endPar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endParaRPr>
            </a:p>
          </p:txBody>
        </p:sp>
        <p:sp>
          <p:nvSpPr>
            <p:cNvPr id="76" name="Oval 75">
              <a:extLst>
                <a:ext uri="{FF2B5EF4-FFF2-40B4-BE49-F238E27FC236}">
                  <a16:creationId xmlns:a16="http://schemas.microsoft.com/office/drawing/2014/main" id="{C0D626E7-C846-4353-9694-7BC1823225C7}"/>
                </a:ext>
              </a:extLst>
            </p:cNvPr>
            <p:cNvSpPr/>
            <p:nvPr/>
          </p:nvSpPr>
          <p:spPr>
            <a:xfrm>
              <a:off x="841385" y="4674373"/>
              <a:ext cx="364483" cy="366023"/>
            </a:xfrm>
            <a:prstGeom prst="ellipse">
              <a:avLst/>
            </a:prstGeom>
            <a:solidFill>
              <a:schemeClr val="accent2"/>
            </a:solidFill>
            <a:ln w="28575" cmpd="sng">
              <a:solidFill>
                <a:schemeClr val="accent2"/>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a typeface="Open Sans ExtraBold" panose="020B0606030504020204" pitchFamily="34" charset="0"/>
                  <a:cs typeface="Open Sans ExtraBold" panose="020B0606030504020204" pitchFamily="34" charset="0"/>
                </a:rPr>
                <a:t>A</a:t>
              </a:r>
              <a:endParaRPr kumimoji="0" lang="en-US" sz="1800" b="1" i="0" u="none" strike="noStrike" kern="1200" cap="none" spc="0" normalizeH="0" baseline="0" noProof="0" dirty="0">
                <a:ln>
                  <a:noFill/>
                </a:ln>
                <a:solidFill>
                  <a:schemeClr val="bg1"/>
                </a:solidFill>
                <a:effectLst/>
                <a:uLnTx/>
                <a:uFillTx/>
                <a:ea typeface="Open Sans ExtraBold" panose="020B0606030504020204" pitchFamily="34" charset="0"/>
                <a:cs typeface="Open Sans ExtraBold" panose="020B0606030504020204" pitchFamily="34" charset="0"/>
              </a:endParaRPr>
            </a:p>
          </p:txBody>
        </p:sp>
        <p:cxnSp>
          <p:nvCxnSpPr>
            <p:cNvPr id="118" name="Straight Connector 117">
              <a:extLst>
                <a:ext uri="{FF2B5EF4-FFF2-40B4-BE49-F238E27FC236}">
                  <a16:creationId xmlns:a16="http://schemas.microsoft.com/office/drawing/2014/main" id="{CB7E80C1-6807-4B56-9DEE-ADB969EC4DF1}"/>
                </a:ext>
                <a:ext uri="{C183D7F6-B498-43B3-948B-1728B52AA6E4}">
                  <adec:decorative xmlns:adec="http://schemas.microsoft.com/office/drawing/2017/decorative" val="1"/>
                </a:ext>
              </a:extLst>
            </p:cNvPr>
            <p:cNvCxnSpPr>
              <a:cxnSpLocks/>
            </p:cNvCxnSpPr>
            <p:nvPr/>
          </p:nvCxnSpPr>
          <p:spPr>
            <a:xfrm flipH="1">
              <a:off x="880708" y="1620000"/>
              <a:ext cx="3592594" cy="0"/>
            </a:xfrm>
            <a:prstGeom prst="line">
              <a:avLst/>
            </a:prstGeom>
            <a:ln w="57150" cmpd="sng">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148C52F4-D28B-47FF-86CA-9765ABE77570}"/>
                </a:ext>
              </a:extLst>
            </p:cNvPr>
            <p:cNvSpPr/>
            <p:nvPr/>
          </p:nvSpPr>
          <p:spPr>
            <a:xfrm>
              <a:off x="743051" y="1262394"/>
              <a:ext cx="5475311" cy="367259"/>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400" b="1" i="0" u="none" strike="noStrike" kern="1200" cap="none" spc="0" normalizeH="0" baseline="0" noProof="0" dirty="0">
                  <a:ln>
                    <a:noFill/>
                  </a:ln>
                  <a:solidFill>
                    <a:srgbClr val="000000"/>
                  </a:solidFill>
                  <a:effectLst/>
                  <a:uLnTx/>
                  <a:uFillTx/>
                  <a:ea typeface="Open Sans ExtraBold" charset="0"/>
                  <a:cs typeface="Open Sans ExtraBold" charset="0"/>
                </a:rPr>
                <a:t>DELTA Plus: 7-Element Framework</a:t>
              </a:r>
              <a:endParaRPr kumimoji="0" lang="en-US" sz="2400" b="0" i="0" u="none" strike="noStrike" kern="1200" cap="none" spc="0" normalizeH="0" baseline="0" noProof="0" dirty="0">
                <a:ln>
                  <a:noFill/>
                </a:ln>
                <a:solidFill>
                  <a:srgbClr val="000000"/>
                </a:solidFill>
                <a:effectLst/>
                <a:uLnTx/>
                <a:uFillTx/>
                <a:ea typeface="Open Sans Light" charset="0"/>
                <a:cs typeface="Open Sans Light" charset="0"/>
              </a:endParaRPr>
            </a:p>
          </p:txBody>
        </p:sp>
      </p:grpSp>
      <p:pic>
        <p:nvPicPr>
          <p:cNvPr id="4" name="Camera 3">
            <a:extLst>
              <a:ext uri="{FF2B5EF4-FFF2-40B4-BE49-F238E27FC236}">
                <a16:creationId xmlns:a16="http://schemas.microsoft.com/office/drawing/2014/main" id="{4851104D-F384-6EB7-4FAA-BF67DC4B90A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4245389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A086EE-937C-B936-1498-B382857DA0A9}"/>
              </a:ext>
            </a:extLst>
          </p:cNvPr>
          <p:cNvSpPr>
            <a:spLocks noGrp="1"/>
          </p:cNvSpPr>
          <p:nvPr>
            <p:ph idx="1"/>
          </p:nvPr>
        </p:nvSpPr>
        <p:spPr>
          <a:xfrm>
            <a:off x="251791" y="995680"/>
            <a:ext cx="6065882" cy="5862320"/>
          </a:xfrm>
        </p:spPr>
        <p:txBody>
          <a:bodyPr>
            <a:normAutofit/>
          </a:bodyPr>
          <a:lstStyle/>
          <a:p>
            <a:pPr>
              <a:spcAft>
                <a:spcPts val="700"/>
              </a:spcAft>
            </a:pPr>
            <a:r>
              <a:rPr lang="en-US" sz="2000" b="1" dirty="0"/>
              <a:t>Dataset: </a:t>
            </a:r>
            <a:r>
              <a:rPr lang="en-US" sz="2000" dirty="0"/>
              <a:t>UCI Diabetes 130-US Hospitals dataset</a:t>
            </a:r>
          </a:p>
          <a:p>
            <a:pPr lvl="1">
              <a:spcAft>
                <a:spcPts val="700"/>
              </a:spcAft>
            </a:pPr>
            <a:r>
              <a:rPr lang="en-US" sz="1600" dirty="0"/>
              <a:t>101,766 encounters</a:t>
            </a:r>
          </a:p>
          <a:p>
            <a:pPr lvl="1">
              <a:spcAft>
                <a:spcPts val="700"/>
              </a:spcAft>
            </a:pPr>
            <a:r>
              <a:rPr lang="en-US" sz="1600" dirty="0"/>
              <a:t>Diabetes inpatient encounters from 130 U.S. hospitals</a:t>
            </a:r>
          </a:p>
          <a:p>
            <a:pPr>
              <a:spcAft>
                <a:spcPts val="700"/>
              </a:spcAft>
            </a:pPr>
            <a:r>
              <a:rPr lang="en-US" sz="2000" b="1" dirty="0"/>
              <a:t>Cleaned decision population: </a:t>
            </a:r>
          </a:p>
          <a:p>
            <a:pPr lvl="1">
              <a:spcAft>
                <a:spcPts val="700"/>
              </a:spcAft>
            </a:pPr>
            <a:r>
              <a:rPr lang="en-US" sz="1600" dirty="0"/>
              <a:t>99,340 eligible encounters</a:t>
            </a:r>
          </a:p>
          <a:p>
            <a:pPr lvl="1">
              <a:spcAft>
                <a:spcPts val="700"/>
              </a:spcAft>
            </a:pPr>
            <a:r>
              <a:rPr lang="en-US" sz="1600" dirty="0"/>
              <a:t>After excluding hospice and expired discharge dispositions</a:t>
            </a:r>
          </a:p>
          <a:p>
            <a:pPr>
              <a:spcAft>
                <a:spcPts val="700"/>
              </a:spcAft>
            </a:pPr>
            <a:r>
              <a:rPr lang="en-US" sz="2000" b="1" dirty="0"/>
              <a:t>Target:</a:t>
            </a:r>
          </a:p>
          <a:p>
            <a:pPr lvl="1">
              <a:spcAft>
                <a:spcPts val="700"/>
              </a:spcAft>
            </a:pPr>
            <a:r>
              <a:rPr lang="en-US" sz="1600" dirty="0"/>
              <a:t>Readmitted within 30 days = 1</a:t>
            </a:r>
          </a:p>
          <a:p>
            <a:pPr lvl="1">
              <a:spcAft>
                <a:spcPts val="700"/>
              </a:spcAft>
            </a:pPr>
            <a:r>
              <a:rPr lang="en-US" sz="1600" dirty="0"/>
              <a:t>Otherwise = 0</a:t>
            </a:r>
            <a:endParaRPr lang="en-US" sz="900" b="1" dirty="0"/>
          </a:p>
          <a:p>
            <a:pPr>
              <a:spcAft>
                <a:spcPts val="700"/>
              </a:spcAft>
            </a:pPr>
            <a:r>
              <a:rPr lang="en-US" sz="2000" dirty="0"/>
              <a:t>11.4% readmission rate</a:t>
            </a:r>
          </a:p>
          <a:p>
            <a:pPr lvl="1">
              <a:spcAft>
                <a:spcPts val="700"/>
              </a:spcAft>
            </a:pPr>
            <a:r>
              <a:rPr lang="en-US" sz="1600" dirty="0"/>
              <a:t>Imbalanced dataset</a:t>
            </a:r>
          </a:p>
          <a:p>
            <a:pPr>
              <a:spcAft>
                <a:spcPts val="700"/>
              </a:spcAft>
            </a:pPr>
            <a:r>
              <a:rPr lang="en-US" sz="2000" b="1" dirty="0"/>
              <a:t>Feature engineering: </a:t>
            </a:r>
          </a:p>
          <a:p>
            <a:pPr lvl="1">
              <a:spcAft>
                <a:spcPts val="700"/>
              </a:spcAft>
            </a:pPr>
            <a:r>
              <a:rPr lang="en-US" sz="1600" dirty="0"/>
              <a:t>Prior utilization, medication activity, length of stay, discharge/admission groups, A1C, ICD-9 chapters.</a:t>
            </a:r>
          </a:p>
        </p:txBody>
      </p:sp>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6</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p:txBody>
          <a:bodyPr/>
          <a:lstStyle/>
          <a:p>
            <a:r>
              <a:rPr lang="en-US" sz="2600" dirty="0"/>
              <a:t>Data and Methodology</a:t>
            </a:r>
          </a:p>
        </p:txBody>
      </p:sp>
      <p:graphicFrame>
        <p:nvGraphicFramePr>
          <p:cNvPr id="6" name="Chart 5">
            <a:extLst>
              <a:ext uri="{FF2B5EF4-FFF2-40B4-BE49-F238E27FC236}">
                <a16:creationId xmlns:a16="http://schemas.microsoft.com/office/drawing/2014/main" id="{223CFD5D-3980-6F03-3DBA-15A10ABF62F2}"/>
              </a:ext>
            </a:extLst>
          </p:cNvPr>
          <p:cNvGraphicFramePr>
            <a:graphicFrameLocks/>
          </p:cNvGraphicFramePr>
          <p:nvPr/>
        </p:nvGraphicFramePr>
        <p:xfrm>
          <a:off x="6490030" y="1400313"/>
          <a:ext cx="4862975" cy="4133939"/>
        </p:xfrm>
        <a:graphic>
          <a:graphicData uri="http://schemas.openxmlformats.org/drawingml/2006/chart">
            <c:chart xmlns:c="http://schemas.openxmlformats.org/drawingml/2006/chart" xmlns:r="http://schemas.openxmlformats.org/officeDocument/2006/relationships" r:id="rId3"/>
          </a:graphicData>
        </a:graphic>
      </p:graphicFrame>
      <p:pic>
        <p:nvPicPr>
          <p:cNvPr id="5" name="Camera 4">
            <a:extLst>
              <a:ext uri="{FF2B5EF4-FFF2-40B4-BE49-F238E27FC236}">
                <a16:creationId xmlns:a16="http://schemas.microsoft.com/office/drawing/2014/main" id="{9B7270F9-397E-5CB5-57CF-70D3CC261BC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6690777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3FFAA6-A314-1FEB-65C9-DE7E434DC4F3}"/>
              </a:ext>
            </a:extLst>
          </p:cNvPr>
          <p:cNvSpPr>
            <a:spLocks noGrp="1"/>
          </p:cNvSpPr>
          <p:nvPr>
            <p:ph idx="1"/>
          </p:nvPr>
        </p:nvSpPr>
        <p:spPr>
          <a:xfrm>
            <a:off x="202817" y="1149927"/>
            <a:ext cx="4105947" cy="5430982"/>
          </a:xfrm>
        </p:spPr>
        <p:txBody>
          <a:bodyPr>
            <a:normAutofit/>
          </a:bodyPr>
          <a:lstStyle/>
          <a:p>
            <a:pPr>
              <a:spcAft>
                <a:spcPts val="589"/>
              </a:spcAft>
            </a:pPr>
            <a:r>
              <a:rPr lang="en-US" sz="2000" b="1" dirty="0"/>
              <a:t>At 500 intervention slots:</a:t>
            </a:r>
          </a:p>
          <a:p>
            <a:pPr lvl="1">
              <a:spcAft>
                <a:spcPts val="589"/>
              </a:spcAft>
            </a:pPr>
            <a:r>
              <a:rPr lang="en-US" dirty="0"/>
              <a:t>40.8% Precision: about 2 in 5 selected patients were readmitted</a:t>
            </a:r>
          </a:p>
          <a:p>
            <a:pPr lvl="1">
              <a:spcAft>
                <a:spcPts val="589"/>
              </a:spcAft>
            </a:pPr>
            <a:r>
              <a:rPr lang="en-US" dirty="0"/>
              <a:t>9.1% Recall: captured about 1 in 11 of all readmissions</a:t>
            </a:r>
          </a:p>
          <a:p>
            <a:pPr lvl="1">
              <a:spcAft>
                <a:spcPts val="589"/>
              </a:spcAft>
            </a:pPr>
            <a:r>
              <a:rPr lang="en-US" dirty="0"/>
              <a:t>3.6× Lift: identified readmissions 3.6× better than random selection</a:t>
            </a:r>
          </a:p>
          <a:p>
            <a:pPr lvl="1">
              <a:spcAft>
                <a:spcPts val="589"/>
              </a:spcAft>
            </a:pPr>
            <a:r>
              <a:rPr lang="en-US" dirty="0"/>
              <a:t>204 to 210 Readmissions Captured</a:t>
            </a:r>
          </a:p>
          <a:p>
            <a:pPr marL="254000" lvl="1" indent="0">
              <a:spcAft>
                <a:spcPts val="589"/>
              </a:spcAft>
              <a:buNone/>
            </a:pPr>
            <a:endParaRPr lang="en-US" sz="2800" b="1" dirty="0"/>
          </a:p>
          <a:p>
            <a:pPr>
              <a:spcAft>
                <a:spcPts val="589"/>
              </a:spcAft>
            </a:pPr>
            <a:r>
              <a:rPr lang="en-US" sz="2000" b="1" dirty="0"/>
              <a:t>Why Gradient Boosting?</a:t>
            </a:r>
          </a:p>
          <a:p>
            <a:pPr lvl="1">
              <a:spcAft>
                <a:spcPts val="589"/>
              </a:spcAft>
            </a:pPr>
            <a:r>
              <a:rPr lang="en-US" dirty="0"/>
              <a:t>Captured the most readmissions within the available 500 slots</a:t>
            </a:r>
          </a:p>
          <a:p>
            <a:pPr lvl="1">
              <a:spcAft>
                <a:spcPts val="589"/>
              </a:spcAft>
            </a:pPr>
            <a:r>
              <a:rPr lang="en-US" dirty="0"/>
              <a:t>Best aligned with the goal of using limited care-management resources efficiently</a:t>
            </a:r>
            <a:endParaRPr lang="en-US" sz="2400" b="1" dirty="0"/>
          </a:p>
        </p:txBody>
      </p:sp>
      <p:sp>
        <p:nvSpPr>
          <p:cNvPr id="3" name="Slide Number Placeholder 2">
            <a:extLst>
              <a:ext uri="{FF2B5EF4-FFF2-40B4-BE49-F238E27FC236}">
                <a16:creationId xmlns:a16="http://schemas.microsoft.com/office/drawing/2014/main" id="{161C653E-23F2-6C2F-E6E8-8EB168011024}"/>
              </a:ext>
            </a:extLst>
          </p:cNvPr>
          <p:cNvSpPr>
            <a:spLocks noGrp="1"/>
          </p:cNvSpPr>
          <p:nvPr>
            <p:ph type="sldNum" sz="quarter" idx="4"/>
          </p:nvPr>
        </p:nvSpPr>
        <p:spPr/>
        <p:txBody>
          <a:bodyPr/>
          <a:lstStyle/>
          <a:p>
            <a:fld id="{B3BD2672-75C2-438C-BF59-C55A35C73CD5}" type="slidenum">
              <a:rPr lang="en-US" smtClean="0"/>
              <a:pPr/>
              <a:t>7</a:t>
            </a:fld>
            <a:endParaRPr lang="en-US" dirty="0"/>
          </a:p>
        </p:txBody>
      </p:sp>
      <p:sp>
        <p:nvSpPr>
          <p:cNvPr id="4" name="Title 3">
            <a:extLst>
              <a:ext uri="{FF2B5EF4-FFF2-40B4-BE49-F238E27FC236}">
                <a16:creationId xmlns:a16="http://schemas.microsoft.com/office/drawing/2014/main" id="{05CEAFC8-B73C-ECD4-F14D-7CAE210BF44D}"/>
              </a:ext>
            </a:extLst>
          </p:cNvPr>
          <p:cNvSpPr>
            <a:spLocks noGrp="1"/>
          </p:cNvSpPr>
          <p:nvPr>
            <p:ph type="title"/>
          </p:nvPr>
        </p:nvSpPr>
        <p:spPr>
          <a:xfrm>
            <a:off x="188963" y="178420"/>
            <a:ext cx="11814077" cy="379141"/>
          </a:xfrm>
        </p:spPr>
        <p:txBody>
          <a:bodyPr wrap="square" anchor="t">
            <a:normAutofit/>
          </a:bodyPr>
          <a:lstStyle/>
          <a:p>
            <a:r>
              <a:rPr lang="en-US" sz="2600" dirty="0"/>
              <a:t>Model Selection: Gradient Boosting</a:t>
            </a:r>
          </a:p>
        </p:txBody>
      </p:sp>
      <p:pic>
        <p:nvPicPr>
          <p:cNvPr id="10" name="Model Comparison Chart"/>
          <p:cNvPicPr>
            <a:picLocks noChangeAspect="1"/>
          </p:cNvPicPr>
          <p:nvPr/>
        </p:nvPicPr>
        <p:blipFill>
          <a:blip r:embed="rId3"/>
          <a:stretch>
            <a:fillRect/>
          </a:stretch>
        </p:blipFill>
        <p:spPr>
          <a:xfrm>
            <a:off x="4791222" y="1747521"/>
            <a:ext cx="6711786" cy="2931220"/>
          </a:xfrm>
          <a:prstGeom prst="rect">
            <a:avLst/>
          </a:prstGeom>
        </p:spPr>
      </p:pic>
      <p:sp>
        <p:nvSpPr>
          <p:cNvPr id="5" name="Content Placeholder 1">
            <a:extLst>
              <a:ext uri="{FF2B5EF4-FFF2-40B4-BE49-F238E27FC236}">
                <a16:creationId xmlns:a16="http://schemas.microsoft.com/office/drawing/2014/main" id="{6E298405-9082-CBD7-EEF8-18C8AD8956A5}"/>
              </a:ext>
            </a:extLst>
          </p:cNvPr>
          <p:cNvSpPr txBox="1">
            <a:spLocks/>
          </p:cNvSpPr>
          <p:nvPr/>
        </p:nvSpPr>
        <p:spPr>
          <a:xfrm>
            <a:off x="208407" y="691765"/>
            <a:ext cx="7843349" cy="209384"/>
          </a:xfrm>
          <a:prstGeom prst="rect">
            <a:avLst/>
          </a:prstGeom>
        </p:spPr>
        <p:txBody>
          <a:bodyPr vert="horz" lIns="0" tIns="0" rIns="0" bIns="0" rtlCol="0" anchor="t">
            <a:normAutofit/>
          </a:bodyPr>
          <a:lstStyle>
            <a:lvl1pPr marL="168275" indent="-168275" algn="l" defTabSz="509447" rtl="0" eaLnBrk="1" latinLnBrk="0" hangingPunct="1">
              <a:lnSpc>
                <a:spcPct val="95000"/>
              </a:lnSpc>
              <a:spcBef>
                <a:spcPts val="0"/>
              </a:spcBef>
              <a:spcAft>
                <a:spcPts val="1189"/>
              </a:spcAft>
              <a:buFont typeface="Arial" panose="020B0604020202020204" pitchFamily="34" charset="0"/>
              <a:buChar char="•"/>
              <a:defRPr sz="2400" kern="1200">
                <a:solidFill>
                  <a:schemeClr val="tx1"/>
                </a:solidFill>
                <a:latin typeface="+mn-lt"/>
                <a:ea typeface="+mn-ea"/>
                <a:cs typeface="+mn-cs"/>
              </a:defRPr>
            </a:lvl1pPr>
            <a:lvl2pPr marL="400050" indent="-146050" algn="l" defTabSz="509447" rtl="0" eaLnBrk="1" latinLnBrk="0" hangingPunct="1">
              <a:lnSpc>
                <a:spcPct val="95000"/>
              </a:lnSpc>
              <a:spcBef>
                <a:spcPts val="0"/>
              </a:spcBef>
              <a:spcAft>
                <a:spcPts val="1189"/>
              </a:spcAft>
              <a:buFont typeface="Arial" panose="020B0604020202020204" pitchFamily="34" charset="0"/>
              <a:buChar char="•"/>
              <a:defRPr sz="1800" kern="1200">
                <a:solidFill>
                  <a:schemeClr val="tx1"/>
                </a:solidFill>
                <a:latin typeface="+mn-lt"/>
                <a:ea typeface="+mn-ea"/>
                <a:cs typeface="+mn-cs"/>
              </a:defRPr>
            </a:lvl2pPr>
            <a:lvl3pPr marL="630238" indent="-122238" algn="l" defTabSz="509447" rtl="0" eaLnBrk="1" latinLnBrk="0" hangingPunct="1">
              <a:lnSpc>
                <a:spcPct val="95000"/>
              </a:lnSpc>
              <a:spcBef>
                <a:spcPts val="0"/>
              </a:spcBef>
              <a:spcAft>
                <a:spcPts val="1189"/>
              </a:spcAft>
              <a:buFont typeface="Arial" panose="020B0604020202020204" pitchFamily="34" charset="0"/>
              <a:buChar char="•"/>
              <a:defRPr sz="1800" kern="1200">
                <a:solidFill>
                  <a:schemeClr val="tx1"/>
                </a:solidFill>
                <a:latin typeface="+mn-lt"/>
                <a:ea typeface="+mn-ea"/>
                <a:cs typeface="+mn-cs"/>
              </a:defRPr>
            </a:lvl3pPr>
            <a:lvl4pPr marL="860425" indent="-96838" algn="l" defTabSz="509447" rtl="0" eaLnBrk="1" latinLnBrk="0" hangingPunct="1">
              <a:lnSpc>
                <a:spcPct val="95000"/>
              </a:lnSpc>
              <a:spcBef>
                <a:spcPts val="0"/>
              </a:spcBef>
              <a:spcAft>
                <a:spcPts val="1189"/>
              </a:spcAft>
              <a:buFont typeface="Arial" panose="020B0604020202020204" pitchFamily="34" charset="0"/>
              <a:buChar char="•"/>
              <a:defRPr sz="1600" kern="1200">
                <a:solidFill>
                  <a:schemeClr val="tx1"/>
                </a:solidFill>
                <a:latin typeface="+mn-lt"/>
                <a:ea typeface="+mn-ea"/>
                <a:cs typeface="+mn-cs"/>
              </a:defRPr>
            </a:lvl4pPr>
            <a:lvl5pPr marL="1144588" indent="-127000" algn="l" defTabSz="509447" rtl="0" eaLnBrk="1" latinLnBrk="0" hangingPunct="1">
              <a:lnSpc>
                <a:spcPct val="95000"/>
              </a:lnSpc>
              <a:spcBef>
                <a:spcPts val="0"/>
              </a:spcBef>
              <a:spcAft>
                <a:spcPts val="1189"/>
              </a:spcAft>
              <a:buFont typeface="Arial" panose="020B0604020202020204" pitchFamily="34" charset="0"/>
              <a:buChar char="•"/>
              <a:defRPr sz="1600" kern="1200">
                <a:solidFill>
                  <a:schemeClr val="tx1"/>
                </a:solidFill>
                <a:latin typeface="+mn-lt"/>
                <a:ea typeface="+mn-ea"/>
                <a:cs typeface="+mn-cs"/>
              </a:defRPr>
            </a:lvl5pPr>
            <a:lvl6pPr marL="1400980"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6pPr>
            <a:lvl7pPr marL="1655704"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7pPr>
            <a:lvl8pPr marL="1910428"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8pPr>
            <a:lvl9pPr marL="2165151"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9pPr>
          </a:lstStyle>
          <a:p>
            <a:pPr marL="0" indent="0">
              <a:spcAft>
                <a:spcPts val="589"/>
              </a:spcAft>
              <a:buNone/>
            </a:pPr>
            <a:r>
              <a:rPr lang="en-US" sz="1400" dirty="0">
                <a:solidFill>
                  <a:schemeClr val="accent6"/>
                </a:solidFill>
              </a:rPr>
              <a:t>Best fits the 500-patient capacity decision</a:t>
            </a:r>
          </a:p>
        </p:txBody>
      </p:sp>
      <p:pic>
        <p:nvPicPr>
          <p:cNvPr id="6" name="Camera 5">
            <a:extLst>
              <a:ext uri="{FF2B5EF4-FFF2-40B4-BE49-F238E27FC236}">
                <a16:creationId xmlns:a16="http://schemas.microsoft.com/office/drawing/2014/main" id="{62868734-EE18-F357-4889-B93C334D5EC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1741037755"/>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E8845-F93D-4FA6-072F-84F2DB9D38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7AEF3-B984-2016-A908-40766359CF95}"/>
              </a:ext>
            </a:extLst>
          </p:cNvPr>
          <p:cNvSpPr>
            <a:spLocks noGrp="1"/>
          </p:cNvSpPr>
          <p:nvPr>
            <p:ph idx="1"/>
          </p:nvPr>
        </p:nvSpPr>
        <p:spPr>
          <a:xfrm>
            <a:off x="2165634" y="5965245"/>
            <a:ext cx="8881378" cy="426720"/>
          </a:xfrm>
        </p:spPr>
        <p:txBody>
          <a:bodyPr>
            <a:normAutofit fontScale="92500" lnSpcReduction="10000"/>
          </a:bodyPr>
          <a:lstStyle/>
          <a:p>
            <a:pPr marL="0" indent="0">
              <a:buNone/>
            </a:pPr>
            <a:r>
              <a:rPr lang="en-US" sz="2000" dirty="0">
                <a:solidFill>
                  <a:schemeClr val="accent6"/>
                </a:solidFill>
              </a:rPr>
              <a:t>High-risk patients readmitted at 3.6× the rate of low-risk patients.</a:t>
            </a:r>
          </a:p>
          <a:p>
            <a:endParaRPr lang="en-US" sz="1400" dirty="0">
              <a:solidFill>
                <a:schemeClr val="accent6"/>
              </a:solidFill>
            </a:endParaRPr>
          </a:p>
        </p:txBody>
      </p:sp>
      <p:sp>
        <p:nvSpPr>
          <p:cNvPr id="3" name="Slide Number Placeholder 2">
            <a:extLst>
              <a:ext uri="{FF2B5EF4-FFF2-40B4-BE49-F238E27FC236}">
                <a16:creationId xmlns:a16="http://schemas.microsoft.com/office/drawing/2014/main" id="{E9A591AF-7A1E-6032-E865-FCE7AC459158}"/>
              </a:ext>
            </a:extLst>
          </p:cNvPr>
          <p:cNvSpPr>
            <a:spLocks noGrp="1"/>
          </p:cNvSpPr>
          <p:nvPr>
            <p:ph type="sldNum" sz="quarter" idx="4"/>
          </p:nvPr>
        </p:nvSpPr>
        <p:spPr/>
        <p:txBody>
          <a:bodyPr/>
          <a:lstStyle/>
          <a:p>
            <a:fld id="{B3BD2672-75C2-438C-BF59-C55A35C73CD5}" type="slidenum">
              <a:rPr lang="en-US" smtClean="0"/>
              <a:pPr/>
              <a:t>8</a:t>
            </a:fld>
            <a:endParaRPr lang="en-US" dirty="0"/>
          </a:p>
        </p:txBody>
      </p:sp>
      <p:sp>
        <p:nvSpPr>
          <p:cNvPr id="4" name="Title 3">
            <a:extLst>
              <a:ext uri="{FF2B5EF4-FFF2-40B4-BE49-F238E27FC236}">
                <a16:creationId xmlns:a16="http://schemas.microsoft.com/office/drawing/2014/main" id="{CE2E785E-1008-EDAD-226D-910631FC9A02}"/>
              </a:ext>
            </a:extLst>
          </p:cNvPr>
          <p:cNvSpPr>
            <a:spLocks noGrp="1"/>
          </p:cNvSpPr>
          <p:nvPr>
            <p:ph type="title"/>
          </p:nvPr>
        </p:nvSpPr>
        <p:spPr/>
        <p:txBody>
          <a:bodyPr/>
          <a:lstStyle/>
          <a:p>
            <a:r>
              <a:rPr lang="en-US" sz="2600" dirty="0"/>
              <a:t>Risk Tiers Turn Scores Into Care Workflows</a:t>
            </a:r>
          </a:p>
        </p:txBody>
      </p:sp>
      <p:graphicFrame>
        <p:nvGraphicFramePr>
          <p:cNvPr id="5" name="Table 4">
            <a:extLst>
              <a:ext uri="{FF2B5EF4-FFF2-40B4-BE49-F238E27FC236}">
                <a16:creationId xmlns:a16="http://schemas.microsoft.com/office/drawing/2014/main" id="{C1542F07-6CC5-8A1D-347B-5A1683686979}"/>
              </a:ext>
            </a:extLst>
          </p:cNvPr>
          <p:cNvGraphicFramePr>
            <a:graphicFrameLocks noGrp="1"/>
          </p:cNvGraphicFramePr>
          <p:nvPr/>
        </p:nvGraphicFramePr>
        <p:xfrm>
          <a:off x="743327" y="8035683"/>
          <a:ext cx="2650113" cy="1350645"/>
        </p:xfrm>
        <a:graphic>
          <a:graphicData uri="http://schemas.openxmlformats.org/drawingml/2006/table">
            <a:tbl>
              <a:tblPr firstRow="1">
                <a:tableStyleId>{B301B821-A1FF-4177-AEE7-76D212191A09}</a:tableStyleId>
              </a:tblPr>
              <a:tblGrid>
                <a:gridCol w="606937">
                  <a:extLst>
                    <a:ext uri="{9D8B030D-6E8A-4147-A177-3AD203B41FA5}">
                      <a16:colId xmlns:a16="http://schemas.microsoft.com/office/drawing/2014/main" val="3061784673"/>
                    </a:ext>
                  </a:extLst>
                </a:gridCol>
                <a:gridCol w="941800">
                  <a:extLst>
                    <a:ext uri="{9D8B030D-6E8A-4147-A177-3AD203B41FA5}">
                      <a16:colId xmlns:a16="http://schemas.microsoft.com/office/drawing/2014/main" val="3927760923"/>
                    </a:ext>
                  </a:extLst>
                </a:gridCol>
                <a:gridCol w="1101376">
                  <a:extLst>
                    <a:ext uri="{9D8B030D-6E8A-4147-A177-3AD203B41FA5}">
                      <a16:colId xmlns:a16="http://schemas.microsoft.com/office/drawing/2014/main" val="3886446927"/>
                    </a:ext>
                  </a:extLst>
                </a:gridCol>
              </a:tblGrid>
              <a:tr h="596900">
                <a:tc>
                  <a:txBody>
                    <a:bodyPr/>
                    <a:lstStyle/>
                    <a:p>
                      <a:pPr algn="l" fontAlgn="ctr">
                        <a:buNone/>
                      </a:pPr>
                      <a:r>
                        <a:rPr lang="en-US" sz="1200" u="none" strike="noStrike" dirty="0">
                          <a:effectLst/>
                        </a:rPr>
                        <a:t>Risk Tier</a:t>
                      </a:r>
                      <a:endParaRPr lang="en-US"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1200" u="none" strike="noStrike" dirty="0">
                          <a:effectLst/>
                        </a:rPr>
                        <a:t>Number of Patients</a:t>
                      </a:r>
                      <a:endParaRPr lang="en-US"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1200" u="none" strike="noStrike" dirty="0">
                          <a:effectLst/>
                        </a:rPr>
                        <a:t>Observed 30-Day Readmission Rate</a:t>
                      </a:r>
                      <a:endParaRPr lang="en-US" sz="1200" b="1"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78081495"/>
                  </a:ext>
                </a:extLst>
              </a:tr>
              <a:tr h="203200">
                <a:tc>
                  <a:txBody>
                    <a:bodyPr/>
                    <a:lstStyle/>
                    <a:p>
                      <a:pPr algn="l" fontAlgn="b">
                        <a:buNone/>
                      </a:pPr>
                      <a:r>
                        <a:rPr lang="en-US" sz="1200" u="none" strike="noStrike">
                          <a:effectLst/>
                        </a:rPr>
                        <a:t>Low</a:t>
                      </a:r>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a:effectLst/>
                        </a:rPr>
                        <a:t>9,887</a:t>
                      </a:r>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dirty="0">
                          <a:effectLst/>
                        </a:rPr>
                        <a:t>6.50%</a:t>
                      </a:r>
                      <a:endParaRPr lang="en-US"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23830281"/>
                  </a:ext>
                </a:extLst>
              </a:tr>
              <a:tr h="203200">
                <a:tc>
                  <a:txBody>
                    <a:bodyPr/>
                    <a:lstStyle/>
                    <a:p>
                      <a:pPr algn="l" fontAlgn="b">
                        <a:buNone/>
                      </a:pPr>
                      <a:r>
                        <a:rPr lang="en-US" sz="1200" u="none" strike="noStrike">
                          <a:effectLst/>
                        </a:rPr>
                        <a:t>Medium</a:t>
                      </a:r>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a:effectLst/>
                        </a:rPr>
                        <a:t>5,934</a:t>
                      </a:r>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dirty="0">
                          <a:effectLst/>
                        </a:rPr>
                        <a:t>11.40%</a:t>
                      </a:r>
                      <a:endParaRPr lang="en-US"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76671489"/>
                  </a:ext>
                </a:extLst>
              </a:tr>
              <a:tr h="203200">
                <a:tc>
                  <a:txBody>
                    <a:bodyPr/>
                    <a:lstStyle/>
                    <a:p>
                      <a:pPr algn="l" fontAlgn="b">
                        <a:buNone/>
                      </a:pPr>
                      <a:r>
                        <a:rPr lang="en-US" sz="1200" u="none" strike="noStrike">
                          <a:effectLst/>
                        </a:rPr>
                        <a:t>High</a:t>
                      </a:r>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dirty="0">
                          <a:effectLst/>
                        </a:rPr>
                        <a:t>3,952</a:t>
                      </a:r>
                      <a:endParaRPr lang="en-US"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200" u="none" strike="noStrike" dirty="0">
                          <a:effectLst/>
                        </a:rPr>
                        <a:t>23.30%</a:t>
                      </a:r>
                      <a:endParaRPr lang="en-US"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1122263"/>
                  </a:ext>
                </a:extLst>
              </a:tr>
            </a:tbl>
          </a:graphicData>
        </a:graphic>
      </p:graphicFrame>
      <p:graphicFrame>
        <p:nvGraphicFramePr>
          <p:cNvPr id="6" name="Chart 5">
            <a:extLst>
              <a:ext uri="{FF2B5EF4-FFF2-40B4-BE49-F238E27FC236}">
                <a16:creationId xmlns:a16="http://schemas.microsoft.com/office/drawing/2014/main" id="{682F32BB-8683-56B1-9826-03664A385EA8}"/>
              </a:ext>
            </a:extLst>
          </p:cNvPr>
          <p:cNvGraphicFramePr>
            <a:graphicFrameLocks/>
          </p:cNvGraphicFramePr>
          <p:nvPr/>
        </p:nvGraphicFramePr>
        <p:xfrm>
          <a:off x="4815841" y="1117601"/>
          <a:ext cx="7071359" cy="4573058"/>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EE49436A-37DD-E44F-F38D-763D493A7A20}"/>
              </a:ext>
            </a:extLst>
          </p:cNvPr>
          <p:cNvSpPr txBox="1"/>
          <p:nvPr/>
        </p:nvSpPr>
        <p:spPr>
          <a:xfrm>
            <a:off x="345440" y="1024723"/>
            <a:ext cx="3962400" cy="4222310"/>
          </a:xfrm>
          <a:prstGeom prst="rect">
            <a:avLst/>
          </a:prstGeom>
          <a:noFill/>
        </p:spPr>
        <p:txBody>
          <a:bodyPr wrap="square">
            <a:spAutoFit/>
          </a:bodyPr>
          <a:lstStyle/>
          <a:p>
            <a:pPr indent="0" algn="l">
              <a:buNone/>
            </a:pPr>
            <a:r>
              <a:rPr lang="en-US" b="1" i="0" dirty="0">
                <a:solidFill>
                  <a:schemeClr val="tx1"/>
                </a:solidFill>
                <a:effectLst/>
              </a:rPr>
              <a:t>Low Risk</a:t>
            </a:r>
            <a:br>
              <a:rPr lang="en-US" i="0" dirty="0">
                <a:solidFill>
                  <a:schemeClr val="tx1"/>
                </a:solidFill>
                <a:effectLst/>
              </a:rPr>
            </a:br>
            <a:r>
              <a:rPr lang="en-US" b="1" i="0" dirty="0">
                <a:solidFill>
                  <a:schemeClr val="tx1"/>
                </a:solidFill>
                <a:effectLst/>
              </a:rPr>
              <a:t>6.5%</a:t>
            </a:r>
            <a:r>
              <a:rPr lang="en-US" i="0" dirty="0">
                <a:solidFill>
                  <a:schemeClr val="tx1"/>
                </a:solidFill>
                <a:effectLst/>
              </a:rPr>
              <a:t> observed readmission rate</a:t>
            </a:r>
            <a:br>
              <a:rPr lang="en-US" i="0" dirty="0">
                <a:solidFill>
                  <a:schemeClr val="tx1"/>
                </a:solidFill>
                <a:effectLst/>
              </a:rPr>
            </a:br>
            <a:r>
              <a:rPr lang="en-US" i="0" dirty="0">
                <a:solidFill>
                  <a:schemeClr val="tx1"/>
                </a:solidFill>
                <a:effectLst/>
              </a:rPr>
              <a:t>n = 9,887</a:t>
            </a:r>
            <a:br>
              <a:rPr lang="en-US" i="0" dirty="0">
                <a:solidFill>
                  <a:schemeClr val="tx1"/>
                </a:solidFill>
                <a:effectLst/>
              </a:rPr>
            </a:br>
            <a:r>
              <a:rPr lang="en-US" i="1" dirty="0">
                <a:solidFill>
                  <a:schemeClr val="tx1"/>
                </a:solidFill>
                <a:effectLst/>
              </a:rPr>
              <a:t>Routine support</a:t>
            </a:r>
          </a:p>
          <a:p>
            <a:pPr indent="0" algn="l">
              <a:buNone/>
            </a:pPr>
            <a:endParaRPr lang="en-US" i="0" dirty="0">
              <a:solidFill>
                <a:schemeClr val="tx1"/>
              </a:solidFill>
              <a:effectLst/>
            </a:endParaRPr>
          </a:p>
          <a:p>
            <a:pPr indent="0" algn="l">
              <a:buNone/>
            </a:pPr>
            <a:r>
              <a:rPr lang="en-US" b="1" i="0" dirty="0">
                <a:solidFill>
                  <a:schemeClr val="tx1"/>
                </a:solidFill>
                <a:effectLst/>
              </a:rPr>
              <a:t>Medium Risk</a:t>
            </a:r>
            <a:br>
              <a:rPr lang="en-US" i="0" dirty="0">
                <a:solidFill>
                  <a:schemeClr val="tx1"/>
                </a:solidFill>
                <a:effectLst/>
              </a:rPr>
            </a:br>
            <a:r>
              <a:rPr lang="en-US" b="1" i="0" dirty="0">
                <a:solidFill>
                  <a:schemeClr val="tx1"/>
                </a:solidFill>
                <a:effectLst/>
              </a:rPr>
              <a:t>11.4%</a:t>
            </a:r>
            <a:r>
              <a:rPr lang="en-US" i="0" dirty="0">
                <a:solidFill>
                  <a:schemeClr val="tx1"/>
                </a:solidFill>
                <a:effectLst/>
              </a:rPr>
              <a:t> observed readmission rate</a:t>
            </a:r>
            <a:br>
              <a:rPr lang="en-US" i="0" dirty="0">
                <a:solidFill>
                  <a:schemeClr val="tx1"/>
                </a:solidFill>
                <a:effectLst/>
              </a:rPr>
            </a:br>
            <a:r>
              <a:rPr lang="en-US" i="0" dirty="0">
                <a:solidFill>
                  <a:schemeClr val="tx1"/>
                </a:solidFill>
                <a:effectLst/>
              </a:rPr>
              <a:t>n = 5,934</a:t>
            </a:r>
            <a:br>
              <a:rPr lang="en-US" i="0" dirty="0">
                <a:solidFill>
                  <a:schemeClr val="tx1"/>
                </a:solidFill>
                <a:effectLst/>
              </a:rPr>
            </a:br>
            <a:r>
              <a:rPr lang="en-US" i="1" dirty="0">
                <a:solidFill>
                  <a:schemeClr val="tx1"/>
                </a:solidFill>
                <a:effectLst/>
              </a:rPr>
              <a:t>Enhanced follow-up</a:t>
            </a:r>
          </a:p>
          <a:p>
            <a:pPr indent="0" algn="l">
              <a:buNone/>
            </a:pPr>
            <a:endParaRPr lang="en-US" i="0" dirty="0">
              <a:solidFill>
                <a:schemeClr val="tx1"/>
              </a:solidFill>
              <a:effectLst/>
            </a:endParaRPr>
          </a:p>
          <a:p>
            <a:pPr indent="0" algn="l">
              <a:buNone/>
            </a:pPr>
            <a:r>
              <a:rPr lang="en-US" b="1" i="0" dirty="0">
                <a:solidFill>
                  <a:schemeClr val="tx1"/>
                </a:solidFill>
                <a:effectLst/>
              </a:rPr>
              <a:t>High Risk</a:t>
            </a:r>
            <a:br>
              <a:rPr lang="en-US" i="0" dirty="0">
                <a:solidFill>
                  <a:schemeClr val="tx1"/>
                </a:solidFill>
                <a:effectLst/>
              </a:rPr>
            </a:br>
            <a:r>
              <a:rPr lang="en-US" b="1" i="0" dirty="0">
                <a:solidFill>
                  <a:schemeClr val="tx1"/>
                </a:solidFill>
                <a:effectLst/>
              </a:rPr>
              <a:t>23.3%</a:t>
            </a:r>
            <a:r>
              <a:rPr lang="en-US" i="0" dirty="0">
                <a:solidFill>
                  <a:schemeClr val="tx1"/>
                </a:solidFill>
                <a:effectLst/>
              </a:rPr>
              <a:t> observed readmission rate</a:t>
            </a:r>
            <a:br>
              <a:rPr lang="en-US" i="0" dirty="0">
                <a:solidFill>
                  <a:schemeClr val="tx1"/>
                </a:solidFill>
                <a:effectLst/>
              </a:rPr>
            </a:br>
            <a:r>
              <a:rPr lang="en-US" i="0" dirty="0">
                <a:solidFill>
                  <a:schemeClr val="tx1"/>
                </a:solidFill>
                <a:effectLst/>
              </a:rPr>
              <a:t>n = 3,952</a:t>
            </a:r>
            <a:br>
              <a:rPr lang="en-US" i="0" dirty="0">
                <a:solidFill>
                  <a:schemeClr val="tx1"/>
                </a:solidFill>
                <a:effectLst/>
              </a:rPr>
            </a:br>
            <a:r>
              <a:rPr lang="en-US" i="1" dirty="0">
                <a:solidFill>
                  <a:schemeClr val="tx1"/>
                </a:solidFill>
                <a:effectLst/>
              </a:rPr>
              <a:t>Prioritized review for intensive support</a:t>
            </a:r>
            <a:endParaRPr lang="en-US" i="0" dirty="0">
              <a:solidFill>
                <a:srgbClr val="000000"/>
              </a:solidFill>
              <a:effectLst/>
            </a:endParaRPr>
          </a:p>
        </p:txBody>
      </p:sp>
      <p:sp>
        <p:nvSpPr>
          <p:cNvPr id="11" name="TextBox 10">
            <a:extLst>
              <a:ext uri="{FF2B5EF4-FFF2-40B4-BE49-F238E27FC236}">
                <a16:creationId xmlns:a16="http://schemas.microsoft.com/office/drawing/2014/main" id="{94C730AB-2F27-D548-783E-771F2B205DF4}"/>
              </a:ext>
            </a:extLst>
          </p:cNvPr>
          <p:cNvSpPr txBox="1"/>
          <p:nvPr/>
        </p:nvSpPr>
        <p:spPr>
          <a:xfrm>
            <a:off x="1446475" y="6328088"/>
            <a:ext cx="10998200" cy="338554"/>
          </a:xfrm>
          <a:prstGeom prst="rect">
            <a:avLst/>
          </a:prstGeom>
          <a:noFill/>
        </p:spPr>
        <p:txBody>
          <a:bodyPr wrap="square">
            <a:spAutoFit/>
          </a:bodyPr>
          <a:lstStyle/>
          <a:p>
            <a:r>
              <a:rPr lang="en-US" sz="1600" b="0" i="1" u="none" strike="noStrike" dirty="0">
                <a:solidFill>
                  <a:schemeClr val="accent6"/>
                </a:solidFill>
                <a:effectLst/>
                <a:latin typeface="+mn-lt"/>
              </a:rPr>
              <a:t>Risk tier defines priority; available capacity determines how many patients are actually served.</a:t>
            </a:r>
            <a:endParaRPr lang="en-US" sz="1600" i="1" dirty="0">
              <a:solidFill>
                <a:schemeClr val="accent6"/>
              </a:solidFill>
            </a:endParaRPr>
          </a:p>
        </p:txBody>
      </p:sp>
      <p:pic>
        <p:nvPicPr>
          <p:cNvPr id="7" name="Camera 6">
            <a:extLst>
              <a:ext uri="{FF2B5EF4-FFF2-40B4-BE49-F238E27FC236}">
                <a16:creationId xmlns:a16="http://schemas.microsoft.com/office/drawing/2014/main" id="{E7517D6D-C588-6B01-038A-CE92E644541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260688189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1F03-139F-48AA-4585-770177EFF3E3}"/>
              </a:ext>
            </a:extLst>
          </p:cNvPr>
          <p:cNvSpPr>
            <a:spLocks noGrp="1"/>
          </p:cNvSpPr>
          <p:nvPr>
            <p:ph type="title"/>
          </p:nvPr>
        </p:nvSpPr>
        <p:spPr>
          <a:xfrm>
            <a:off x="188963" y="190500"/>
            <a:ext cx="11814077" cy="438150"/>
          </a:xfrm>
        </p:spPr>
        <p:txBody>
          <a:bodyPr wrap="square" anchor="t">
            <a:normAutofit/>
          </a:bodyPr>
          <a:lstStyle/>
          <a:p>
            <a:r>
              <a:rPr lang="en-US" sz="2600" dirty="0"/>
              <a:t>RAG Connects Risk Scores to Care Guidance</a:t>
            </a:r>
          </a:p>
        </p:txBody>
      </p:sp>
      <p:sp>
        <p:nvSpPr>
          <p:cNvPr id="3" name="Content Placeholder 2">
            <a:extLst>
              <a:ext uri="{FF2B5EF4-FFF2-40B4-BE49-F238E27FC236}">
                <a16:creationId xmlns:a16="http://schemas.microsoft.com/office/drawing/2014/main" id="{F1E4D6CA-5506-E4AF-2B65-0FA58A61AB57}"/>
              </a:ext>
            </a:extLst>
          </p:cNvPr>
          <p:cNvSpPr>
            <a:spLocks noGrp="1"/>
          </p:cNvSpPr>
          <p:nvPr>
            <p:ph idx="1"/>
          </p:nvPr>
        </p:nvSpPr>
        <p:spPr>
          <a:xfrm>
            <a:off x="192999" y="960583"/>
            <a:ext cx="5750000" cy="3448857"/>
          </a:xfrm>
        </p:spPr>
        <p:txBody>
          <a:bodyPr>
            <a:normAutofit/>
          </a:bodyPr>
          <a:lstStyle/>
          <a:p>
            <a:r>
              <a:rPr lang="en-US" b="1" dirty="0"/>
              <a:t>Sources: </a:t>
            </a:r>
            <a:r>
              <a:rPr lang="en-US" dirty="0"/>
              <a:t>CMS HRRP + AHRQ Project RED/discharge resources</a:t>
            </a:r>
          </a:p>
          <a:p>
            <a:r>
              <a:rPr lang="en-US" b="1" dirty="0"/>
              <a:t>Retrieval: </a:t>
            </a:r>
            <a:r>
              <a:rPr lang="en-US" dirty="0" err="1"/>
              <a:t>MiniLM</a:t>
            </a:r>
            <a:r>
              <a:rPr lang="en-US" dirty="0"/>
              <a:t> embeddings + FAISS vector search</a:t>
            </a:r>
          </a:p>
          <a:p>
            <a:r>
              <a:rPr lang="en-US" b="1" dirty="0"/>
              <a:t>Fallback: </a:t>
            </a:r>
            <a:r>
              <a:rPr lang="en-US" dirty="0"/>
              <a:t>TF-IDF retrieval if embeddings are unavailable</a:t>
            </a:r>
          </a:p>
          <a:p>
            <a:r>
              <a:rPr lang="en-US" b="1" dirty="0"/>
              <a:t>Topics: </a:t>
            </a:r>
            <a:r>
              <a:rPr lang="en-US" dirty="0"/>
              <a:t>medication reconciliation, follow-up, education, coordination</a:t>
            </a:r>
          </a:p>
        </p:txBody>
      </p:sp>
      <p:sp>
        <p:nvSpPr>
          <p:cNvPr id="4" name="Slide Number Placeholder 3">
            <a:extLst>
              <a:ext uri="{FF2B5EF4-FFF2-40B4-BE49-F238E27FC236}">
                <a16:creationId xmlns:a16="http://schemas.microsoft.com/office/drawing/2014/main" id="{455F5E81-7DA1-7EE8-17A9-0C8794A6DE83}"/>
              </a:ext>
            </a:extLst>
          </p:cNvPr>
          <p:cNvSpPr>
            <a:spLocks noGrp="1"/>
          </p:cNvSpPr>
          <p:nvPr>
            <p:ph type="sldNum" sz="quarter" idx="4"/>
          </p:nvPr>
        </p:nvSpPr>
        <p:spPr/>
        <p:txBody>
          <a:bodyPr/>
          <a:lstStyle/>
          <a:p>
            <a:fld id="{B3BD2672-75C2-438C-BF59-C55A35C73CD5}" type="slidenum">
              <a:rPr lang="en-US" smtClean="0"/>
              <a:pPr/>
              <a:t>9</a:t>
            </a:fld>
            <a:endParaRPr lang="en-US" dirty="0"/>
          </a:p>
        </p:txBody>
      </p:sp>
      <p:sp>
        <p:nvSpPr>
          <p:cNvPr id="20" name="Flow 0"/>
          <p:cNvSpPr>
            <a:spLocks noChangeAspect="1"/>
          </p:cNvSpPr>
          <p:nvPr/>
        </p:nvSpPr>
        <p:spPr>
          <a:xfrm>
            <a:off x="6390500" y="1392900"/>
            <a:ext cx="5486400" cy="548640"/>
          </a:xfrm>
          <a:prstGeom prst="roundRect">
            <a:avLst/>
          </a:prstGeom>
          <a:solidFill>
            <a:schemeClr val="bg1"/>
          </a:solidFill>
          <a:ln>
            <a:noFill/>
          </a:ln>
        </p:spPr>
        <p:txBody>
          <a:bodyPr wrap="square" anchor="ctr"/>
          <a:lstStyle/>
          <a:p>
            <a:pPr algn="ctr">
              <a:buNone/>
            </a:pPr>
            <a:r>
              <a:rPr lang="en-US" sz="1800" b="1" dirty="0">
                <a:solidFill>
                  <a:schemeClr val="accent2"/>
                </a:solidFill>
              </a:rPr>
              <a:t>Ask: Care manager asks a discharge or care-transition question</a:t>
            </a:r>
          </a:p>
        </p:txBody>
      </p:sp>
      <p:sp>
        <p:nvSpPr>
          <p:cNvPr id="21" name="Arrow 0"/>
          <p:cNvSpPr/>
          <p:nvPr/>
        </p:nvSpPr>
        <p:spPr>
          <a:xfrm>
            <a:off x="8892151" y="2139428"/>
            <a:ext cx="258736" cy="274850"/>
          </a:xfrm>
          <a:prstGeom prst="downArrow">
            <a:avLst/>
          </a:prstGeom>
          <a:solidFill>
            <a:schemeClr val="bg1"/>
          </a:solidFill>
          <a:ln>
            <a:noFill/>
          </a:ln>
        </p:spPr>
        <p:txBody>
          <a:bodyPr/>
          <a:lstStyle/>
          <a:p>
            <a:endParaRPr lang="en-US"/>
          </a:p>
        </p:txBody>
      </p:sp>
      <p:sp>
        <p:nvSpPr>
          <p:cNvPr id="22" name="Flow 1"/>
          <p:cNvSpPr>
            <a:spLocks noChangeAspect="1"/>
          </p:cNvSpPr>
          <p:nvPr/>
        </p:nvSpPr>
        <p:spPr>
          <a:xfrm>
            <a:off x="6390500" y="2562900"/>
            <a:ext cx="5486400" cy="548640"/>
          </a:xfrm>
          <a:prstGeom prst="roundRect">
            <a:avLst/>
          </a:prstGeom>
          <a:solidFill>
            <a:schemeClr val="bg1"/>
          </a:solidFill>
          <a:ln>
            <a:noFill/>
          </a:ln>
        </p:spPr>
        <p:txBody>
          <a:bodyPr wrap="square" anchor="ctr"/>
          <a:lstStyle/>
          <a:p>
            <a:pPr algn="ctr">
              <a:buNone/>
            </a:pPr>
            <a:r>
              <a:rPr lang="en-US" sz="1800" b="1" dirty="0">
                <a:solidFill>
                  <a:schemeClr val="accent2"/>
                </a:solidFill>
              </a:rPr>
              <a:t>Retrieve: Find relevant passages from approved CMS/AHRQ documents</a:t>
            </a:r>
          </a:p>
        </p:txBody>
      </p:sp>
      <p:sp>
        <p:nvSpPr>
          <p:cNvPr id="24" name="Flow 2"/>
          <p:cNvSpPr>
            <a:spLocks noChangeAspect="1"/>
          </p:cNvSpPr>
          <p:nvPr/>
        </p:nvSpPr>
        <p:spPr>
          <a:xfrm>
            <a:off x="6390500" y="3732900"/>
            <a:ext cx="5486400" cy="548640"/>
          </a:xfrm>
          <a:prstGeom prst="roundRect">
            <a:avLst/>
          </a:prstGeom>
          <a:solidFill>
            <a:schemeClr val="bg1"/>
          </a:solidFill>
          <a:ln>
            <a:noFill/>
          </a:ln>
        </p:spPr>
        <p:txBody>
          <a:bodyPr wrap="square" anchor="ctr"/>
          <a:lstStyle/>
          <a:p>
            <a:pPr algn="ctr">
              <a:buNone/>
            </a:pPr>
            <a:r>
              <a:rPr lang="en-US" sz="1800" b="1" dirty="0">
                <a:solidFill>
                  <a:schemeClr val="accent2"/>
                </a:solidFill>
              </a:rPr>
              <a:t>Generate: Produce a concise answer with source and page citations</a:t>
            </a:r>
          </a:p>
        </p:txBody>
      </p:sp>
      <p:sp>
        <p:nvSpPr>
          <p:cNvPr id="26" name="Flow 3"/>
          <p:cNvSpPr>
            <a:spLocks noChangeAspect="1"/>
          </p:cNvSpPr>
          <p:nvPr/>
        </p:nvSpPr>
        <p:spPr>
          <a:xfrm>
            <a:off x="6390500" y="4902900"/>
            <a:ext cx="5486400" cy="548640"/>
          </a:xfrm>
          <a:prstGeom prst="roundRect">
            <a:avLst/>
          </a:prstGeom>
          <a:solidFill>
            <a:schemeClr val="bg1"/>
          </a:solidFill>
          <a:ln>
            <a:noFill/>
          </a:ln>
        </p:spPr>
        <p:txBody>
          <a:bodyPr wrap="square" anchor="ctr"/>
          <a:lstStyle/>
          <a:p>
            <a:pPr algn="ctr">
              <a:buNone/>
            </a:pPr>
            <a:r>
              <a:rPr lang="en-US" sz="1800" b="1" dirty="0">
                <a:solidFill>
                  <a:schemeClr val="accent2"/>
                </a:solidFill>
              </a:rPr>
              <a:t>Apply: Care manager considers the guidance when planning follow-up</a:t>
            </a:r>
          </a:p>
        </p:txBody>
      </p:sp>
      <p:sp>
        <p:nvSpPr>
          <p:cNvPr id="5" name="Arrow 0">
            <a:extLst>
              <a:ext uri="{FF2B5EF4-FFF2-40B4-BE49-F238E27FC236}">
                <a16:creationId xmlns:a16="http://schemas.microsoft.com/office/drawing/2014/main" id="{84D6A59F-CFE9-F393-3E2E-99685241CF16}"/>
              </a:ext>
            </a:extLst>
          </p:cNvPr>
          <p:cNvSpPr/>
          <p:nvPr/>
        </p:nvSpPr>
        <p:spPr>
          <a:xfrm>
            <a:off x="8881713" y="3293911"/>
            <a:ext cx="258736" cy="274850"/>
          </a:xfrm>
          <a:prstGeom prst="downArrow">
            <a:avLst/>
          </a:prstGeom>
          <a:solidFill>
            <a:schemeClr val="bg1"/>
          </a:solidFill>
          <a:ln>
            <a:noFill/>
          </a:ln>
        </p:spPr>
        <p:txBody>
          <a:bodyPr/>
          <a:lstStyle/>
          <a:p>
            <a:endParaRPr lang="en-US"/>
          </a:p>
        </p:txBody>
      </p:sp>
      <p:sp>
        <p:nvSpPr>
          <p:cNvPr id="6" name="Arrow 0">
            <a:extLst>
              <a:ext uri="{FF2B5EF4-FFF2-40B4-BE49-F238E27FC236}">
                <a16:creationId xmlns:a16="http://schemas.microsoft.com/office/drawing/2014/main" id="{B501DEA6-420C-F62B-C436-5073CCDE152E}"/>
              </a:ext>
            </a:extLst>
          </p:cNvPr>
          <p:cNvSpPr/>
          <p:nvPr/>
        </p:nvSpPr>
        <p:spPr>
          <a:xfrm>
            <a:off x="8896327" y="4473444"/>
            <a:ext cx="258736" cy="274850"/>
          </a:xfrm>
          <a:prstGeom prst="downArrow">
            <a:avLst/>
          </a:prstGeom>
          <a:solidFill>
            <a:schemeClr val="bg1"/>
          </a:solidFill>
          <a:ln>
            <a:noFill/>
          </a:ln>
        </p:spPr>
        <p:txBody>
          <a:bodyPr/>
          <a:lstStyle/>
          <a:p>
            <a:endParaRPr lang="en-US"/>
          </a:p>
        </p:txBody>
      </p:sp>
      <p:sp>
        <p:nvSpPr>
          <p:cNvPr id="8" name="TextBox 7">
            <a:extLst>
              <a:ext uri="{FF2B5EF4-FFF2-40B4-BE49-F238E27FC236}">
                <a16:creationId xmlns:a16="http://schemas.microsoft.com/office/drawing/2014/main" id="{E1E28D59-05CB-FC6A-BC23-B94A987D5240}"/>
              </a:ext>
            </a:extLst>
          </p:cNvPr>
          <p:cNvSpPr txBox="1"/>
          <p:nvPr/>
        </p:nvSpPr>
        <p:spPr>
          <a:xfrm>
            <a:off x="264160" y="5591622"/>
            <a:ext cx="5943600" cy="642997"/>
          </a:xfrm>
          <a:prstGeom prst="rect">
            <a:avLst/>
          </a:prstGeom>
          <a:noFill/>
        </p:spPr>
        <p:txBody>
          <a:bodyPr wrap="square">
            <a:spAutoFit/>
          </a:bodyPr>
          <a:lstStyle/>
          <a:p>
            <a:r>
              <a:rPr lang="en-US" b="1" i="0" dirty="0">
                <a:solidFill>
                  <a:schemeClr val="bg1"/>
                </a:solidFill>
                <a:effectLst/>
              </a:rPr>
              <a:t>Model = who to prioritize</a:t>
            </a:r>
            <a:br>
              <a:rPr lang="en-US" dirty="0">
                <a:solidFill>
                  <a:schemeClr val="bg1"/>
                </a:solidFill>
              </a:rPr>
            </a:br>
            <a:r>
              <a:rPr lang="en-US" b="1" i="0" dirty="0">
                <a:solidFill>
                  <a:schemeClr val="bg1"/>
                </a:solidFill>
                <a:effectLst/>
              </a:rPr>
              <a:t>RAG = what evidence-based actions to consider</a:t>
            </a:r>
            <a:endParaRPr lang="en-US" dirty="0">
              <a:solidFill>
                <a:schemeClr val="bg1"/>
              </a:solidFill>
            </a:endParaRPr>
          </a:p>
        </p:txBody>
      </p:sp>
      <p:pic>
        <p:nvPicPr>
          <p:cNvPr id="7" name="Camera 6">
            <a:extLst>
              <a:ext uri="{FF2B5EF4-FFF2-40B4-BE49-F238E27FC236}">
                <a16:creationId xmlns:a16="http://schemas.microsoft.com/office/drawing/2014/main" id="{723F4EC4-4402-EAAF-EBC1-ACE5D1562A3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17686026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71592-1A01-7C37-8EB2-2D3249AF4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340C5-120B-AF17-E5C1-421AF090914D}"/>
              </a:ext>
            </a:extLst>
          </p:cNvPr>
          <p:cNvSpPr>
            <a:spLocks noGrp="1"/>
          </p:cNvSpPr>
          <p:nvPr>
            <p:ph type="title"/>
          </p:nvPr>
        </p:nvSpPr>
        <p:spPr/>
        <p:txBody>
          <a:bodyPr>
            <a:normAutofit/>
          </a:bodyPr>
          <a:lstStyle/>
          <a:p>
            <a:r>
              <a:rPr lang="en-US" sz="2600" dirty="0"/>
              <a:t>Fine-Tuning Pipeline: Business Evaluation</a:t>
            </a:r>
          </a:p>
        </p:txBody>
      </p:sp>
      <p:sp>
        <p:nvSpPr>
          <p:cNvPr id="3" name="Content Placeholder 2">
            <a:extLst>
              <a:ext uri="{FF2B5EF4-FFF2-40B4-BE49-F238E27FC236}">
                <a16:creationId xmlns:a16="http://schemas.microsoft.com/office/drawing/2014/main" id="{133830F8-B988-81C0-00ED-EA0B6F093EE8}"/>
              </a:ext>
            </a:extLst>
          </p:cNvPr>
          <p:cNvSpPr>
            <a:spLocks noGrp="1"/>
          </p:cNvSpPr>
          <p:nvPr>
            <p:ph idx="1"/>
          </p:nvPr>
        </p:nvSpPr>
        <p:spPr>
          <a:xfrm>
            <a:off x="3390197" y="788566"/>
            <a:ext cx="8801804" cy="4332074"/>
          </a:xfrm>
        </p:spPr>
        <p:txBody>
          <a:bodyPr>
            <a:normAutofit fontScale="92500" lnSpcReduction="10000"/>
          </a:bodyPr>
          <a:lstStyle/>
          <a:p>
            <a:pPr>
              <a:spcAft>
                <a:spcPts val="1183"/>
              </a:spcAft>
            </a:pPr>
            <a:r>
              <a:rPr lang="en-US" dirty="0"/>
              <a:t>2,000 labeled prompts</a:t>
            </a:r>
          </a:p>
          <a:p>
            <a:pPr lvl="1">
              <a:spcAft>
                <a:spcPts val="1183"/>
              </a:spcAft>
            </a:pPr>
            <a:r>
              <a:rPr lang="en-US" dirty="0"/>
              <a:t>Structured encounters were converted into text-based readmission examples.</a:t>
            </a:r>
          </a:p>
          <a:p>
            <a:pPr>
              <a:spcAft>
                <a:spcPts val="1183"/>
              </a:spcAft>
            </a:pPr>
            <a:r>
              <a:rPr lang="en-US" dirty="0"/>
              <a:t>Binary Target</a:t>
            </a:r>
          </a:p>
          <a:p>
            <a:pPr lvl="1">
              <a:spcAft>
                <a:spcPts val="1183"/>
              </a:spcAft>
            </a:pPr>
            <a:r>
              <a:rPr lang="en-US" dirty="0"/>
              <a:t>Readmitted within 30 days vs. not readmitted within 30 days</a:t>
            </a:r>
          </a:p>
          <a:p>
            <a:pPr>
              <a:spcAft>
                <a:spcPts val="1183"/>
              </a:spcAft>
            </a:pPr>
            <a:r>
              <a:rPr lang="en-US" dirty="0"/>
              <a:t>Leakage Control</a:t>
            </a:r>
          </a:p>
          <a:p>
            <a:pPr lvl="1">
              <a:spcAft>
                <a:spcPts val="1183"/>
              </a:spcAft>
            </a:pPr>
            <a:r>
              <a:rPr lang="en-US" dirty="0"/>
              <a:t>Evaluation remained patient-grouped.</a:t>
            </a:r>
          </a:p>
          <a:p>
            <a:pPr>
              <a:spcAft>
                <a:spcPts val="1183"/>
              </a:spcAft>
            </a:pPr>
            <a:r>
              <a:rPr lang="en-US" dirty="0"/>
              <a:t>Common Scorecard</a:t>
            </a:r>
          </a:p>
          <a:p>
            <a:pPr lvl="1">
              <a:spcAft>
                <a:spcPts val="1183"/>
              </a:spcAft>
            </a:pPr>
            <a:r>
              <a:rPr lang="en-US" dirty="0"/>
              <a:t>Compare models using PR-AUC, Recall@500, calibration, and expected net value.</a:t>
            </a:r>
          </a:p>
          <a:p>
            <a:pPr>
              <a:spcAft>
                <a:spcPts val="1183"/>
              </a:spcAft>
            </a:pPr>
            <a:r>
              <a:rPr lang="en-US" dirty="0"/>
              <a:t>Goal</a:t>
            </a:r>
          </a:p>
          <a:p>
            <a:pPr lvl="1">
              <a:spcAft>
                <a:spcPts val="1183"/>
              </a:spcAft>
            </a:pPr>
            <a:r>
              <a:rPr lang="en-US" dirty="0"/>
              <a:t>Determine whether a text-based classifier improves the actual care-management decision.</a:t>
            </a:r>
          </a:p>
          <a:p>
            <a:pPr marL="0" indent="0">
              <a:spcAft>
                <a:spcPts val="400"/>
              </a:spcAft>
              <a:buNone/>
            </a:pPr>
            <a:endParaRPr lang="en-US" dirty="0"/>
          </a:p>
        </p:txBody>
      </p:sp>
      <p:sp>
        <p:nvSpPr>
          <p:cNvPr id="4" name="Slide Number Placeholder 3">
            <a:extLst>
              <a:ext uri="{FF2B5EF4-FFF2-40B4-BE49-F238E27FC236}">
                <a16:creationId xmlns:a16="http://schemas.microsoft.com/office/drawing/2014/main" id="{77C528BD-E0B4-BEA9-A745-9769CC2C0C95}"/>
              </a:ext>
            </a:extLst>
          </p:cNvPr>
          <p:cNvSpPr>
            <a:spLocks noGrp="1"/>
          </p:cNvSpPr>
          <p:nvPr>
            <p:ph type="sldNum" sz="quarter" idx="4"/>
          </p:nvPr>
        </p:nvSpPr>
        <p:spPr/>
        <p:txBody>
          <a:bodyPr/>
          <a:lstStyle/>
          <a:p>
            <a:pPr defTabSz="905525">
              <a:defRPr/>
            </a:pPr>
            <a:fld id="{B3BD2672-75C2-438C-BF59-C55A35C73CD5}" type="slidenum">
              <a:rPr lang="en-US" smtClean="0">
                <a:solidFill>
                  <a:prstClr val="white"/>
                </a:solidFill>
              </a:rPr>
              <a:pPr defTabSz="905525">
                <a:defRPr/>
              </a:pPr>
              <a:t>10</a:t>
            </a:fld>
            <a:endParaRPr lang="en-US" dirty="0">
              <a:solidFill>
                <a:prstClr val="white"/>
              </a:solidFill>
            </a:endParaRPr>
          </a:p>
        </p:txBody>
      </p:sp>
      <p:sp>
        <p:nvSpPr>
          <p:cNvPr id="6" name="TextBox 5">
            <a:extLst>
              <a:ext uri="{FF2B5EF4-FFF2-40B4-BE49-F238E27FC236}">
                <a16:creationId xmlns:a16="http://schemas.microsoft.com/office/drawing/2014/main" id="{4461216A-17CE-256E-EC5A-A1E2DE0C831A}"/>
              </a:ext>
            </a:extLst>
          </p:cNvPr>
          <p:cNvSpPr txBox="1"/>
          <p:nvPr/>
        </p:nvSpPr>
        <p:spPr>
          <a:xfrm>
            <a:off x="3881887" y="5463951"/>
            <a:ext cx="4951946" cy="642997"/>
          </a:xfrm>
          <a:prstGeom prst="rect">
            <a:avLst/>
          </a:prstGeom>
          <a:noFill/>
        </p:spPr>
        <p:txBody>
          <a:bodyPr wrap="square">
            <a:spAutoFit/>
          </a:bodyPr>
          <a:lstStyle/>
          <a:p>
            <a:pPr indent="0" algn="l">
              <a:buNone/>
            </a:pPr>
            <a:r>
              <a:rPr lang="en-US" b="1" i="0" dirty="0">
                <a:solidFill>
                  <a:schemeClr val="bg1"/>
                </a:solidFill>
                <a:effectLst/>
              </a:rPr>
              <a:t>Structured Encounter → Text Prompt → Readmission Classifier → Business Metrics</a:t>
            </a:r>
            <a:endParaRPr lang="en-US" b="0" i="0" dirty="0">
              <a:solidFill>
                <a:schemeClr val="bg1"/>
              </a:solidFill>
              <a:effectLst/>
            </a:endParaRPr>
          </a:p>
        </p:txBody>
      </p:sp>
      <p:pic>
        <p:nvPicPr>
          <p:cNvPr id="5" name="Camera 4">
            <a:extLst>
              <a:ext uri="{FF2B5EF4-FFF2-40B4-BE49-F238E27FC236}">
                <a16:creationId xmlns:a16="http://schemas.microsoft.com/office/drawing/2014/main" id="{647EB9D3-E64A-6590-3B34-8C28AF677B7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104187738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7E2723C4-1DE2-962C-59FB-763D1EC7405F}"/>
              </a:ext>
            </a:extLst>
          </p:cNvPr>
          <p:cNvGraphicFramePr>
            <a:graphicFrameLocks noGrp="1"/>
          </p:cNvGraphicFramePr>
          <p:nvPr>
            <p:ph idx="1"/>
            <p:extLst>
              <p:ext uri="{D42A27DB-BD31-4B8C-83A1-F6EECF244321}">
                <p14:modId xmlns:p14="http://schemas.microsoft.com/office/powerpoint/2010/main" val="3406728578"/>
              </p:ext>
            </p:extLst>
          </p:nvPr>
        </p:nvGraphicFramePr>
        <p:xfrm>
          <a:off x="861391" y="1934818"/>
          <a:ext cx="10317553" cy="2526484"/>
        </p:xfrm>
        <a:graphic>
          <a:graphicData uri="http://schemas.openxmlformats.org/drawingml/2006/table">
            <a:tbl>
              <a:tblPr firstRow="1">
                <a:tableStyleId>{5C22544A-7EE6-4342-B048-85BDC9FD1C3A}</a:tableStyleId>
              </a:tblPr>
              <a:tblGrid>
                <a:gridCol w="3001860">
                  <a:extLst>
                    <a:ext uri="{9D8B030D-6E8A-4147-A177-3AD203B41FA5}">
                      <a16:colId xmlns:a16="http://schemas.microsoft.com/office/drawing/2014/main" val="15589574"/>
                    </a:ext>
                  </a:extLst>
                </a:gridCol>
                <a:gridCol w="3822040">
                  <a:extLst>
                    <a:ext uri="{9D8B030D-6E8A-4147-A177-3AD203B41FA5}">
                      <a16:colId xmlns:a16="http://schemas.microsoft.com/office/drawing/2014/main" val="343057385"/>
                    </a:ext>
                  </a:extLst>
                </a:gridCol>
                <a:gridCol w="3493653">
                  <a:extLst>
                    <a:ext uri="{9D8B030D-6E8A-4147-A177-3AD203B41FA5}">
                      <a16:colId xmlns:a16="http://schemas.microsoft.com/office/drawing/2014/main" val="1663548034"/>
                    </a:ext>
                  </a:extLst>
                </a:gridCol>
              </a:tblGrid>
              <a:tr h="436932">
                <a:tc>
                  <a:txBody>
                    <a:bodyPr/>
                    <a:lstStyle/>
                    <a:p>
                      <a:pPr algn="ctr" fontAlgn="b">
                        <a:buNone/>
                      </a:pPr>
                      <a:r>
                        <a:rPr lang="en-US" sz="1800" u="none" strike="noStrike" dirty="0">
                          <a:effectLst/>
                        </a:rPr>
                        <a:t>Metrics</a:t>
                      </a:r>
                      <a:endParaRPr lang="en-US" sz="1800" b="1" i="0" u="none" strike="noStrike" dirty="0">
                        <a:solidFill>
                          <a:srgbClr val="FFFFFF"/>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Gradient Boosting</a:t>
                      </a:r>
                      <a:endParaRPr lang="en-US" sz="1800" b="1" i="0" u="none" strike="noStrike" dirty="0">
                        <a:solidFill>
                          <a:srgbClr val="FFFFFF"/>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Prompt Text Model</a:t>
                      </a:r>
                      <a:endParaRPr lang="en-US" sz="1800" b="1" i="0" u="none" strike="noStrike" dirty="0">
                        <a:solidFill>
                          <a:srgbClr val="FFFFFF"/>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369215803"/>
                  </a:ext>
                </a:extLst>
              </a:tr>
              <a:tr h="461446">
                <a:tc>
                  <a:txBody>
                    <a:bodyPr/>
                    <a:lstStyle/>
                    <a:p>
                      <a:pPr algn="l" fontAlgn="b">
                        <a:buNone/>
                      </a:pPr>
                      <a:r>
                        <a:rPr lang="en-US" sz="1800" b="1" u="none" strike="noStrike" dirty="0">
                          <a:effectLst/>
                        </a:rPr>
                        <a:t>PR-AUC</a:t>
                      </a:r>
                      <a:endParaRPr lang="en-US" sz="1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0.241</a:t>
                      </a:r>
                      <a:endParaRPr lang="en-US" sz="18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a:effectLst/>
                        </a:rPr>
                        <a:t>0.147</a:t>
                      </a:r>
                      <a:endParaRPr lang="en-US" sz="18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817068993"/>
                  </a:ext>
                </a:extLst>
              </a:tr>
              <a:tr h="461446">
                <a:tc>
                  <a:txBody>
                    <a:bodyPr/>
                    <a:lstStyle/>
                    <a:p>
                      <a:pPr algn="l" fontAlgn="b">
                        <a:buNone/>
                      </a:pPr>
                      <a:r>
                        <a:rPr lang="en-US" sz="1800" b="1" u="none" strike="noStrike">
                          <a:effectLst/>
                        </a:rPr>
                        <a:t>Recall@500</a:t>
                      </a:r>
                      <a:endParaRPr lang="en-US" sz="1800" b="1" i="0" u="none" strike="noStrike">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9.10%</a:t>
                      </a:r>
                      <a:endParaRPr lang="en-US" sz="18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5.10%</a:t>
                      </a:r>
                      <a:endParaRPr lang="en-US" sz="18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499307951"/>
                  </a:ext>
                </a:extLst>
              </a:tr>
              <a:tr h="705214">
                <a:tc>
                  <a:txBody>
                    <a:bodyPr/>
                    <a:lstStyle/>
                    <a:p>
                      <a:pPr algn="l" fontAlgn="b">
                        <a:buNone/>
                      </a:pPr>
                      <a:r>
                        <a:rPr lang="en-US" sz="1800" b="1" u="none" strike="noStrike" dirty="0">
                          <a:effectLst/>
                        </a:rPr>
                        <a:t>Readmissions Captured</a:t>
                      </a:r>
                      <a:endParaRPr lang="en-US" sz="1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204</a:t>
                      </a:r>
                      <a:endParaRPr lang="en-US" sz="18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115</a:t>
                      </a:r>
                      <a:endParaRPr lang="en-US" sz="18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861236530"/>
                  </a:ext>
                </a:extLst>
              </a:tr>
              <a:tr h="461446">
                <a:tc>
                  <a:txBody>
                    <a:bodyPr/>
                    <a:lstStyle/>
                    <a:p>
                      <a:pPr algn="l" fontAlgn="b">
                        <a:buNone/>
                      </a:pPr>
                      <a:r>
                        <a:rPr lang="en-US" sz="1800" b="1" u="none" strike="noStrike" dirty="0">
                          <a:effectLst/>
                        </a:rPr>
                        <a:t>Expected Net Value</a:t>
                      </a:r>
                      <a:endParaRPr lang="en-US" sz="1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+$113.7K</a:t>
                      </a:r>
                      <a:endParaRPr lang="en-US" sz="18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buNone/>
                      </a:pPr>
                      <a:r>
                        <a:rPr lang="en-US" sz="1800" u="none" strike="noStrike" dirty="0">
                          <a:effectLst/>
                        </a:rPr>
                        <a:t>−$14.3K</a:t>
                      </a:r>
                      <a:endParaRPr lang="en-US" sz="18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492835461"/>
                  </a:ext>
                </a:extLst>
              </a:tr>
            </a:tbl>
          </a:graphicData>
        </a:graphic>
      </p:graphicFrame>
      <p:sp>
        <p:nvSpPr>
          <p:cNvPr id="4" name="Slide Number Placeholder 3">
            <a:extLst>
              <a:ext uri="{FF2B5EF4-FFF2-40B4-BE49-F238E27FC236}">
                <a16:creationId xmlns:a16="http://schemas.microsoft.com/office/drawing/2014/main" id="{6EFAB1AD-A3B0-1972-2331-D7040F95BF8E}"/>
              </a:ext>
            </a:extLst>
          </p:cNvPr>
          <p:cNvSpPr>
            <a:spLocks noGrp="1"/>
          </p:cNvSpPr>
          <p:nvPr>
            <p:ph type="sldNum" sz="quarter" idx="4"/>
          </p:nvPr>
        </p:nvSpPr>
        <p:spPr/>
        <p:txBody>
          <a:bodyPr/>
          <a:lstStyle/>
          <a:p>
            <a:fld id="{B3BD2672-75C2-438C-BF59-C55A35C73CD5}" type="slidenum">
              <a:rPr lang="en-US" smtClean="0"/>
              <a:pPr/>
              <a:t>11</a:t>
            </a:fld>
            <a:endParaRPr lang="en-US" dirty="0"/>
          </a:p>
        </p:txBody>
      </p:sp>
      <p:sp>
        <p:nvSpPr>
          <p:cNvPr id="3" name="Title 2">
            <a:extLst>
              <a:ext uri="{FF2B5EF4-FFF2-40B4-BE49-F238E27FC236}">
                <a16:creationId xmlns:a16="http://schemas.microsoft.com/office/drawing/2014/main" id="{5529435A-C2B8-A0BD-7090-7D6C73AFBE46}"/>
              </a:ext>
            </a:extLst>
          </p:cNvPr>
          <p:cNvSpPr>
            <a:spLocks noGrp="1"/>
          </p:cNvSpPr>
          <p:nvPr>
            <p:ph type="title"/>
          </p:nvPr>
        </p:nvSpPr>
        <p:spPr/>
        <p:txBody>
          <a:bodyPr/>
          <a:lstStyle/>
          <a:p>
            <a:r>
              <a:rPr lang="en-US" sz="2600" dirty="0"/>
              <a:t>Fine-Tuned Readmission Classifier: Model Comparison</a:t>
            </a:r>
          </a:p>
        </p:txBody>
      </p:sp>
      <p:sp>
        <p:nvSpPr>
          <p:cNvPr id="2" name="Content Placeholder 1">
            <a:extLst>
              <a:ext uri="{FF2B5EF4-FFF2-40B4-BE49-F238E27FC236}">
                <a16:creationId xmlns:a16="http://schemas.microsoft.com/office/drawing/2014/main" id="{EFFA0D48-4872-35AC-C35C-DA36F345401A}"/>
              </a:ext>
            </a:extLst>
          </p:cNvPr>
          <p:cNvSpPr txBox="1">
            <a:spLocks/>
          </p:cNvSpPr>
          <p:nvPr/>
        </p:nvSpPr>
        <p:spPr>
          <a:xfrm>
            <a:off x="1609043" y="4944827"/>
            <a:ext cx="8881378" cy="426720"/>
          </a:xfrm>
          <a:prstGeom prst="rect">
            <a:avLst/>
          </a:prstGeom>
        </p:spPr>
        <p:txBody>
          <a:bodyPr vert="horz" lIns="0" tIns="0" rIns="0" bIns="0" rtlCol="0" anchor="t">
            <a:normAutofit fontScale="92500" lnSpcReduction="10000"/>
          </a:bodyPr>
          <a:lstStyle>
            <a:lvl1pPr marL="168275" indent="-168275" algn="l" defTabSz="509447" rtl="0" eaLnBrk="1" latinLnBrk="0" hangingPunct="1">
              <a:lnSpc>
                <a:spcPct val="95000"/>
              </a:lnSpc>
              <a:spcBef>
                <a:spcPts val="0"/>
              </a:spcBef>
              <a:spcAft>
                <a:spcPts val="1189"/>
              </a:spcAft>
              <a:buFont typeface="Arial" panose="020B0604020202020204" pitchFamily="34" charset="0"/>
              <a:buChar char="•"/>
              <a:defRPr sz="2400" kern="1200">
                <a:solidFill>
                  <a:schemeClr val="tx1"/>
                </a:solidFill>
                <a:latin typeface="+mn-lt"/>
                <a:ea typeface="+mn-ea"/>
                <a:cs typeface="+mn-cs"/>
              </a:defRPr>
            </a:lvl1pPr>
            <a:lvl2pPr marL="400050" indent="-146050" algn="l" defTabSz="509447" rtl="0" eaLnBrk="1" latinLnBrk="0" hangingPunct="1">
              <a:lnSpc>
                <a:spcPct val="95000"/>
              </a:lnSpc>
              <a:spcBef>
                <a:spcPts val="0"/>
              </a:spcBef>
              <a:spcAft>
                <a:spcPts val="1189"/>
              </a:spcAft>
              <a:buFont typeface="Arial" panose="020B0604020202020204" pitchFamily="34" charset="0"/>
              <a:buChar char="•"/>
              <a:defRPr sz="1800" kern="1200">
                <a:solidFill>
                  <a:schemeClr val="tx1"/>
                </a:solidFill>
                <a:latin typeface="+mn-lt"/>
                <a:ea typeface="+mn-ea"/>
                <a:cs typeface="+mn-cs"/>
              </a:defRPr>
            </a:lvl2pPr>
            <a:lvl3pPr marL="630238" indent="-122238" algn="l" defTabSz="509447" rtl="0" eaLnBrk="1" latinLnBrk="0" hangingPunct="1">
              <a:lnSpc>
                <a:spcPct val="95000"/>
              </a:lnSpc>
              <a:spcBef>
                <a:spcPts val="0"/>
              </a:spcBef>
              <a:spcAft>
                <a:spcPts val="1189"/>
              </a:spcAft>
              <a:buFont typeface="Arial" panose="020B0604020202020204" pitchFamily="34" charset="0"/>
              <a:buChar char="•"/>
              <a:defRPr sz="1800" kern="1200">
                <a:solidFill>
                  <a:schemeClr val="tx1"/>
                </a:solidFill>
                <a:latin typeface="+mn-lt"/>
                <a:ea typeface="+mn-ea"/>
                <a:cs typeface="+mn-cs"/>
              </a:defRPr>
            </a:lvl3pPr>
            <a:lvl4pPr marL="860425" indent="-96838" algn="l" defTabSz="509447" rtl="0" eaLnBrk="1" latinLnBrk="0" hangingPunct="1">
              <a:lnSpc>
                <a:spcPct val="95000"/>
              </a:lnSpc>
              <a:spcBef>
                <a:spcPts val="0"/>
              </a:spcBef>
              <a:spcAft>
                <a:spcPts val="1189"/>
              </a:spcAft>
              <a:buFont typeface="Arial" panose="020B0604020202020204" pitchFamily="34" charset="0"/>
              <a:buChar char="•"/>
              <a:defRPr sz="1600" kern="1200">
                <a:solidFill>
                  <a:schemeClr val="tx1"/>
                </a:solidFill>
                <a:latin typeface="+mn-lt"/>
                <a:ea typeface="+mn-ea"/>
                <a:cs typeface="+mn-cs"/>
              </a:defRPr>
            </a:lvl4pPr>
            <a:lvl5pPr marL="1144588" indent="-127000" algn="l" defTabSz="509447" rtl="0" eaLnBrk="1" latinLnBrk="0" hangingPunct="1">
              <a:lnSpc>
                <a:spcPct val="95000"/>
              </a:lnSpc>
              <a:spcBef>
                <a:spcPts val="0"/>
              </a:spcBef>
              <a:spcAft>
                <a:spcPts val="1189"/>
              </a:spcAft>
              <a:buFont typeface="Arial" panose="020B0604020202020204" pitchFamily="34" charset="0"/>
              <a:buChar char="•"/>
              <a:defRPr sz="1600" kern="1200">
                <a:solidFill>
                  <a:schemeClr val="tx1"/>
                </a:solidFill>
                <a:latin typeface="+mn-lt"/>
                <a:ea typeface="+mn-ea"/>
                <a:cs typeface="+mn-cs"/>
              </a:defRPr>
            </a:lvl5pPr>
            <a:lvl6pPr marL="1400980"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6pPr>
            <a:lvl7pPr marL="1655704"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7pPr>
            <a:lvl8pPr marL="1910428"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8pPr>
            <a:lvl9pPr marL="2165151" indent="-127362" algn="l" defTabSz="509447" rtl="0" eaLnBrk="1" latinLnBrk="0" hangingPunct="1">
              <a:lnSpc>
                <a:spcPct val="90000"/>
              </a:lnSpc>
              <a:spcBef>
                <a:spcPts val="278"/>
              </a:spcBef>
              <a:buFont typeface="Arial" panose="020B0604020202020204" pitchFamily="34" charset="0"/>
              <a:buChar char="•"/>
              <a:defRPr sz="1003"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accent6"/>
                </a:solidFill>
              </a:rPr>
              <a:t>Gradient Boosting remained the better model for the resource-allocation decision.</a:t>
            </a:r>
          </a:p>
          <a:p>
            <a:pPr marL="0" indent="0">
              <a:buFont typeface="Arial" panose="020B0604020202020204" pitchFamily="34" charset="0"/>
              <a:buNone/>
            </a:pPr>
            <a:endParaRPr lang="en-US" sz="2000" dirty="0">
              <a:solidFill>
                <a:schemeClr val="accent6"/>
              </a:solidFill>
            </a:endParaRPr>
          </a:p>
          <a:p>
            <a:pPr marL="0" indent="0">
              <a:buFont typeface="Arial" panose="020B0604020202020204" pitchFamily="34" charset="0"/>
              <a:buNone/>
            </a:pPr>
            <a:endParaRPr lang="en-US" sz="2000" dirty="0">
              <a:solidFill>
                <a:schemeClr val="accent6"/>
              </a:solidFill>
            </a:endParaRPr>
          </a:p>
          <a:p>
            <a:endParaRPr lang="en-US" sz="1400" dirty="0">
              <a:solidFill>
                <a:schemeClr val="accent6"/>
              </a:solidFill>
            </a:endParaRPr>
          </a:p>
        </p:txBody>
      </p:sp>
      <p:pic>
        <p:nvPicPr>
          <p:cNvPr id="5" name="Camera 4">
            <a:extLst>
              <a:ext uri="{FF2B5EF4-FFF2-40B4-BE49-F238E27FC236}">
                <a16:creationId xmlns:a16="http://schemas.microsoft.com/office/drawing/2014/main" id="{CA36DA68-6F79-FA2D-29CC-5A2B7EF54CC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417195535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04529-F2F3-8CF0-6C9C-F20D0BF8417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F410184-E15D-E0B3-700B-70CA8E2139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5" imgH="416" progId="TCLayout.ActiveDocument.1">
                  <p:embed/>
                </p:oleObj>
              </mc:Choice>
              <mc:Fallback>
                <p:oleObj name="think-cell Slide" r:id="rId5" imgW="415" imgH="416" progId="TCLayout.ActiveDocument.1">
                  <p:embed/>
                  <p:pic>
                    <p:nvPicPr>
                      <p:cNvPr id="4" name="Object 3" hidden="1">
                        <a:extLst>
                          <a:ext uri="{FF2B5EF4-FFF2-40B4-BE49-F238E27FC236}">
                            <a16:creationId xmlns:a16="http://schemas.microsoft.com/office/drawing/2014/main" id="{5F410184-E15D-E0B3-700B-70CA8E2139A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BF26C70-AB1A-B8A2-8D7A-74D79E45AB9B}"/>
              </a:ext>
              <a:ext uri="{C183D7F6-B498-43B3-948B-1728B52AA6E4}">
                <adec:decorative xmlns:adec="http://schemas.microsoft.com/office/drawing/2017/decorative" val="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2" name="Title 1">
            <a:extLst>
              <a:ext uri="{FF2B5EF4-FFF2-40B4-BE49-F238E27FC236}">
                <a16:creationId xmlns:a16="http://schemas.microsoft.com/office/drawing/2014/main" id="{91BD68C1-B6E6-722E-CC8A-392277407234}"/>
              </a:ext>
            </a:extLst>
          </p:cNvPr>
          <p:cNvSpPr>
            <a:spLocks noGrp="1"/>
          </p:cNvSpPr>
          <p:nvPr>
            <p:ph type="title"/>
          </p:nvPr>
        </p:nvSpPr>
        <p:spPr>
          <a:xfrm>
            <a:off x="207818" y="0"/>
            <a:ext cx="10363200" cy="594360"/>
          </a:xfrm>
        </p:spPr>
        <p:txBody>
          <a:bodyPr/>
          <a:lstStyle/>
          <a:p>
            <a:r>
              <a:rPr lang="en-US" sz="2600" dirty="0">
                <a:ea typeface="Chronicle Display Light" charset="0"/>
                <a:cs typeface="Chronicle Display Light" charset="0"/>
              </a:rPr>
              <a:t>Cost &amp; Value: Scenario Assumptions</a:t>
            </a:r>
            <a:endParaRPr lang="en-US" sz="2600" dirty="0"/>
          </a:p>
        </p:txBody>
      </p:sp>
      <p:sp>
        <p:nvSpPr>
          <p:cNvPr id="77" name="Text Placeholder 76">
            <a:extLst>
              <a:ext uri="{FF2B5EF4-FFF2-40B4-BE49-F238E27FC236}">
                <a16:creationId xmlns:a16="http://schemas.microsoft.com/office/drawing/2014/main" id="{82683929-BAC1-F1CF-F66F-A0E5D5BD6CB3}"/>
              </a:ext>
            </a:extLst>
          </p:cNvPr>
          <p:cNvSpPr>
            <a:spLocks noGrp="1"/>
          </p:cNvSpPr>
          <p:nvPr>
            <p:ph type="body" sz="quarter" idx="14"/>
          </p:nvPr>
        </p:nvSpPr>
        <p:spPr/>
        <p:txBody>
          <a:bodyPr/>
          <a:lstStyle/>
          <a:p>
            <a:r>
              <a:rPr lang="en-US" sz="1400" dirty="0"/>
              <a:t>Turning cost and effectiveness assumptions into a net-value estimate</a:t>
            </a:r>
          </a:p>
        </p:txBody>
      </p:sp>
      <p:sp>
        <p:nvSpPr>
          <p:cNvPr id="5" name="TextBox 4">
            <a:extLst>
              <a:ext uri="{FF2B5EF4-FFF2-40B4-BE49-F238E27FC236}">
                <a16:creationId xmlns:a16="http://schemas.microsoft.com/office/drawing/2014/main" id="{0328CBFA-8CC6-C1D4-5BAA-F22B9C4BFF15}"/>
              </a:ext>
            </a:extLst>
          </p:cNvPr>
          <p:cNvSpPr txBox="1"/>
          <p:nvPr/>
        </p:nvSpPr>
        <p:spPr>
          <a:xfrm>
            <a:off x="438550" y="1420964"/>
            <a:ext cx="5649406" cy="40011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ea typeface="+mn-ea"/>
                <a:cs typeface="+mn-cs"/>
              </a:rPr>
              <a:t>Assumptions</a:t>
            </a:r>
            <a:endParaRPr kumimoji="0" lang="en-US" sz="2000" b="1" i="1" u="none" strike="noStrike" kern="1200" cap="none" spc="0" normalizeH="0" baseline="0" noProof="0" dirty="0">
              <a:ln>
                <a:noFill/>
              </a:ln>
              <a:solidFill>
                <a:srgbClr val="000000"/>
              </a:solidFill>
              <a:effectLst/>
              <a:uLnTx/>
              <a:uFillTx/>
              <a:ea typeface="+mn-ea"/>
              <a:cs typeface="+mn-cs"/>
            </a:endParaRPr>
          </a:p>
        </p:txBody>
      </p:sp>
      <p:sp>
        <p:nvSpPr>
          <p:cNvPr id="6" name="TextBox 5">
            <a:extLst>
              <a:ext uri="{FF2B5EF4-FFF2-40B4-BE49-F238E27FC236}">
                <a16:creationId xmlns:a16="http://schemas.microsoft.com/office/drawing/2014/main" id="{85F82CF3-C42F-0EF1-429E-769A0C16C3A9}"/>
              </a:ext>
            </a:extLst>
          </p:cNvPr>
          <p:cNvSpPr txBox="1"/>
          <p:nvPr/>
        </p:nvSpPr>
        <p:spPr>
          <a:xfrm>
            <a:off x="6146531" y="1812974"/>
            <a:ext cx="4051237"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ea typeface="+mn-ea"/>
                <a:cs typeface="+mn-cs"/>
              </a:rPr>
              <a:t>What the Assumptions Produce</a:t>
            </a:r>
          </a:p>
        </p:txBody>
      </p:sp>
      <p:sp>
        <p:nvSpPr>
          <p:cNvPr id="7" name="Rectangle 6">
            <a:extLst>
              <a:ext uri="{FF2B5EF4-FFF2-40B4-BE49-F238E27FC236}">
                <a16:creationId xmlns:a16="http://schemas.microsoft.com/office/drawing/2014/main" id="{10C7E94A-EE30-1B05-0773-6858FC17A896}"/>
              </a:ext>
            </a:extLst>
          </p:cNvPr>
          <p:cNvSpPr/>
          <p:nvPr/>
        </p:nvSpPr>
        <p:spPr>
          <a:xfrm>
            <a:off x="1499128" y="2733436"/>
            <a:ext cx="3960768" cy="516101"/>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endParaRPr lang="en-US" sz="1800" b="1" dirty="0">
              <a:solidFill>
                <a:schemeClr val="tx1"/>
              </a:solidFill>
            </a:endParaRPr>
          </a:p>
          <a:p>
            <a:r>
              <a:rPr lang="en-US" sz="1800" b="1" dirty="0">
                <a:solidFill>
                  <a:schemeClr val="tx1"/>
                </a:solidFill>
              </a:rPr>
              <a:t>$300</a:t>
            </a:r>
            <a:br>
              <a:rPr lang="en-US" sz="1800" dirty="0">
                <a:solidFill>
                  <a:schemeClr val="tx1"/>
                </a:solidFill>
              </a:rPr>
            </a:br>
            <a:r>
              <a:rPr lang="en-US" sz="1800" dirty="0">
                <a:solidFill>
                  <a:schemeClr val="tx1"/>
                </a:solidFill>
              </a:rPr>
              <a:t>Assumed intervention cost per patient</a:t>
            </a:r>
          </a:p>
          <a:p>
            <a:endParaRPr lang="en-US" sz="1800" b="1" dirty="0">
              <a:solidFill>
                <a:schemeClr val="tx1"/>
              </a:solidFill>
            </a:endParaRPr>
          </a:p>
        </p:txBody>
      </p:sp>
      <p:sp>
        <p:nvSpPr>
          <p:cNvPr id="8" name="Rectangle 7">
            <a:extLst>
              <a:ext uri="{FF2B5EF4-FFF2-40B4-BE49-F238E27FC236}">
                <a16:creationId xmlns:a16="http://schemas.microsoft.com/office/drawing/2014/main" id="{65779B9F-405F-1D3A-51F0-B6A27326A59B}"/>
              </a:ext>
            </a:extLst>
          </p:cNvPr>
          <p:cNvSpPr/>
          <p:nvPr/>
        </p:nvSpPr>
        <p:spPr>
          <a:xfrm>
            <a:off x="1499128" y="1871907"/>
            <a:ext cx="3632220" cy="59183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ea typeface="Arial" charset="0"/>
                <a:cs typeface="Arial" charset="0"/>
              </a:rPr>
              <a:t>$15,000</a:t>
            </a:r>
            <a:br>
              <a:rPr kumimoji="0" lang="en-US" sz="1800" b="0" i="0" u="none" strike="noStrike" kern="1200" cap="none" spc="0" normalizeH="0" baseline="0" noProof="0" dirty="0">
                <a:ln>
                  <a:noFill/>
                </a:ln>
                <a:solidFill>
                  <a:srgbClr val="000000"/>
                </a:solidFill>
                <a:effectLst/>
                <a:uLnTx/>
                <a:uFillTx/>
                <a:ea typeface="Arial" charset="0"/>
                <a:cs typeface="Arial" charset="0"/>
              </a:rPr>
            </a:br>
            <a:r>
              <a:rPr kumimoji="0" lang="en-US" sz="1800" b="0" i="0" u="none" strike="noStrike" kern="1200" cap="none" spc="0" normalizeH="0" baseline="0" noProof="0" dirty="0">
                <a:ln>
                  <a:noFill/>
                </a:ln>
                <a:solidFill>
                  <a:srgbClr val="000000"/>
                </a:solidFill>
                <a:effectLst/>
                <a:uLnTx/>
                <a:uFillTx/>
                <a:ea typeface="Arial" charset="0"/>
                <a:cs typeface="Arial" charset="0"/>
              </a:rPr>
              <a:t>Assumed cost per readmission</a:t>
            </a:r>
          </a:p>
        </p:txBody>
      </p:sp>
      <p:sp>
        <p:nvSpPr>
          <p:cNvPr id="9" name="Rectangle 8">
            <a:extLst>
              <a:ext uri="{FF2B5EF4-FFF2-40B4-BE49-F238E27FC236}">
                <a16:creationId xmlns:a16="http://schemas.microsoft.com/office/drawing/2014/main" id="{4DBA8B69-7FEC-00F8-A2B1-1A52BE2D0648}"/>
              </a:ext>
            </a:extLst>
          </p:cNvPr>
          <p:cNvSpPr/>
          <p:nvPr/>
        </p:nvSpPr>
        <p:spPr>
          <a:xfrm>
            <a:off x="1472624" y="3535318"/>
            <a:ext cx="3801742" cy="5538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r>
              <a:rPr lang="en-US" sz="1800" b="1" dirty="0">
                <a:solidFill>
                  <a:schemeClr val="tx1"/>
                </a:solidFill>
              </a:rPr>
              <a:t>10%</a:t>
            </a:r>
            <a:br>
              <a:rPr lang="en-US" sz="1800" dirty="0">
                <a:solidFill>
                  <a:schemeClr val="tx1"/>
                </a:solidFill>
              </a:rPr>
            </a:br>
            <a:r>
              <a:rPr lang="en-US" sz="1800" dirty="0">
                <a:solidFill>
                  <a:schemeClr val="tx1"/>
                </a:solidFill>
              </a:rPr>
              <a:t>Assumed intervention effectiveness</a:t>
            </a:r>
          </a:p>
        </p:txBody>
      </p:sp>
      <p:sp>
        <p:nvSpPr>
          <p:cNvPr id="11" name="Rectangle 10">
            <a:extLst>
              <a:ext uri="{FF2B5EF4-FFF2-40B4-BE49-F238E27FC236}">
                <a16:creationId xmlns:a16="http://schemas.microsoft.com/office/drawing/2014/main" id="{FD2C5F93-C325-5400-314C-71F7FA95438A}"/>
              </a:ext>
            </a:extLst>
          </p:cNvPr>
          <p:cNvSpPr/>
          <p:nvPr/>
        </p:nvSpPr>
        <p:spPr>
          <a:xfrm>
            <a:off x="1475866" y="4321972"/>
            <a:ext cx="3447990" cy="55388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r>
              <a:rPr lang="en-US" sz="1800" b="1" dirty="0">
                <a:solidFill>
                  <a:schemeClr val="tx1"/>
                </a:solidFill>
              </a:rPr>
              <a:t>500</a:t>
            </a:r>
            <a:br>
              <a:rPr lang="en-US" sz="1800" dirty="0">
                <a:solidFill>
                  <a:schemeClr val="tx1"/>
                </a:solidFill>
              </a:rPr>
            </a:br>
            <a:r>
              <a:rPr lang="en-US" sz="1800" dirty="0">
                <a:solidFill>
                  <a:schemeClr val="tx1"/>
                </a:solidFill>
              </a:rPr>
              <a:t>Available intervention slots</a:t>
            </a:r>
          </a:p>
        </p:txBody>
      </p:sp>
      <p:sp>
        <p:nvSpPr>
          <p:cNvPr id="13" name="Rectangle 12">
            <a:extLst>
              <a:ext uri="{FF2B5EF4-FFF2-40B4-BE49-F238E27FC236}">
                <a16:creationId xmlns:a16="http://schemas.microsoft.com/office/drawing/2014/main" id="{EC89330D-AADB-3041-4C27-7FD388B04AF3}"/>
              </a:ext>
            </a:extLst>
          </p:cNvPr>
          <p:cNvSpPr/>
          <p:nvPr/>
        </p:nvSpPr>
        <p:spPr>
          <a:xfrm>
            <a:off x="7094451" y="3515360"/>
            <a:ext cx="3829449" cy="73151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lvl="0" defTabSz="914400">
              <a:defRPr/>
            </a:pPr>
            <a:r>
              <a:rPr lang="en-US" sz="1800" b="1" dirty="0">
                <a:solidFill>
                  <a:schemeClr val="tx1"/>
                </a:solidFill>
                <a:ea typeface="Arial" charset="0"/>
                <a:cs typeface="Arial" charset="0"/>
              </a:rPr>
              <a:t>Break-Even Question</a:t>
            </a:r>
          </a:p>
          <a:p>
            <a:pPr lvl="0" defTabSz="914400">
              <a:defRPr/>
            </a:pPr>
            <a:r>
              <a:rPr lang="en-US" sz="1800" dirty="0">
                <a:solidFill>
                  <a:schemeClr val="tx1"/>
                </a:solidFill>
                <a:ea typeface="Arial" charset="0"/>
                <a:cs typeface="Arial" charset="0"/>
              </a:rPr>
              <a:t>How effective must the intervention be, or how targeted must the worklist be, for expected savings to exceed cost?</a:t>
            </a:r>
          </a:p>
        </p:txBody>
      </p:sp>
      <p:sp>
        <p:nvSpPr>
          <p:cNvPr id="14" name="Rectangle 13">
            <a:extLst>
              <a:ext uri="{FF2B5EF4-FFF2-40B4-BE49-F238E27FC236}">
                <a16:creationId xmlns:a16="http://schemas.microsoft.com/office/drawing/2014/main" id="{3E38E449-547E-94D3-F9F4-157D10D65C3E}"/>
              </a:ext>
            </a:extLst>
          </p:cNvPr>
          <p:cNvSpPr/>
          <p:nvPr/>
        </p:nvSpPr>
        <p:spPr>
          <a:xfrm>
            <a:off x="7107703" y="2393160"/>
            <a:ext cx="3810915" cy="59183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ea typeface="Arial" charset="0"/>
                <a:cs typeface="Arial" charset="0"/>
              </a:rPr>
              <a:t>Expected Net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ea typeface="Arial" charset="0"/>
                <a:cs typeface="Arial" charset="0"/>
              </a:rPr>
              <a:t>Avoided readmission cost − intervention cost</a:t>
            </a:r>
          </a:p>
        </p:txBody>
      </p:sp>
      <p:sp>
        <p:nvSpPr>
          <p:cNvPr id="19" name="Freeform 86">
            <a:extLst>
              <a:ext uri="{FF2B5EF4-FFF2-40B4-BE49-F238E27FC236}">
                <a16:creationId xmlns:a16="http://schemas.microsoft.com/office/drawing/2014/main" id="{3D488BF5-BBC6-9084-D4F0-671F8756106D}"/>
              </a:ext>
              <a:ext uri="{C183D7F6-B498-43B3-948B-1728B52AA6E4}">
                <adec:decorative xmlns:adec="http://schemas.microsoft.com/office/drawing/2017/decorative" val="1"/>
              </a:ext>
            </a:extLst>
          </p:cNvPr>
          <p:cNvSpPr>
            <a:spLocks noEditPoints="1"/>
          </p:cNvSpPr>
          <p:nvPr/>
        </p:nvSpPr>
        <p:spPr bwMode="auto">
          <a:xfrm>
            <a:off x="613079" y="2632996"/>
            <a:ext cx="731520" cy="720410"/>
          </a:xfrm>
          <a:custGeom>
            <a:avLst/>
            <a:gdLst>
              <a:gd name="T0" fmla="*/ 312 w 659"/>
              <a:gd name="T1" fmla="*/ 657 h 657"/>
              <a:gd name="T2" fmla="*/ 264 w 659"/>
              <a:gd name="T3" fmla="*/ 650 h 657"/>
              <a:gd name="T4" fmla="*/ 202 w 659"/>
              <a:gd name="T5" fmla="*/ 631 h 657"/>
              <a:gd name="T6" fmla="*/ 120 w 659"/>
              <a:gd name="T7" fmla="*/ 582 h 657"/>
              <a:gd name="T8" fmla="*/ 57 w 659"/>
              <a:gd name="T9" fmla="*/ 512 h 657"/>
              <a:gd name="T10" fmla="*/ 15 w 659"/>
              <a:gd name="T11" fmla="*/ 426 h 657"/>
              <a:gd name="T12" fmla="*/ 4 w 659"/>
              <a:gd name="T13" fmla="*/ 379 h 657"/>
              <a:gd name="T14" fmla="*/ 0 w 659"/>
              <a:gd name="T15" fmla="*/ 328 h 657"/>
              <a:gd name="T16" fmla="*/ 3 w 659"/>
              <a:gd name="T17" fmla="*/ 294 h 657"/>
              <a:gd name="T18" fmla="*/ 11 w 659"/>
              <a:gd name="T19" fmla="*/ 246 h 657"/>
              <a:gd name="T20" fmla="*/ 41 w 659"/>
              <a:gd name="T21" fmla="*/ 172 h 657"/>
              <a:gd name="T22" fmla="*/ 97 w 659"/>
              <a:gd name="T23" fmla="*/ 95 h 657"/>
              <a:gd name="T24" fmla="*/ 172 w 659"/>
              <a:gd name="T25" fmla="*/ 39 h 657"/>
              <a:gd name="T26" fmla="*/ 248 w 659"/>
              <a:gd name="T27" fmla="*/ 9 h 657"/>
              <a:gd name="T28" fmla="*/ 296 w 659"/>
              <a:gd name="T29" fmla="*/ 1 h 657"/>
              <a:gd name="T30" fmla="*/ 330 w 659"/>
              <a:gd name="T31" fmla="*/ 0 h 657"/>
              <a:gd name="T32" fmla="*/ 379 w 659"/>
              <a:gd name="T33" fmla="*/ 2 h 657"/>
              <a:gd name="T34" fmla="*/ 428 w 659"/>
              <a:gd name="T35" fmla="*/ 15 h 657"/>
              <a:gd name="T36" fmla="*/ 514 w 659"/>
              <a:gd name="T37" fmla="*/ 55 h 657"/>
              <a:gd name="T38" fmla="*/ 583 w 659"/>
              <a:gd name="T39" fmla="*/ 119 h 657"/>
              <a:gd name="T40" fmla="*/ 633 w 659"/>
              <a:gd name="T41" fmla="*/ 200 h 657"/>
              <a:gd name="T42" fmla="*/ 652 w 659"/>
              <a:gd name="T43" fmla="*/ 262 h 657"/>
              <a:gd name="T44" fmla="*/ 657 w 659"/>
              <a:gd name="T45" fmla="*/ 311 h 657"/>
              <a:gd name="T46" fmla="*/ 657 w 659"/>
              <a:gd name="T47" fmla="*/ 345 h 657"/>
              <a:gd name="T48" fmla="*/ 652 w 659"/>
              <a:gd name="T49" fmla="*/ 395 h 657"/>
              <a:gd name="T50" fmla="*/ 633 w 659"/>
              <a:gd name="T51" fmla="*/ 457 h 657"/>
              <a:gd name="T52" fmla="*/ 583 w 659"/>
              <a:gd name="T53" fmla="*/ 537 h 657"/>
              <a:gd name="T54" fmla="*/ 514 w 659"/>
              <a:gd name="T55" fmla="*/ 600 h 657"/>
              <a:gd name="T56" fmla="*/ 428 w 659"/>
              <a:gd name="T57" fmla="*/ 642 h 657"/>
              <a:gd name="T58" fmla="*/ 379 w 659"/>
              <a:gd name="T59" fmla="*/ 653 h 657"/>
              <a:gd name="T60" fmla="*/ 330 w 659"/>
              <a:gd name="T61" fmla="*/ 657 h 657"/>
              <a:gd name="T62" fmla="*/ 330 w 659"/>
              <a:gd name="T63" fmla="*/ 37 h 657"/>
              <a:gd name="T64" fmla="*/ 244 w 659"/>
              <a:gd name="T65" fmla="*/ 49 h 657"/>
              <a:gd name="T66" fmla="*/ 167 w 659"/>
              <a:gd name="T67" fmla="*/ 87 h 657"/>
              <a:gd name="T68" fmla="*/ 105 w 659"/>
              <a:gd name="T69" fmla="*/ 144 h 657"/>
              <a:gd name="T70" fmla="*/ 61 w 659"/>
              <a:gd name="T71" fmla="*/ 215 h 657"/>
              <a:gd name="T72" fmla="*/ 39 w 659"/>
              <a:gd name="T73" fmla="*/ 298 h 657"/>
              <a:gd name="T74" fmla="*/ 39 w 659"/>
              <a:gd name="T75" fmla="*/ 357 h 657"/>
              <a:gd name="T76" fmla="*/ 61 w 659"/>
              <a:gd name="T77" fmla="*/ 442 h 657"/>
              <a:gd name="T78" fmla="*/ 105 w 659"/>
              <a:gd name="T79" fmla="*/ 513 h 657"/>
              <a:gd name="T80" fmla="*/ 167 w 659"/>
              <a:gd name="T81" fmla="*/ 569 h 657"/>
              <a:gd name="T82" fmla="*/ 244 w 659"/>
              <a:gd name="T83" fmla="*/ 606 h 657"/>
              <a:gd name="T84" fmla="*/ 330 w 659"/>
              <a:gd name="T85" fmla="*/ 619 h 657"/>
              <a:gd name="T86" fmla="*/ 389 w 659"/>
              <a:gd name="T87" fmla="*/ 614 h 657"/>
              <a:gd name="T88" fmla="*/ 468 w 659"/>
              <a:gd name="T89" fmla="*/ 584 h 657"/>
              <a:gd name="T90" fmla="*/ 535 w 659"/>
              <a:gd name="T91" fmla="*/ 535 h 657"/>
              <a:gd name="T92" fmla="*/ 586 w 659"/>
              <a:gd name="T93" fmla="*/ 467 h 657"/>
              <a:gd name="T94" fmla="*/ 614 w 659"/>
              <a:gd name="T95" fmla="*/ 387 h 657"/>
              <a:gd name="T96" fmla="*/ 621 w 659"/>
              <a:gd name="T97" fmla="*/ 328 h 657"/>
              <a:gd name="T98" fmla="*/ 608 w 659"/>
              <a:gd name="T99" fmla="*/ 242 h 657"/>
              <a:gd name="T100" fmla="*/ 571 w 659"/>
              <a:gd name="T101" fmla="*/ 165 h 657"/>
              <a:gd name="T102" fmla="*/ 515 w 659"/>
              <a:gd name="T103" fmla="*/ 103 h 657"/>
              <a:gd name="T104" fmla="*/ 442 w 659"/>
              <a:gd name="T105" fmla="*/ 60 h 657"/>
              <a:gd name="T106" fmla="*/ 359 w 659"/>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7">
                <a:moveTo>
                  <a:pt x="330" y="657"/>
                </a:moveTo>
                <a:lnTo>
                  <a:pt x="330" y="657"/>
                </a:lnTo>
                <a:lnTo>
                  <a:pt x="312" y="657"/>
                </a:lnTo>
                <a:lnTo>
                  <a:pt x="296" y="655"/>
                </a:lnTo>
                <a:lnTo>
                  <a:pt x="280" y="653"/>
                </a:lnTo>
                <a:lnTo>
                  <a:pt x="264" y="650"/>
                </a:lnTo>
                <a:lnTo>
                  <a:pt x="248" y="646"/>
                </a:lnTo>
                <a:lnTo>
                  <a:pt x="231" y="642"/>
                </a:lnTo>
                <a:lnTo>
                  <a:pt x="202" y="631"/>
                </a:lnTo>
                <a:lnTo>
                  <a:pt x="172" y="618"/>
                </a:lnTo>
                <a:lnTo>
                  <a:pt x="145" y="600"/>
                </a:lnTo>
                <a:lnTo>
                  <a:pt x="120" y="582"/>
                </a:lnTo>
                <a:lnTo>
                  <a:pt x="97" y="560"/>
                </a:lnTo>
                <a:lnTo>
                  <a:pt x="76" y="537"/>
                </a:lnTo>
                <a:lnTo>
                  <a:pt x="57" y="512"/>
                </a:lnTo>
                <a:lnTo>
                  <a:pt x="41" y="485"/>
                </a:lnTo>
                <a:lnTo>
                  <a:pt x="27" y="457"/>
                </a:lnTo>
                <a:lnTo>
                  <a:pt x="15" y="426"/>
                </a:lnTo>
                <a:lnTo>
                  <a:pt x="11" y="410"/>
                </a:lnTo>
                <a:lnTo>
                  <a:pt x="7" y="395"/>
                </a:lnTo>
                <a:lnTo>
                  <a:pt x="4" y="379"/>
                </a:lnTo>
                <a:lnTo>
                  <a:pt x="3" y="361"/>
                </a:lnTo>
                <a:lnTo>
                  <a:pt x="2" y="345"/>
                </a:lnTo>
                <a:lnTo>
                  <a:pt x="0" y="328"/>
                </a:lnTo>
                <a:lnTo>
                  <a:pt x="0" y="328"/>
                </a:lnTo>
                <a:lnTo>
                  <a:pt x="2" y="311"/>
                </a:lnTo>
                <a:lnTo>
                  <a:pt x="3" y="294"/>
                </a:lnTo>
                <a:lnTo>
                  <a:pt x="4" y="278"/>
                </a:lnTo>
                <a:lnTo>
                  <a:pt x="7" y="262"/>
                </a:lnTo>
                <a:lnTo>
                  <a:pt x="11" y="246"/>
                </a:lnTo>
                <a:lnTo>
                  <a:pt x="15" y="231"/>
                </a:lnTo>
                <a:lnTo>
                  <a:pt x="27" y="200"/>
                </a:lnTo>
                <a:lnTo>
                  <a:pt x="41" y="172"/>
                </a:lnTo>
                <a:lnTo>
                  <a:pt x="57" y="145"/>
                </a:lnTo>
                <a:lnTo>
                  <a:pt x="76" y="119"/>
                </a:lnTo>
                <a:lnTo>
                  <a:pt x="97" y="95"/>
                </a:lnTo>
                <a:lnTo>
                  <a:pt x="120" y="75"/>
                </a:lnTo>
                <a:lnTo>
                  <a:pt x="145" y="55"/>
                </a:lnTo>
                <a:lnTo>
                  <a:pt x="172" y="39"/>
                </a:lnTo>
                <a:lnTo>
                  <a:pt x="202" y="25"/>
                </a:lnTo>
                <a:lnTo>
                  <a:pt x="231" y="15"/>
                </a:lnTo>
                <a:lnTo>
                  <a:pt x="248" y="9"/>
                </a:lnTo>
                <a:lnTo>
                  <a:pt x="264" y="6"/>
                </a:lnTo>
                <a:lnTo>
                  <a:pt x="280" y="2"/>
                </a:lnTo>
                <a:lnTo>
                  <a:pt x="296" y="1"/>
                </a:lnTo>
                <a:lnTo>
                  <a:pt x="312" y="0"/>
                </a:lnTo>
                <a:lnTo>
                  <a:pt x="330" y="0"/>
                </a:lnTo>
                <a:lnTo>
                  <a:pt x="330" y="0"/>
                </a:lnTo>
                <a:lnTo>
                  <a:pt x="347" y="0"/>
                </a:lnTo>
                <a:lnTo>
                  <a:pt x="363" y="1"/>
                </a:lnTo>
                <a:lnTo>
                  <a:pt x="379" y="2"/>
                </a:lnTo>
                <a:lnTo>
                  <a:pt x="395" y="6"/>
                </a:lnTo>
                <a:lnTo>
                  <a:pt x="411" y="9"/>
                </a:lnTo>
                <a:lnTo>
                  <a:pt x="428" y="15"/>
                </a:lnTo>
                <a:lnTo>
                  <a:pt x="457" y="25"/>
                </a:lnTo>
                <a:lnTo>
                  <a:pt x="487" y="39"/>
                </a:lnTo>
                <a:lnTo>
                  <a:pt x="514" y="55"/>
                </a:lnTo>
                <a:lnTo>
                  <a:pt x="539" y="75"/>
                </a:lnTo>
                <a:lnTo>
                  <a:pt x="562" y="95"/>
                </a:lnTo>
                <a:lnTo>
                  <a:pt x="583" y="119"/>
                </a:lnTo>
                <a:lnTo>
                  <a:pt x="602" y="145"/>
                </a:lnTo>
                <a:lnTo>
                  <a:pt x="618" y="172"/>
                </a:lnTo>
                <a:lnTo>
                  <a:pt x="633" y="200"/>
                </a:lnTo>
                <a:lnTo>
                  <a:pt x="644" y="231"/>
                </a:lnTo>
                <a:lnTo>
                  <a:pt x="648" y="246"/>
                </a:lnTo>
                <a:lnTo>
                  <a:pt x="652" y="262"/>
                </a:lnTo>
                <a:lnTo>
                  <a:pt x="655" y="278"/>
                </a:lnTo>
                <a:lnTo>
                  <a:pt x="657" y="294"/>
                </a:lnTo>
                <a:lnTo>
                  <a:pt x="657" y="311"/>
                </a:lnTo>
                <a:lnTo>
                  <a:pt x="659" y="328"/>
                </a:lnTo>
                <a:lnTo>
                  <a:pt x="659" y="328"/>
                </a:lnTo>
                <a:lnTo>
                  <a:pt x="657" y="345"/>
                </a:lnTo>
                <a:lnTo>
                  <a:pt x="657" y="361"/>
                </a:lnTo>
                <a:lnTo>
                  <a:pt x="655" y="379"/>
                </a:lnTo>
                <a:lnTo>
                  <a:pt x="652" y="395"/>
                </a:lnTo>
                <a:lnTo>
                  <a:pt x="648" y="410"/>
                </a:lnTo>
                <a:lnTo>
                  <a:pt x="644" y="426"/>
                </a:lnTo>
                <a:lnTo>
                  <a:pt x="633" y="457"/>
                </a:lnTo>
                <a:lnTo>
                  <a:pt x="618" y="485"/>
                </a:lnTo>
                <a:lnTo>
                  <a:pt x="602" y="512"/>
                </a:lnTo>
                <a:lnTo>
                  <a:pt x="583" y="537"/>
                </a:lnTo>
                <a:lnTo>
                  <a:pt x="562" y="560"/>
                </a:lnTo>
                <a:lnTo>
                  <a:pt x="539" y="582"/>
                </a:lnTo>
                <a:lnTo>
                  <a:pt x="514" y="600"/>
                </a:lnTo>
                <a:lnTo>
                  <a:pt x="487" y="618"/>
                </a:lnTo>
                <a:lnTo>
                  <a:pt x="457" y="631"/>
                </a:lnTo>
                <a:lnTo>
                  <a:pt x="428" y="642"/>
                </a:lnTo>
                <a:lnTo>
                  <a:pt x="411" y="646"/>
                </a:lnTo>
                <a:lnTo>
                  <a:pt x="395" y="650"/>
                </a:lnTo>
                <a:lnTo>
                  <a:pt x="379" y="653"/>
                </a:lnTo>
                <a:lnTo>
                  <a:pt x="363" y="655"/>
                </a:lnTo>
                <a:lnTo>
                  <a:pt x="347" y="657"/>
                </a:lnTo>
                <a:lnTo>
                  <a:pt x="330" y="657"/>
                </a:lnTo>
                <a:lnTo>
                  <a:pt x="330" y="657"/>
                </a:lnTo>
                <a:close/>
                <a:moveTo>
                  <a:pt x="330" y="37"/>
                </a:moveTo>
                <a:lnTo>
                  <a:pt x="330" y="37"/>
                </a:lnTo>
                <a:lnTo>
                  <a:pt x="300" y="39"/>
                </a:lnTo>
                <a:lnTo>
                  <a:pt x="270" y="43"/>
                </a:lnTo>
                <a:lnTo>
                  <a:pt x="244" y="49"/>
                </a:lnTo>
                <a:lnTo>
                  <a:pt x="217" y="60"/>
                </a:lnTo>
                <a:lnTo>
                  <a:pt x="191" y="72"/>
                </a:lnTo>
                <a:lnTo>
                  <a:pt x="167" y="87"/>
                </a:lnTo>
                <a:lnTo>
                  <a:pt x="144" y="103"/>
                </a:lnTo>
                <a:lnTo>
                  <a:pt x="124" y="122"/>
                </a:lnTo>
                <a:lnTo>
                  <a:pt x="105" y="144"/>
                </a:lnTo>
                <a:lnTo>
                  <a:pt x="88" y="165"/>
                </a:lnTo>
                <a:lnTo>
                  <a:pt x="73" y="189"/>
                </a:lnTo>
                <a:lnTo>
                  <a:pt x="61" y="215"/>
                </a:lnTo>
                <a:lnTo>
                  <a:pt x="51" y="242"/>
                </a:lnTo>
                <a:lnTo>
                  <a:pt x="45" y="270"/>
                </a:lnTo>
                <a:lnTo>
                  <a:pt x="39" y="298"/>
                </a:lnTo>
                <a:lnTo>
                  <a:pt x="38" y="328"/>
                </a:lnTo>
                <a:lnTo>
                  <a:pt x="38" y="328"/>
                </a:lnTo>
                <a:lnTo>
                  <a:pt x="39" y="357"/>
                </a:lnTo>
                <a:lnTo>
                  <a:pt x="45" y="387"/>
                </a:lnTo>
                <a:lnTo>
                  <a:pt x="51" y="415"/>
                </a:lnTo>
                <a:lnTo>
                  <a:pt x="61" y="442"/>
                </a:lnTo>
                <a:lnTo>
                  <a:pt x="73" y="467"/>
                </a:lnTo>
                <a:lnTo>
                  <a:pt x="88" y="490"/>
                </a:lnTo>
                <a:lnTo>
                  <a:pt x="105" y="513"/>
                </a:lnTo>
                <a:lnTo>
                  <a:pt x="124" y="535"/>
                </a:lnTo>
                <a:lnTo>
                  <a:pt x="144" y="553"/>
                </a:lnTo>
                <a:lnTo>
                  <a:pt x="167" y="569"/>
                </a:lnTo>
                <a:lnTo>
                  <a:pt x="191" y="584"/>
                </a:lnTo>
                <a:lnTo>
                  <a:pt x="217" y="596"/>
                </a:lnTo>
                <a:lnTo>
                  <a:pt x="244" y="606"/>
                </a:lnTo>
                <a:lnTo>
                  <a:pt x="270" y="614"/>
                </a:lnTo>
                <a:lnTo>
                  <a:pt x="300" y="618"/>
                </a:lnTo>
                <a:lnTo>
                  <a:pt x="330" y="619"/>
                </a:lnTo>
                <a:lnTo>
                  <a:pt x="330" y="619"/>
                </a:lnTo>
                <a:lnTo>
                  <a:pt x="359" y="618"/>
                </a:lnTo>
                <a:lnTo>
                  <a:pt x="389" y="614"/>
                </a:lnTo>
                <a:lnTo>
                  <a:pt x="415" y="606"/>
                </a:lnTo>
                <a:lnTo>
                  <a:pt x="442" y="596"/>
                </a:lnTo>
                <a:lnTo>
                  <a:pt x="468" y="584"/>
                </a:lnTo>
                <a:lnTo>
                  <a:pt x="492" y="569"/>
                </a:lnTo>
                <a:lnTo>
                  <a:pt x="515" y="553"/>
                </a:lnTo>
                <a:lnTo>
                  <a:pt x="535" y="535"/>
                </a:lnTo>
                <a:lnTo>
                  <a:pt x="554" y="513"/>
                </a:lnTo>
                <a:lnTo>
                  <a:pt x="571" y="490"/>
                </a:lnTo>
                <a:lnTo>
                  <a:pt x="586" y="467"/>
                </a:lnTo>
                <a:lnTo>
                  <a:pt x="598" y="442"/>
                </a:lnTo>
                <a:lnTo>
                  <a:pt x="608" y="415"/>
                </a:lnTo>
                <a:lnTo>
                  <a:pt x="614" y="387"/>
                </a:lnTo>
                <a:lnTo>
                  <a:pt x="620" y="357"/>
                </a:lnTo>
                <a:lnTo>
                  <a:pt x="621" y="328"/>
                </a:lnTo>
                <a:lnTo>
                  <a:pt x="621" y="328"/>
                </a:lnTo>
                <a:lnTo>
                  <a:pt x="620" y="298"/>
                </a:lnTo>
                <a:lnTo>
                  <a:pt x="614" y="270"/>
                </a:lnTo>
                <a:lnTo>
                  <a:pt x="608" y="242"/>
                </a:lnTo>
                <a:lnTo>
                  <a:pt x="598" y="215"/>
                </a:lnTo>
                <a:lnTo>
                  <a:pt x="586" y="189"/>
                </a:lnTo>
                <a:lnTo>
                  <a:pt x="571" y="165"/>
                </a:lnTo>
                <a:lnTo>
                  <a:pt x="554" y="144"/>
                </a:lnTo>
                <a:lnTo>
                  <a:pt x="535" y="122"/>
                </a:lnTo>
                <a:lnTo>
                  <a:pt x="515" y="103"/>
                </a:lnTo>
                <a:lnTo>
                  <a:pt x="492" y="87"/>
                </a:lnTo>
                <a:lnTo>
                  <a:pt x="468" y="72"/>
                </a:lnTo>
                <a:lnTo>
                  <a:pt x="442" y="60"/>
                </a:lnTo>
                <a:lnTo>
                  <a:pt x="415" y="49"/>
                </a:lnTo>
                <a:lnTo>
                  <a:pt x="389" y="43"/>
                </a:lnTo>
                <a:lnTo>
                  <a:pt x="359" y="39"/>
                </a:lnTo>
                <a:lnTo>
                  <a:pt x="330" y="37"/>
                </a:lnTo>
                <a:lnTo>
                  <a:pt x="330" y="37"/>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ea typeface="+mn-ea"/>
              <a:cs typeface="+mn-cs"/>
            </a:endParaRPr>
          </a:p>
        </p:txBody>
      </p:sp>
      <p:sp>
        <p:nvSpPr>
          <p:cNvPr id="20" name="Freeform 87">
            <a:extLst>
              <a:ext uri="{FF2B5EF4-FFF2-40B4-BE49-F238E27FC236}">
                <a16:creationId xmlns:a16="http://schemas.microsoft.com/office/drawing/2014/main" id="{98AC99FA-8F8B-FA68-E03A-94706F86651D}"/>
              </a:ext>
              <a:ext uri="{C183D7F6-B498-43B3-948B-1728B52AA6E4}">
                <adec:decorative xmlns:adec="http://schemas.microsoft.com/office/drawing/2017/decorative" val="1"/>
              </a:ext>
            </a:extLst>
          </p:cNvPr>
          <p:cNvSpPr>
            <a:spLocks noEditPoints="1"/>
          </p:cNvSpPr>
          <p:nvPr/>
        </p:nvSpPr>
        <p:spPr bwMode="auto">
          <a:xfrm>
            <a:off x="589840" y="3430485"/>
            <a:ext cx="731520" cy="729296"/>
          </a:xfrm>
          <a:custGeom>
            <a:avLst/>
            <a:gdLst>
              <a:gd name="T0" fmla="*/ 312 w 657"/>
              <a:gd name="T1" fmla="*/ 657 h 657"/>
              <a:gd name="T2" fmla="*/ 262 w 657"/>
              <a:gd name="T3" fmla="*/ 650 h 657"/>
              <a:gd name="T4" fmla="*/ 200 w 657"/>
              <a:gd name="T5" fmla="*/ 631 h 657"/>
              <a:gd name="T6" fmla="*/ 120 w 657"/>
              <a:gd name="T7" fmla="*/ 581 h 657"/>
              <a:gd name="T8" fmla="*/ 55 w 657"/>
              <a:gd name="T9" fmla="*/ 511 h 657"/>
              <a:gd name="T10" fmla="*/ 15 w 657"/>
              <a:gd name="T11" fmla="*/ 425 h 657"/>
              <a:gd name="T12" fmla="*/ 3 w 657"/>
              <a:gd name="T13" fmla="*/ 378 h 657"/>
              <a:gd name="T14" fmla="*/ 0 w 657"/>
              <a:gd name="T15" fmla="*/ 327 h 657"/>
              <a:gd name="T16" fmla="*/ 1 w 657"/>
              <a:gd name="T17" fmla="*/ 294 h 657"/>
              <a:gd name="T18" fmla="*/ 10 w 657"/>
              <a:gd name="T19" fmla="*/ 245 h 657"/>
              <a:gd name="T20" fmla="*/ 39 w 657"/>
              <a:gd name="T21" fmla="*/ 172 h 657"/>
              <a:gd name="T22" fmla="*/ 96 w 657"/>
              <a:gd name="T23" fmla="*/ 95 h 657"/>
              <a:gd name="T24" fmla="*/ 172 w 657"/>
              <a:gd name="T25" fmla="*/ 39 h 657"/>
              <a:gd name="T26" fmla="*/ 246 w 657"/>
              <a:gd name="T27" fmla="*/ 9 h 657"/>
              <a:gd name="T28" fmla="*/ 294 w 657"/>
              <a:gd name="T29" fmla="*/ 1 h 657"/>
              <a:gd name="T30" fmla="*/ 328 w 657"/>
              <a:gd name="T31" fmla="*/ 0 h 657"/>
              <a:gd name="T32" fmla="*/ 379 w 657"/>
              <a:gd name="T33" fmla="*/ 2 h 657"/>
              <a:gd name="T34" fmla="*/ 426 w 657"/>
              <a:gd name="T35" fmla="*/ 14 h 657"/>
              <a:gd name="T36" fmla="*/ 512 w 657"/>
              <a:gd name="T37" fmla="*/ 55 h 657"/>
              <a:gd name="T38" fmla="*/ 582 w 657"/>
              <a:gd name="T39" fmla="*/ 119 h 657"/>
              <a:gd name="T40" fmla="*/ 632 w 657"/>
              <a:gd name="T41" fmla="*/ 200 h 657"/>
              <a:gd name="T42" fmla="*/ 650 w 657"/>
              <a:gd name="T43" fmla="*/ 262 h 657"/>
              <a:gd name="T44" fmla="*/ 657 w 657"/>
              <a:gd name="T45" fmla="*/ 311 h 657"/>
              <a:gd name="T46" fmla="*/ 657 w 657"/>
              <a:gd name="T47" fmla="*/ 345 h 657"/>
              <a:gd name="T48" fmla="*/ 650 w 657"/>
              <a:gd name="T49" fmla="*/ 395 h 657"/>
              <a:gd name="T50" fmla="*/ 632 w 657"/>
              <a:gd name="T51" fmla="*/ 456 h 657"/>
              <a:gd name="T52" fmla="*/ 582 w 657"/>
              <a:gd name="T53" fmla="*/ 537 h 657"/>
              <a:gd name="T54" fmla="*/ 512 w 657"/>
              <a:gd name="T55" fmla="*/ 600 h 657"/>
              <a:gd name="T56" fmla="*/ 426 w 657"/>
              <a:gd name="T57" fmla="*/ 642 h 657"/>
              <a:gd name="T58" fmla="*/ 379 w 657"/>
              <a:gd name="T59" fmla="*/ 653 h 657"/>
              <a:gd name="T60" fmla="*/ 328 w 657"/>
              <a:gd name="T61" fmla="*/ 657 h 657"/>
              <a:gd name="T62" fmla="*/ 328 w 657"/>
              <a:gd name="T63" fmla="*/ 37 h 657"/>
              <a:gd name="T64" fmla="*/ 242 w 657"/>
              <a:gd name="T65" fmla="*/ 49 h 657"/>
              <a:gd name="T66" fmla="*/ 165 w 657"/>
              <a:gd name="T67" fmla="*/ 87 h 657"/>
              <a:gd name="T68" fmla="*/ 104 w 657"/>
              <a:gd name="T69" fmla="*/ 143 h 657"/>
              <a:gd name="T70" fmla="*/ 61 w 657"/>
              <a:gd name="T71" fmla="*/ 215 h 657"/>
              <a:gd name="T72" fmla="*/ 39 w 657"/>
              <a:gd name="T73" fmla="*/ 298 h 657"/>
              <a:gd name="T74" fmla="*/ 39 w 657"/>
              <a:gd name="T75" fmla="*/ 357 h 657"/>
              <a:gd name="T76" fmla="*/ 61 w 657"/>
              <a:gd name="T77" fmla="*/ 442 h 657"/>
              <a:gd name="T78" fmla="*/ 104 w 657"/>
              <a:gd name="T79" fmla="*/ 513 h 657"/>
              <a:gd name="T80" fmla="*/ 165 w 657"/>
              <a:gd name="T81" fmla="*/ 569 h 657"/>
              <a:gd name="T82" fmla="*/ 242 w 657"/>
              <a:gd name="T83" fmla="*/ 606 h 657"/>
              <a:gd name="T84" fmla="*/ 328 w 657"/>
              <a:gd name="T85" fmla="*/ 619 h 657"/>
              <a:gd name="T86" fmla="*/ 387 w 657"/>
              <a:gd name="T87" fmla="*/ 614 h 657"/>
              <a:gd name="T88" fmla="*/ 468 w 657"/>
              <a:gd name="T89" fmla="*/ 584 h 657"/>
              <a:gd name="T90" fmla="*/ 533 w 657"/>
              <a:gd name="T91" fmla="*/ 534 h 657"/>
              <a:gd name="T92" fmla="*/ 584 w 657"/>
              <a:gd name="T93" fmla="*/ 467 h 657"/>
              <a:gd name="T94" fmla="*/ 614 w 657"/>
              <a:gd name="T95" fmla="*/ 387 h 657"/>
              <a:gd name="T96" fmla="*/ 619 w 657"/>
              <a:gd name="T97" fmla="*/ 327 h 657"/>
              <a:gd name="T98" fmla="*/ 606 w 657"/>
              <a:gd name="T99" fmla="*/ 241 h 657"/>
              <a:gd name="T100" fmla="*/ 570 w 657"/>
              <a:gd name="T101" fmla="*/ 165 h 657"/>
              <a:gd name="T102" fmla="*/ 513 w 657"/>
              <a:gd name="T103" fmla="*/ 103 h 657"/>
              <a:gd name="T104" fmla="*/ 442 w 657"/>
              <a:gd name="T105" fmla="*/ 60 h 657"/>
              <a:gd name="T106" fmla="*/ 357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4" y="655"/>
                </a:lnTo>
                <a:lnTo>
                  <a:pt x="278" y="653"/>
                </a:lnTo>
                <a:lnTo>
                  <a:pt x="262" y="650"/>
                </a:lnTo>
                <a:lnTo>
                  <a:pt x="246" y="646"/>
                </a:lnTo>
                <a:lnTo>
                  <a:pt x="231" y="642"/>
                </a:lnTo>
                <a:lnTo>
                  <a:pt x="200" y="631"/>
                </a:lnTo>
                <a:lnTo>
                  <a:pt x="172" y="618"/>
                </a:lnTo>
                <a:lnTo>
                  <a:pt x="145" y="600"/>
                </a:lnTo>
                <a:lnTo>
                  <a:pt x="120" y="581"/>
                </a:lnTo>
                <a:lnTo>
                  <a:pt x="96" y="560"/>
                </a:lnTo>
                <a:lnTo>
                  <a:pt x="74" y="537"/>
                </a:lnTo>
                <a:lnTo>
                  <a:pt x="55" y="511"/>
                </a:lnTo>
                <a:lnTo>
                  <a:pt x="39" y="485"/>
                </a:lnTo>
                <a:lnTo>
                  <a:pt x="26" y="456"/>
                </a:lnTo>
                <a:lnTo>
                  <a:pt x="15" y="425"/>
                </a:lnTo>
                <a:lnTo>
                  <a:pt x="10" y="409"/>
                </a:lnTo>
                <a:lnTo>
                  <a:pt x="6" y="395"/>
                </a:lnTo>
                <a:lnTo>
                  <a:pt x="3" y="378"/>
                </a:lnTo>
                <a:lnTo>
                  <a:pt x="1" y="361"/>
                </a:lnTo>
                <a:lnTo>
                  <a:pt x="0" y="345"/>
                </a:lnTo>
                <a:lnTo>
                  <a:pt x="0" y="327"/>
                </a:lnTo>
                <a:lnTo>
                  <a:pt x="0" y="327"/>
                </a:lnTo>
                <a:lnTo>
                  <a:pt x="0" y="311"/>
                </a:lnTo>
                <a:lnTo>
                  <a:pt x="1" y="294"/>
                </a:lnTo>
                <a:lnTo>
                  <a:pt x="3" y="278"/>
                </a:lnTo>
                <a:lnTo>
                  <a:pt x="6" y="262"/>
                </a:lnTo>
                <a:lnTo>
                  <a:pt x="10" y="245"/>
                </a:lnTo>
                <a:lnTo>
                  <a:pt x="15" y="231"/>
                </a:lnTo>
                <a:lnTo>
                  <a:pt x="26" y="200"/>
                </a:lnTo>
                <a:lnTo>
                  <a:pt x="39" y="172"/>
                </a:lnTo>
                <a:lnTo>
                  <a:pt x="55" y="145"/>
                </a:lnTo>
                <a:lnTo>
                  <a:pt x="74" y="119"/>
                </a:lnTo>
                <a:lnTo>
                  <a:pt x="96" y="95"/>
                </a:lnTo>
                <a:lnTo>
                  <a:pt x="120" y="75"/>
                </a:lnTo>
                <a:lnTo>
                  <a:pt x="145" y="55"/>
                </a:lnTo>
                <a:lnTo>
                  <a:pt x="172" y="39"/>
                </a:lnTo>
                <a:lnTo>
                  <a:pt x="200" y="25"/>
                </a:lnTo>
                <a:lnTo>
                  <a:pt x="231" y="14"/>
                </a:lnTo>
                <a:lnTo>
                  <a:pt x="246" y="9"/>
                </a:lnTo>
                <a:lnTo>
                  <a:pt x="262" y="6"/>
                </a:lnTo>
                <a:lnTo>
                  <a:pt x="278" y="2"/>
                </a:lnTo>
                <a:lnTo>
                  <a:pt x="294" y="1"/>
                </a:lnTo>
                <a:lnTo>
                  <a:pt x="312" y="0"/>
                </a:lnTo>
                <a:lnTo>
                  <a:pt x="328" y="0"/>
                </a:lnTo>
                <a:lnTo>
                  <a:pt x="328" y="0"/>
                </a:lnTo>
                <a:lnTo>
                  <a:pt x="345" y="0"/>
                </a:lnTo>
                <a:lnTo>
                  <a:pt x="361" y="1"/>
                </a:lnTo>
                <a:lnTo>
                  <a:pt x="379" y="2"/>
                </a:lnTo>
                <a:lnTo>
                  <a:pt x="395" y="6"/>
                </a:lnTo>
                <a:lnTo>
                  <a:pt x="410" y="9"/>
                </a:lnTo>
                <a:lnTo>
                  <a:pt x="426" y="14"/>
                </a:lnTo>
                <a:lnTo>
                  <a:pt x="456" y="25"/>
                </a:lnTo>
                <a:lnTo>
                  <a:pt x="485" y="39"/>
                </a:lnTo>
                <a:lnTo>
                  <a:pt x="512" y="55"/>
                </a:lnTo>
                <a:lnTo>
                  <a:pt x="537" y="75"/>
                </a:lnTo>
                <a:lnTo>
                  <a:pt x="560" y="95"/>
                </a:lnTo>
                <a:lnTo>
                  <a:pt x="582" y="119"/>
                </a:lnTo>
                <a:lnTo>
                  <a:pt x="601" y="145"/>
                </a:lnTo>
                <a:lnTo>
                  <a:pt x="617" y="172"/>
                </a:lnTo>
                <a:lnTo>
                  <a:pt x="632" y="200"/>
                </a:lnTo>
                <a:lnTo>
                  <a:pt x="642" y="231"/>
                </a:lnTo>
                <a:lnTo>
                  <a:pt x="646" y="245"/>
                </a:lnTo>
                <a:lnTo>
                  <a:pt x="650" y="262"/>
                </a:lnTo>
                <a:lnTo>
                  <a:pt x="653" y="278"/>
                </a:lnTo>
                <a:lnTo>
                  <a:pt x="656" y="294"/>
                </a:lnTo>
                <a:lnTo>
                  <a:pt x="657" y="311"/>
                </a:lnTo>
                <a:lnTo>
                  <a:pt x="657" y="327"/>
                </a:lnTo>
                <a:lnTo>
                  <a:pt x="657" y="327"/>
                </a:lnTo>
                <a:lnTo>
                  <a:pt x="657" y="345"/>
                </a:lnTo>
                <a:lnTo>
                  <a:pt x="656" y="361"/>
                </a:lnTo>
                <a:lnTo>
                  <a:pt x="653" y="378"/>
                </a:lnTo>
                <a:lnTo>
                  <a:pt x="650" y="395"/>
                </a:lnTo>
                <a:lnTo>
                  <a:pt x="646" y="409"/>
                </a:lnTo>
                <a:lnTo>
                  <a:pt x="642" y="425"/>
                </a:lnTo>
                <a:lnTo>
                  <a:pt x="632" y="456"/>
                </a:lnTo>
                <a:lnTo>
                  <a:pt x="617" y="485"/>
                </a:lnTo>
                <a:lnTo>
                  <a:pt x="601" y="511"/>
                </a:lnTo>
                <a:lnTo>
                  <a:pt x="582" y="537"/>
                </a:lnTo>
                <a:lnTo>
                  <a:pt x="560" y="560"/>
                </a:lnTo>
                <a:lnTo>
                  <a:pt x="537" y="581"/>
                </a:lnTo>
                <a:lnTo>
                  <a:pt x="512" y="600"/>
                </a:lnTo>
                <a:lnTo>
                  <a:pt x="485" y="618"/>
                </a:lnTo>
                <a:lnTo>
                  <a:pt x="456" y="631"/>
                </a:lnTo>
                <a:lnTo>
                  <a:pt x="426" y="642"/>
                </a:lnTo>
                <a:lnTo>
                  <a:pt x="410" y="646"/>
                </a:lnTo>
                <a:lnTo>
                  <a:pt x="395" y="650"/>
                </a:lnTo>
                <a:lnTo>
                  <a:pt x="379" y="653"/>
                </a:lnTo>
                <a:lnTo>
                  <a:pt x="361" y="655"/>
                </a:lnTo>
                <a:lnTo>
                  <a:pt x="345" y="657"/>
                </a:lnTo>
                <a:lnTo>
                  <a:pt x="328" y="657"/>
                </a:lnTo>
                <a:lnTo>
                  <a:pt x="328" y="657"/>
                </a:lnTo>
                <a:close/>
                <a:moveTo>
                  <a:pt x="328" y="37"/>
                </a:moveTo>
                <a:lnTo>
                  <a:pt x="328" y="37"/>
                </a:lnTo>
                <a:lnTo>
                  <a:pt x="298" y="39"/>
                </a:lnTo>
                <a:lnTo>
                  <a:pt x="270" y="43"/>
                </a:lnTo>
                <a:lnTo>
                  <a:pt x="242" y="49"/>
                </a:lnTo>
                <a:lnTo>
                  <a:pt x="215" y="60"/>
                </a:lnTo>
                <a:lnTo>
                  <a:pt x="190" y="72"/>
                </a:lnTo>
                <a:lnTo>
                  <a:pt x="165" y="87"/>
                </a:lnTo>
                <a:lnTo>
                  <a:pt x="143" y="103"/>
                </a:lnTo>
                <a:lnTo>
                  <a:pt x="122" y="122"/>
                </a:lnTo>
                <a:lnTo>
                  <a:pt x="104" y="143"/>
                </a:lnTo>
                <a:lnTo>
                  <a:pt x="87" y="165"/>
                </a:lnTo>
                <a:lnTo>
                  <a:pt x="73" y="189"/>
                </a:lnTo>
                <a:lnTo>
                  <a:pt x="61" y="215"/>
                </a:lnTo>
                <a:lnTo>
                  <a:pt x="50" y="241"/>
                </a:lnTo>
                <a:lnTo>
                  <a:pt x="43" y="270"/>
                </a:lnTo>
                <a:lnTo>
                  <a:pt x="39" y="298"/>
                </a:lnTo>
                <a:lnTo>
                  <a:pt x="38" y="327"/>
                </a:lnTo>
                <a:lnTo>
                  <a:pt x="38" y="327"/>
                </a:lnTo>
                <a:lnTo>
                  <a:pt x="39" y="357"/>
                </a:lnTo>
                <a:lnTo>
                  <a:pt x="43" y="387"/>
                </a:lnTo>
                <a:lnTo>
                  <a:pt x="50" y="415"/>
                </a:lnTo>
                <a:lnTo>
                  <a:pt x="61" y="442"/>
                </a:lnTo>
                <a:lnTo>
                  <a:pt x="73" y="467"/>
                </a:lnTo>
                <a:lnTo>
                  <a:pt x="87" y="490"/>
                </a:lnTo>
                <a:lnTo>
                  <a:pt x="104" y="513"/>
                </a:lnTo>
                <a:lnTo>
                  <a:pt x="122" y="534"/>
                </a:lnTo>
                <a:lnTo>
                  <a:pt x="143" y="553"/>
                </a:lnTo>
                <a:lnTo>
                  <a:pt x="165" y="569"/>
                </a:lnTo>
                <a:lnTo>
                  <a:pt x="190" y="584"/>
                </a:lnTo>
                <a:lnTo>
                  <a:pt x="215" y="596"/>
                </a:lnTo>
                <a:lnTo>
                  <a:pt x="242" y="606"/>
                </a:lnTo>
                <a:lnTo>
                  <a:pt x="270" y="614"/>
                </a:lnTo>
                <a:lnTo>
                  <a:pt x="298" y="618"/>
                </a:lnTo>
                <a:lnTo>
                  <a:pt x="328" y="619"/>
                </a:lnTo>
                <a:lnTo>
                  <a:pt x="328" y="619"/>
                </a:lnTo>
                <a:lnTo>
                  <a:pt x="357" y="618"/>
                </a:lnTo>
                <a:lnTo>
                  <a:pt x="387" y="614"/>
                </a:lnTo>
                <a:lnTo>
                  <a:pt x="415" y="606"/>
                </a:lnTo>
                <a:lnTo>
                  <a:pt x="442" y="596"/>
                </a:lnTo>
                <a:lnTo>
                  <a:pt x="468" y="584"/>
                </a:lnTo>
                <a:lnTo>
                  <a:pt x="490" y="569"/>
                </a:lnTo>
                <a:lnTo>
                  <a:pt x="513" y="553"/>
                </a:lnTo>
                <a:lnTo>
                  <a:pt x="533" y="534"/>
                </a:lnTo>
                <a:lnTo>
                  <a:pt x="552" y="513"/>
                </a:lnTo>
                <a:lnTo>
                  <a:pt x="570" y="490"/>
                </a:lnTo>
                <a:lnTo>
                  <a:pt x="584" y="467"/>
                </a:lnTo>
                <a:lnTo>
                  <a:pt x="597" y="442"/>
                </a:lnTo>
                <a:lnTo>
                  <a:pt x="606" y="415"/>
                </a:lnTo>
                <a:lnTo>
                  <a:pt x="614" y="387"/>
                </a:lnTo>
                <a:lnTo>
                  <a:pt x="618" y="357"/>
                </a:lnTo>
                <a:lnTo>
                  <a:pt x="619" y="327"/>
                </a:lnTo>
                <a:lnTo>
                  <a:pt x="619" y="327"/>
                </a:lnTo>
                <a:lnTo>
                  <a:pt x="618" y="298"/>
                </a:lnTo>
                <a:lnTo>
                  <a:pt x="614" y="270"/>
                </a:lnTo>
                <a:lnTo>
                  <a:pt x="606" y="241"/>
                </a:lnTo>
                <a:lnTo>
                  <a:pt x="597" y="215"/>
                </a:lnTo>
                <a:lnTo>
                  <a:pt x="584" y="189"/>
                </a:lnTo>
                <a:lnTo>
                  <a:pt x="570" y="165"/>
                </a:lnTo>
                <a:lnTo>
                  <a:pt x="552" y="143"/>
                </a:lnTo>
                <a:lnTo>
                  <a:pt x="533" y="122"/>
                </a:lnTo>
                <a:lnTo>
                  <a:pt x="513" y="103"/>
                </a:lnTo>
                <a:lnTo>
                  <a:pt x="490" y="87"/>
                </a:lnTo>
                <a:lnTo>
                  <a:pt x="468" y="72"/>
                </a:lnTo>
                <a:lnTo>
                  <a:pt x="442" y="60"/>
                </a:lnTo>
                <a:lnTo>
                  <a:pt x="415" y="49"/>
                </a:lnTo>
                <a:lnTo>
                  <a:pt x="387" y="43"/>
                </a:lnTo>
                <a:lnTo>
                  <a:pt x="357" y="39"/>
                </a:lnTo>
                <a:lnTo>
                  <a:pt x="328" y="37"/>
                </a:lnTo>
                <a:lnTo>
                  <a:pt x="328" y="37"/>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ea typeface="+mn-ea"/>
              <a:cs typeface="+mn-cs"/>
            </a:endParaRPr>
          </a:p>
        </p:txBody>
      </p:sp>
      <p:sp>
        <p:nvSpPr>
          <p:cNvPr id="24" name="Freeform 97">
            <a:extLst>
              <a:ext uri="{FF2B5EF4-FFF2-40B4-BE49-F238E27FC236}">
                <a16:creationId xmlns:a16="http://schemas.microsoft.com/office/drawing/2014/main" id="{7CD1908A-70F6-DFC1-5639-2A47B885D391}"/>
              </a:ext>
              <a:ext uri="{C183D7F6-B498-43B3-948B-1728B52AA6E4}">
                <adec:decorative xmlns:adec="http://schemas.microsoft.com/office/drawing/2017/decorative" val="1"/>
              </a:ext>
            </a:extLst>
          </p:cNvPr>
          <p:cNvSpPr>
            <a:spLocks noEditPoints="1"/>
          </p:cNvSpPr>
          <p:nvPr/>
        </p:nvSpPr>
        <p:spPr bwMode="auto">
          <a:xfrm>
            <a:off x="577496" y="4236860"/>
            <a:ext cx="731520" cy="729296"/>
          </a:xfrm>
          <a:custGeom>
            <a:avLst/>
            <a:gdLst>
              <a:gd name="T0" fmla="*/ 312 w 657"/>
              <a:gd name="T1" fmla="*/ 657 h 657"/>
              <a:gd name="T2" fmla="*/ 262 w 657"/>
              <a:gd name="T3" fmla="*/ 650 h 657"/>
              <a:gd name="T4" fmla="*/ 200 w 657"/>
              <a:gd name="T5" fmla="*/ 631 h 657"/>
              <a:gd name="T6" fmla="*/ 120 w 657"/>
              <a:gd name="T7" fmla="*/ 581 h 657"/>
              <a:gd name="T8" fmla="*/ 55 w 657"/>
              <a:gd name="T9" fmla="*/ 511 h 657"/>
              <a:gd name="T10" fmla="*/ 15 w 657"/>
              <a:gd name="T11" fmla="*/ 425 h 657"/>
              <a:gd name="T12" fmla="*/ 3 w 657"/>
              <a:gd name="T13" fmla="*/ 378 h 657"/>
              <a:gd name="T14" fmla="*/ 0 w 657"/>
              <a:gd name="T15" fmla="*/ 327 h 657"/>
              <a:gd name="T16" fmla="*/ 1 w 657"/>
              <a:gd name="T17" fmla="*/ 294 h 657"/>
              <a:gd name="T18" fmla="*/ 10 w 657"/>
              <a:gd name="T19" fmla="*/ 245 h 657"/>
              <a:gd name="T20" fmla="*/ 39 w 657"/>
              <a:gd name="T21" fmla="*/ 172 h 657"/>
              <a:gd name="T22" fmla="*/ 96 w 657"/>
              <a:gd name="T23" fmla="*/ 95 h 657"/>
              <a:gd name="T24" fmla="*/ 172 w 657"/>
              <a:gd name="T25" fmla="*/ 39 h 657"/>
              <a:gd name="T26" fmla="*/ 246 w 657"/>
              <a:gd name="T27" fmla="*/ 9 h 657"/>
              <a:gd name="T28" fmla="*/ 294 w 657"/>
              <a:gd name="T29" fmla="*/ 1 h 657"/>
              <a:gd name="T30" fmla="*/ 328 w 657"/>
              <a:gd name="T31" fmla="*/ 0 h 657"/>
              <a:gd name="T32" fmla="*/ 379 w 657"/>
              <a:gd name="T33" fmla="*/ 2 h 657"/>
              <a:gd name="T34" fmla="*/ 426 w 657"/>
              <a:gd name="T35" fmla="*/ 14 h 657"/>
              <a:gd name="T36" fmla="*/ 512 w 657"/>
              <a:gd name="T37" fmla="*/ 55 h 657"/>
              <a:gd name="T38" fmla="*/ 582 w 657"/>
              <a:gd name="T39" fmla="*/ 119 h 657"/>
              <a:gd name="T40" fmla="*/ 632 w 657"/>
              <a:gd name="T41" fmla="*/ 200 h 657"/>
              <a:gd name="T42" fmla="*/ 650 w 657"/>
              <a:gd name="T43" fmla="*/ 262 h 657"/>
              <a:gd name="T44" fmla="*/ 657 w 657"/>
              <a:gd name="T45" fmla="*/ 311 h 657"/>
              <a:gd name="T46" fmla="*/ 657 w 657"/>
              <a:gd name="T47" fmla="*/ 345 h 657"/>
              <a:gd name="T48" fmla="*/ 650 w 657"/>
              <a:gd name="T49" fmla="*/ 395 h 657"/>
              <a:gd name="T50" fmla="*/ 632 w 657"/>
              <a:gd name="T51" fmla="*/ 456 h 657"/>
              <a:gd name="T52" fmla="*/ 582 w 657"/>
              <a:gd name="T53" fmla="*/ 537 h 657"/>
              <a:gd name="T54" fmla="*/ 512 w 657"/>
              <a:gd name="T55" fmla="*/ 600 h 657"/>
              <a:gd name="T56" fmla="*/ 426 w 657"/>
              <a:gd name="T57" fmla="*/ 642 h 657"/>
              <a:gd name="T58" fmla="*/ 379 w 657"/>
              <a:gd name="T59" fmla="*/ 653 h 657"/>
              <a:gd name="T60" fmla="*/ 328 w 657"/>
              <a:gd name="T61" fmla="*/ 657 h 657"/>
              <a:gd name="T62" fmla="*/ 328 w 657"/>
              <a:gd name="T63" fmla="*/ 37 h 657"/>
              <a:gd name="T64" fmla="*/ 242 w 657"/>
              <a:gd name="T65" fmla="*/ 49 h 657"/>
              <a:gd name="T66" fmla="*/ 165 w 657"/>
              <a:gd name="T67" fmla="*/ 87 h 657"/>
              <a:gd name="T68" fmla="*/ 104 w 657"/>
              <a:gd name="T69" fmla="*/ 143 h 657"/>
              <a:gd name="T70" fmla="*/ 61 w 657"/>
              <a:gd name="T71" fmla="*/ 215 h 657"/>
              <a:gd name="T72" fmla="*/ 39 w 657"/>
              <a:gd name="T73" fmla="*/ 298 h 657"/>
              <a:gd name="T74" fmla="*/ 39 w 657"/>
              <a:gd name="T75" fmla="*/ 357 h 657"/>
              <a:gd name="T76" fmla="*/ 61 w 657"/>
              <a:gd name="T77" fmla="*/ 442 h 657"/>
              <a:gd name="T78" fmla="*/ 104 w 657"/>
              <a:gd name="T79" fmla="*/ 513 h 657"/>
              <a:gd name="T80" fmla="*/ 165 w 657"/>
              <a:gd name="T81" fmla="*/ 569 h 657"/>
              <a:gd name="T82" fmla="*/ 242 w 657"/>
              <a:gd name="T83" fmla="*/ 606 h 657"/>
              <a:gd name="T84" fmla="*/ 328 w 657"/>
              <a:gd name="T85" fmla="*/ 619 h 657"/>
              <a:gd name="T86" fmla="*/ 387 w 657"/>
              <a:gd name="T87" fmla="*/ 614 h 657"/>
              <a:gd name="T88" fmla="*/ 468 w 657"/>
              <a:gd name="T89" fmla="*/ 584 h 657"/>
              <a:gd name="T90" fmla="*/ 533 w 657"/>
              <a:gd name="T91" fmla="*/ 534 h 657"/>
              <a:gd name="T92" fmla="*/ 584 w 657"/>
              <a:gd name="T93" fmla="*/ 467 h 657"/>
              <a:gd name="T94" fmla="*/ 614 w 657"/>
              <a:gd name="T95" fmla="*/ 387 h 657"/>
              <a:gd name="T96" fmla="*/ 619 w 657"/>
              <a:gd name="T97" fmla="*/ 327 h 657"/>
              <a:gd name="T98" fmla="*/ 606 w 657"/>
              <a:gd name="T99" fmla="*/ 241 h 657"/>
              <a:gd name="T100" fmla="*/ 570 w 657"/>
              <a:gd name="T101" fmla="*/ 165 h 657"/>
              <a:gd name="T102" fmla="*/ 513 w 657"/>
              <a:gd name="T103" fmla="*/ 103 h 657"/>
              <a:gd name="T104" fmla="*/ 442 w 657"/>
              <a:gd name="T105" fmla="*/ 60 h 657"/>
              <a:gd name="T106" fmla="*/ 357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4" y="655"/>
                </a:lnTo>
                <a:lnTo>
                  <a:pt x="278" y="653"/>
                </a:lnTo>
                <a:lnTo>
                  <a:pt x="262" y="650"/>
                </a:lnTo>
                <a:lnTo>
                  <a:pt x="246" y="646"/>
                </a:lnTo>
                <a:lnTo>
                  <a:pt x="231" y="642"/>
                </a:lnTo>
                <a:lnTo>
                  <a:pt x="200" y="631"/>
                </a:lnTo>
                <a:lnTo>
                  <a:pt x="172" y="618"/>
                </a:lnTo>
                <a:lnTo>
                  <a:pt x="145" y="600"/>
                </a:lnTo>
                <a:lnTo>
                  <a:pt x="120" y="581"/>
                </a:lnTo>
                <a:lnTo>
                  <a:pt x="96" y="560"/>
                </a:lnTo>
                <a:lnTo>
                  <a:pt x="74" y="537"/>
                </a:lnTo>
                <a:lnTo>
                  <a:pt x="55" y="511"/>
                </a:lnTo>
                <a:lnTo>
                  <a:pt x="39" y="485"/>
                </a:lnTo>
                <a:lnTo>
                  <a:pt x="26" y="456"/>
                </a:lnTo>
                <a:lnTo>
                  <a:pt x="15" y="425"/>
                </a:lnTo>
                <a:lnTo>
                  <a:pt x="10" y="409"/>
                </a:lnTo>
                <a:lnTo>
                  <a:pt x="6" y="395"/>
                </a:lnTo>
                <a:lnTo>
                  <a:pt x="3" y="378"/>
                </a:lnTo>
                <a:lnTo>
                  <a:pt x="1" y="361"/>
                </a:lnTo>
                <a:lnTo>
                  <a:pt x="0" y="345"/>
                </a:lnTo>
                <a:lnTo>
                  <a:pt x="0" y="327"/>
                </a:lnTo>
                <a:lnTo>
                  <a:pt x="0" y="327"/>
                </a:lnTo>
                <a:lnTo>
                  <a:pt x="0" y="311"/>
                </a:lnTo>
                <a:lnTo>
                  <a:pt x="1" y="294"/>
                </a:lnTo>
                <a:lnTo>
                  <a:pt x="3" y="278"/>
                </a:lnTo>
                <a:lnTo>
                  <a:pt x="6" y="262"/>
                </a:lnTo>
                <a:lnTo>
                  <a:pt x="10" y="245"/>
                </a:lnTo>
                <a:lnTo>
                  <a:pt x="15" y="231"/>
                </a:lnTo>
                <a:lnTo>
                  <a:pt x="26" y="200"/>
                </a:lnTo>
                <a:lnTo>
                  <a:pt x="39" y="172"/>
                </a:lnTo>
                <a:lnTo>
                  <a:pt x="55" y="145"/>
                </a:lnTo>
                <a:lnTo>
                  <a:pt x="74" y="119"/>
                </a:lnTo>
                <a:lnTo>
                  <a:pt x="96" y="95"/>
                </a:lnTo>
                <a:lnTo>
                  <a:pt x="120" y="75"/>
                </a:lnTo>
                <a:lnTo>
                  <a:pt x="145" y="55"/>
                </a:lnTo>
                <a:lnTo>
                  <a:pt x="172" y="39"/>
                </a:lnTo>
                <a:lnTo>
                  <a:pt x="200" y="25"/>
                </a:lnTo>
                <a:lnTo>
                  <a:pt x="231" y="14"/>
                </a:lnTo>
                <a:lnTo>
                  <a:pt x="246" y="9"/>
                </a:lnTo>
                <a:lnTo>
                  <a:pt x="262" y="6"/>
                </a:lnTo>
                <a:lnTo>
                  <a:pt x="278" y="2"/>
                </a:lnTo>
                <a:lnTo>
                  <a:pt x="294" y="1"/>
                </a:lnTo>
                <a:lnTo>
                  <a:pt x="312" y="0"/>
                </a:lnTo>
                <a:lnTo>
                  <a:pt x="328" y="0"/>
                </a:lnTo>
                <a:lnTo>
                  <a:pt x="328" y="0"/>
                </a:lnTo>
                <a:lnTo>
                  <a:pt x="345" y="0"/>
                </a:lnTo>
                <a:lnTo>
                  <a:pt x="361" y="1"/>
                </a:lnTo>
                <a:lnTo>
                  <a:pt x="379" y="2"/>
                </a:lnTo>
                <a:lnTo>
                  <a:pt x="395" y="6"/>
                </a:lnTo>
                <a:lnTo>
                  <a:pt x="410" y="9"/>
                </a:lnTo>
                <a:lnTo>
                  <a:pt x="426" y="14"/>
                </a:lnTo>
                <a:lnTo>
                  <a:pt x="456" y="25"/>
                </a:lnTo>
                <a:lnTo>
                  <a:pt x="485" y="39"/>
                </a:lnTo>
                <a:lnTo>
                  <a:pt x="512" y="55"/>
                </a:lnTo>
                <a:lnTo>
                  <a:pt x="537" y="75"/>
                </a:lnTo>
                <a:lnTo>
                  <a:pt x="560" y="95"/>
                </a:lnTo>
                <a:lnTo>
                  <a:pt x="582" y="119"/>
                </a:lnTo>
                <a:lnTo>
                  <a:pt x="601" y="145"/>
                </a:lnTo>
                <a:lnTo>
                  <a:pt x="617" y="172"/>
                </a:lnTo>
                <a:lnTo>
                  <a:pt x="632" y="200"/>
                </a:lnTo>
                <a:lnTo>
                  <a:pt x="642" y="231"/>
                </a:lnTo>
                <a:lnTo>
                  <a:pt x="646" y="245"/>
                </a:lnTo>
                <a:lnTo>
                  <a:pt x="650" y="262"/>
                </a:lnTo>
                <a:lnTo>
                  <a:pt x="653" y="278"/>
                </a:lnTo>
                <a:lnTo>
                  <a:pt x="656" y="294"/>
                </a:lnTo>
                <a:lnTo>
                  <a:pt x="657" y="311"/>
                </a:lnTo>
                <a:lnTo>
                  <a:pt x="657" y="327"/>
                </a:lnTo>
                <a:lnTo>
                  <a:pt x="657" y="327"/>
                </a:lnTo>
                <a:lnTo>
                  <a:pt x="657" y="345"/>
                </a:lnTo>
                <a:lnTo>
                  <a:pt x="656" y="361"/>
                </a:lnTo>
                <a:lnTo>
                  <a:pt x="653" y="378"/>
                </a:lnTo>
                <a:lnTo>
                  <a:pt x="650" y="395"/>
                </a:lnTo>
                <a:lnTo>
                  <a:pt x="646" y="409"/>
                </a:lnTo>
                <a:lnTo>
                  <a:pt x="642" y="425"/>
                </a:lnTo>
                <a:lnTo>
                  <a:pt x="632" y="456"/>
                </a:lnTo>
                <a:lnTo>
                  <a:pt x="617" y="485"/>
                </a:lnTo>
                <a:lnTo>
                  <a:pt x="601" y="511"/>
                </a:lnTo>
                <a:lnTo>
                  <a:pt x="582" y="537"/>
                </a:lnTo>
                <a:lnTo>
                  <a:pt x="560" y="560"/>
                </a:lnTo>
                <a:lnTo>
                  <a:pt x="537" y="581"/>
                </a:lnTo>
                <a:lnTo>
                  <a:pt x="512" y="600"/>
                </a:lnTo>
                <a:lnTo>
                  <a:pt x="485" y="618"/>
                </a:lnTo>
                <a:lnTo>
                  <a:pt x="456" y="631"/>
                </a:lnTo>
                <a:lnTo>
                  <a:pt x="426" y="642"/>
                </a:lnTo>
                <a:lnTo>
                  <a:pt x="410" y="646"/>
                </a:lnTo>
                <a:lnTo>
                  <a:pt x="395" y="650"/>
                </a:lnTo>
                <a:lnTo>
                  <a:pt x="379" y="653"/>
                </a:lnTo>
                <a:lnTo>
                  <a:pt x="361" y="655"/>
                </a:lnTo>
                <a:lnTo>
                  <a:pt x="345" y="657"/>
                </a:lnTo>
                <a:lnTo>
                  <a:pt x="328" y="657"/>
                </a:lnTo>
                <a:lnTo>
                  <a:pt x="328" y="657"/>
                </a:lnTo>
                <a:close/>
                <a:moveTo>
                  <a:pt x="328" y="37"/>
                </a:moveTo>
                <a:lnTo>
                  <a:pt x="328" y="37"/>
                </a:lnTo>
                <a:lnTo>
                  <a:pt x="298" y="39"/>
                </a:lnTo>
                <a:lnTo>
                  <a:pt x="270" y="43"/>
                </a:lnTo>
                <a:lnTo>
                  <a:pt x="242" y="49"/>
                </a:lnTo>
                <a:lnTo>
                  <a:pt x="215" y="60"/>
                </a:lnTo>
                <a:lnTo>
                  <a:pt x="190" y="72"/>
                </a:lnTo>
                <a:lnTo>
                  <a:pt x="165" y="87"/>
                </a:lnTo>
                <a:lnTo>
                  <a:pt x="143" y="103"/>
                </a:lnTo>
                <a:lnTo>
                  <a:pt x="122" y="122"/>
                </a:lnTo>
                <a:lnTo>
                  <a:pt x="104" y="143"/>
                </a:lnTo>
                <a:lnTo>
                  <a:pt x="87" y="165"/>
                </a:lnTo>
                <a:lnTo>
                  <a:pt x="73" y="189"/>
                </a:lnTo>
                <a:lnTo>
                  <a:pt x="61" y="215"/>
                </a:lnTo>
                <a:lnTo>
                  <a:pt x="50" y="241"/>
                </a:lnTo>
                <a:lnTo>
                  <a:pt x="43" y="270"/>
                </a:lnTo>
                <a:lnTo>
                  <a:pt x="39" y="298"/>
                </a:lnTo>
                <a:lnTo>
                  <a:pt x="38" y="327"/>
                </a:lnTo>
                <a:lnTo>
                  <a:pt x="38" y="327"/>
                </a:lnTo>
                <a:lnTo>
                  <a:pt x="39" y="357"/>
                </a:lnTo>
                <a:lnTo>
                  <a:pt x="43" y="387"/>
                </a:lnTo>
                <a:lnTo>
                  <a:pt x="50" y="415"/>
                </a:lnTo>
                <a:lnTo>
                  <a:pt x="61" y="442"/>
                </a:lnTo>
                <a:lnTo>
                  <a:pt x="73" y="467"/>
                </a:lnTo>
                <a:lnTo>
                  <a:pt x="87" y="490"/>
                </a:lnTo>
                <a:lnTo>
                  <a:pt x="104" y="513"/>
                </a:lnTo>
                <a:lnTo>
                  <a:pt x="122" y="534"/>
                </a:lnTo>
                <a:lnTo>
                  <a:pt x="143" y="553"/>
                </a:lnTo>
                <a:lnTo>
                  <a:pt x="165" y="569"/>
                </a:lnTo>
                <a:lnTo>
                  <a:pt x="190" y="584"/>
                </a:lnTo>
                <a:lnTo>
                  <a:pt x="215" y="596"/>
                </a:lnTo>
                <a:lnTo>
                  <a:pt x="242" y="606"/>
                </a:lnTo>
                <a:lnTo>
                  <a:pt x="270" y="614"/>
                </a:lnTo>
                <a:lnTo>
                  <a:pt x="298" y="618"/>
                </a:lnTo>
                <a:lnTo>
                  <a:pt x="328" y="619"/>
                </a:lnTo>
                <a:lnTo>
                  <a:pt x="328" y="619"/>
                </a:lnTo>
                <a:lnTo>
                  <a:pt x="357" y="618"/>
                </a:lnTo>
                <a:lnTo>
                  <a:pt x="387" y="614"/>
                </a:lnTo>
                <a:lnTo>
                  <a:pt x="415" y="606"/>
                </a:lnTo>
                <a:lnTo>
                  <a:pt x="442" y="596"/>
                </a:lnTo>
                <a:lnTo>
                  <a:pt x="468" y="584"/>
                </a:lnTo>
                <a:lnTo>
                  <a:pt x="490" y="569"/>
                </a:lnTo>
                <a:lnTo>
                  <a:pt x="513" y="553"/>
                </a:lnTo>
                <a:lnTo>
                  <a:pt x="533" y="534"/>
                </a:lnTo>
                <a:lnTo>
                  <a:pt x="552" y="513"/>
                </a:lnTo>
                <a:lnTo>
                  <a:pt x="570" y="490"/>
                </a:lnTo>
                <a:lnTo>
                  <a:pt x="584" y="467"/>
                </a:lnTo>
                <a:lnTo>
                  <a:pt x="597" y="442"/>
                </a:lnTo>
                <a:lnTo>
                  <a:pt x="606" y="415"/>
                </a:lnTo>
                <a:lnTo>
                  <a:pt x="614" y="387"/>
                </a:lnTo>
                <a:lnTo>
                  <a:pt x="618" y="357"/>
                </a:lnTo>
                <a:lnTo>
                  <a:pt x="619" y="327"/>
                </a:lnTo>
                <a:lnTo>
                  <a:pt x="619" y="327"/>
                </a:lnTo>
                <a:lnTo>
                  <a:pt x="618" y="298"/>
                </a:lnTo>
                <a:lnTo>
                  <a:pt x="614" y="270"/>
                </a:lnTo>
                <a:lnTo>
                  <a:pt x="606" y="241"/>
                </a:lnTo>
                <a:lnTo>
                  <a:pt x="597" y="215"/>
                </a:lnTo>
                <a:lnTo>
                  <a:pt x="584" y="189"/>
                </a:lnTo>
                <a:lnTo>
                  <a:pt x="570" y="165"/>
                </a:lnTo>
                <a:lnTo>
                  <a:pt x="552" y="143"/>
                </a:lnTo>
                <a:lnTo>
                  <a:pt x="533" y="122"/>
                </a:lnTo>
                <a:lnTo>
                  <a:pt x="513" y="103"/>
                </a:lnTo>
                <a:lnTo>
                  <a:pt x="490" y="87"/>
                </a:lnTo>
                <a:lnTo>
                  <a:pt x="468" y="72"/>
                </a:lnTo>
                <a:lnTo>
                  <a:pt x="442" y="60"/>
                </a:lnTo>
                <a:lnTo>
                  <a:pt x="415" y="49"/>
                </a:lnTo>
                <a:lnTo>
                  <a:pt x="387" y="43"/>
                </a:lnTo>
                <a:lnTo>
                  <a:pt x="357" y="39"/>
                </a:lnTo>
                <a:lnTo>
                  <a:pt x="328" y="37"/>
                </a:lnTo>
                <a:lnTo>
                  <a:pt x="328" y="37"/>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ea typeface="+mn-ea"/>
              <a:cs typeface="+mn-cs"/>
            </a:endParaRPr>
          </a:p>
        </p:txBody>
      </p:sp>
      <p:sp>
        <p:nvSpPr>
          <p:cNvPr id="30" name="Freeform 14">
            <a:extLst>
              <a:ext uri="{FF2B5EF4-FFF2-40B4-BE49-F238E27FC236}">
                <a16:creationId xmlns:a16="http://schemas.microsoft.com/office/drawing/2014/main" id="{BE5C79E3-59F7-AE98-60FA-F68F3E7A118D}"/>
              </a:ext>
              <a:ext uri="{C183D7F6-B498-43B3-948B-1728B52AA6E4}">
                <adec:decorative xmlns:adec="http://schemas.microsoft.com/office/drawing/2017/decorative" val="1"/>
              </a:ext>
            </a:extLst>
          </p:cNvPr>
          <p:cNvSpPr>
            <a:spLocks noEditPoints="1"/>
          </p:cNvSpPr>
          <p:nvPr/>
        </p:nvSpPr>
        <p:spPr bwMode="auto">
          <a:xfrm>
            <a:off x="613079" y="1819439"/>
            <a:ext cx="731520" cy="733742"/>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ea typeface="+mn-ea"/>
              <a:cs typeface="+mn-cs"/>
            </a:endParaRPr>
          </a:p>
        </p:txBody>
      </p:sp>
      <p:sp>
        <p:nvSpPr>
          <p:cNvPr id="40" name="Freeform 97">
            <a:extLst>
              <a:ext uri="{FF2B5EF4-FFF2-40B4-BE49-F238E27FC236}">
                <a16:creationId xmlns:a16="http://schemas.microsoft.com/office/drawing/2014/main" id="{52777CC9-7864-5BAE-A9CE-061E87532582}"/>
              </a:ext>
              <a:ext uri="{C183D7F6-B498-43B3-948B-1728B52AA6E4}">
                <adec:decorative xmlns:adec="http://schemas.microsoft.com/office/drawing/2017/decorative" val="1"/>
              </a:ext>
            </a:extLst>
          </p:cNvPr>
          <p:cNvSpPr>
            <a:spLocks noChangeAspect="1" noEditPoints="1"/>
          </p:cNvSpPr>
          <p:nvPr/>
        </p:nvSpPr>
        <p:spPr bwMode="auto">
          <a:xfrm>
            <a:off x="735449" y="4401432"/>
            <a:ext cx="402627" cy="423002"/>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ea typeface="+mn-ea"/>
              <a:cs typeface="+mn-cs"/>
            </a:endParaRPr>
          </a:p>
        </p:txBody>
      </p:sp>
      <p:sp>
        <p:nvSpPr>
          <p:cNvPr id="50" name="Freeform 30">
            <a:extLst>
              <a:ext uri="{FF2B5EF4-FFF2-40B4-BE49-F238E27FC236}">
                <a16:creationId xmlns:a16="http://schemas.microsoft.com/office/drawing/2014/main" id="{0CCBEA02-B40C-4E4E-FA98-49ADF27DB913}"/>
              </a:ext>
              <a:ext uri="{C183D7F6-B498-43B3-948B-1728B52AA6E4}">
                <adec:decorative xmlns:adec="http://schemas.microsoft.com/office/drawing/2017/decorative" val="1"/>
              </a:ext>
            </a:extLst>
          </p:cNvPr>
          <p:cNvSpPr>
            <a:spLocks noEditPoints="1"/>
          </p:cNvSpPr>
          <p:nvPr/>
        </p:nvSpPr>
        <p:spPr bwMode="auto">
          <a:xfrm>
            <a:off x="6168568" y="3459049"/>
            <a:ext cx="695236" cy="695236"/>
          </a:xfrm>
          <a:custGeom>
            <a:avLst/>
            <a:gdLst>
              <a:gd name="T0" fmla="*/ 313 w 658"/>
              <a:gd name="T1" fmla="*/ 657 h 658"/>
              <a:gd name="T2" fmla="*/ 263 w 658"/>
              <a:gd name="T3" fmla="*/ 651 h 658"/>
              <a:gd name="T4" fmla="*/ 202 w 658"/>
              <a:gd name="T5" fmla="*/ 631 h 658"/>
              <a:gd name="T6" fmla="*/ 121 w 658"/>
              <a:gd name="T7" fmla="*/ 583 h 658"/>
              <a:gd name="T8" fmla="*/ 56 w 658"/>
              <a:gd name="T9" fmla="*/ 513 h 658"/>
              <a:gd name="T10" fmla="*/ 15 w 658"/>
              <a:gd name="T11" fmla="*/ 427 h 658"/>
              <a:gd name="T12" fmla="*/ 4 w 658"/>
              <a:gd name="T13" fmla="*/ 379 h 658"/>
              <a:gd name="T14" fmla="*/ 0 w 658"/>
              <a:gd name="T15" fmla="*/ 329 h 658"/>
              <a:gd name="T16" fmla="*/ 3 w 658"/>
              <a:gd name="T17" fmla="*/ 295 h 658"/>
              <a:gd name="T18" fmla="*/ 11 w 658"/>
              <a:gd name="T19" fmla="*/ 247 h 658"/>
              <a:gd name="T20" fmla="*/ 40 w 658"/>
              <a:gd name="T21" fmla="*/ 172 h 658"/>
              <a:gd name="T22" fmla="*/ 97 w 658"/>
              <a:gd name="T23" fmla="*/ 96 h 658"/>
              <a:gd name="T24" fmla="*/ 173 w 658"/>
              <a:gd name="T25" fmla="*/ 40 h 658"/>
              <a:gd name="T26" fmla="*/ 247 w 658"/>
              <a:gd name="T27" fmla="*/ 11 h 658"/>
              <a:gd name="T28" fmla="*/ 296 w 658"/>
              <a:gd name="T29" fmla="*/ 1 h 658"/>
              <a:gd name="T30" fmla="*/ 329 w 658"/>
              <a:gd name="T31" fmla="*/ 0 h 658"/>
              <a:gd name="T32" fmla="*/ 379 w 658"/>
              <a:gd name="T33" fmla="*/ 4 h 658"/>
              <a:gd name="T34" fmla="*/ 427 w 658"/>
              <a:gd name="T35" fmla="*/ 15 h 658"/>
              <a:gd name="T36" fmla="*/ 513 w 658"/>
              <a:gd name="T37" fmla="*/ 56 h 658"/>
              <a:gd name="T38" fmla="*/ 583 w 658"/>
              <a:gd name="T39" fmla="*/ 119 h 658"/>
              <a:gd name="T40" fmla="*/ 633 w 658"/>
              <a:gd name="T41" fmla="*/ 201 h 658"/>
              <a:gd name="T42" fmla="*/ 651 w 658"/>
              <a:gd name="T43" fmla="*/ 263 h 658"/>
              <a:gd name="T44" fmla="*/ 658 w 658"/>
              <a:gd name="T45" fmla="*/ 311 h 658"/>
              <a:gd name="T46" fmla="*/ 658 w 658"/>
              <a:gd name="T47" fmla="*/ 346 h 658"/>
              <a:gd name="T48" fmla="*/ 651 w 658"/>
              <a:gd name="T49" fmla="*/ 395 h 658"/>
              <a:gd name="T50" fmla="*/ 633 w 658"/>
              <a:gd name="T51" fmla="*/ 456 h 658"/>
              <a:gd name="T52" fmla="*/ 583 w 658"/>
              <a:gd name="T53" fmla="*/ 538 h 658"/>
              <a:gd name="T54" fmla="*/ 513 w 658"/>
              <a:gd name="T55" fmla="*/ 602 h 658"/>
              <a:gd name="T56" fmla="*/ 427 w 658"/>
              <a:gd name="T57" fmla="*/ 643 h 658"/>
              <a:gd name="T58" fmla="*/ 379 w 658"/>
              <a:gd name="T59" fmla="*/ 654 h 658"/>
              <a:gd name="T60" fmla="*/ 329 w 658"/>
              <a:gd name="T61" fmla="*/ 658 h 658"/>
              <a:gd name="T62" fmla="*/ 329 w 658"/>
              <a:gd name="T63" fmla="*/ 37 h 658"/>
              <a:gd name="T64" fmla="*/ 243 w 658"/>
              <a:gd name="T65" fmla="*/ 51 h 658"/>
              <a:gd name="T66" fmla="*/ 167 w 658"/>
              <a:gd name="T67" fmla="*/ 87 h 658"/>
              <a:gd name="T68" fmla="*/ 105 w 658"/>
              <a:gd name="T69" fmla="*/ 143 h 658"/>
              <a:gd name="T70" fmla="*/ 62 w 658"/>
              <a:gd name="T71" fmla="*/ 216 h 658"/>
              <a:gd name="T72" fmla="*/ 40 w 658"/>
              <a:gd name="T73" fmla="*/ 299 h 658"/>
              <a:gd name="T74" fmla="*/ 40 w 658"/>
              <a:gd name="T75" fmla="*/ 358 h 658"/>
              <a:gd name="T76" fmla="*/ 62 w 658"/>
              <a:gd name="T77" fmla="*/ 442 h 658"/>
              <a:gd name="T78" fmla="*/ 105 w 658"/>
              <a:gd name="T79" fmla="*/ 514 h 658"/>
              <a:gd name="T80" fmla="*/ 167 w 658"/>
              <a:gd name="T81" fmla="*/ 571 h 658"/>
              <a:gd name="T82" fmla="*/ 243 w 658"/>
              <a:gd name="T83" fmla="*/ 607 h 658"/>
              <a:gd name="T84" fmla="*/ 329 w 658"/>
              <a:gd name="T85" fmla="*/ 620 h 658"/>
              <a:gd name="T86" fmla="*/ 388 w 658"/>
              <a:gd name="T87" fmla="*/ 614 h 658"/>
              <a:gd name="T88" fmla="*/ 467 w 658"/>
              <a:gd name="T89" fmla="*/ 585 h 658"/>
              <a:gd name="T90" fmla="*/ 535 w 658"/>
              <a:gd name="T91" fmla="*/ 534 h 658"/>
              <a:gd name="T92" fmla="*/ 586 w 658"/>
              <a:gd name="T93" fmla="*/ 467 h 658"/>
              <a:gd name="T94" fmla="*/ 615 w 658"/>
              <a:gd name="T95" fmla="*/ 388 h 658"/>
              <a:gd name="T96" fmla="*/ 621 w 658"/>
              <a:gd name="T97" fmla="*/ 329 h 658"/>
              <a:gd name="T98" fmla="*/ 607 w 658"/>
              <a:gd name="T99" fmla="*/ 243 h 658"/>
              <a:gd name="T100" fmla="*/ 571 w 658"/>
              <a:gd name="T101" fmla="*/ 166 h 658"/>
              <a:gd name="T102" fmla="*/ 514 w 658"/>
              <a:gd name="T103" fmla="*/ 105 h 658"/>
              <a:gd name="T104" fmla="*/ 443 w 658"/>
              <a:gd name="T105" fmla="*/ 60 h 658"/>
              <a:gd name="T106" fmla="*/ 359 w 658"/>
              <a:gd name="T107" fmla="*/ 39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8">
                <a:moveTo>
                  <a:pt x="329" y="658"/>
                </a:moveTo>
                <a:lnTo>
                  <a:pt x="329" y="658"/>
                </a:lnTo>
                <a:lnTo>
                  <a:pt x="313" y="657"/>
                </a:lnTo>
                <a:lnTo>
                  <a:pt x="296" y="655"/>
                </a:lnTo>
                <a:lnTo>
                  <a:pt x="279" y="654"/>
                </a:lnTo>
                <a:lnTo>
                  <a:pt x="263" y="651"/>
                </a:lnTo>
                <a:lnTo>
                  <a:pt x="247" y="647"/>
                </a:lnTo>
                <a:lnTo>
                  <a:pt x="232" y="643"/>
                </a:lnTo>
                <a:lnTo>
                  <a:pt x="202" y="631"/>
                </a:lnTo>
                <a:lnTo>
                  <a:pt x="173" y="618"/>
                </a:lnTo>
                <a:lnTo>
                  <a:pt x="145" y="602"/>
                </a:lnTo>
                <a:lnTo>
                  <a:pt x="121" y="583"/>
                </a:lnTo>
                <a:lnTo>
                  <a:pt x="97" y="561"/>
                </a:lnTo>
                <a:lnTo>
                  <a:pt x="75" y="538"/>
                </a:lnTo>
                <a:lnTo>
                  <a:pt x="56" y="513"/>
                </a:lnTo>
                <a:lnTo>
                  <a:pt x="40" y="486"/>
                </a:lnTo>
                <a:lnTo>
                  <a:pt x="27" y="456"/>
                </a:lnTo>
                <a:lnTo>
                  <a:pt x="15" y="427"/>
                </a:lnTo>
                <a:lnTo>
                  <a:pt x="11" y="411"/>
                </a:lnTo>
                <a:lnTo>
                  <a:pt x="7" y="395"/>
                </a:lnTo>
                <a:lnTo>
                  <a:pt x="4" y="379"/>
                </a:lnTo>
                <a:lnTo>
                  <a:pt x="3" y="362"/>
                </a:lnTo>
                <a:lnTo>
                  <a:pt x="1" y="346"/>
                </a:lnTo>
                <a:lnTo>
                  <a:pt x="0" y="329"/>
                </a:lnTo>
                <a:lnTo>
                  <a:pt x="0" y="329"/>
                </a:lnTo>
                <a:lnTo>
                  <a:pt x="1" y="311"/>
                </a:lnTo>
                <a:lnTo>
                  <a:pt x="3" y="295"/>
                </a:lnTo>
                <a:lnTo>
                  <a:pt x="4" y="279"/>
                </a:lnTo>
                <a:lnTo>
                  <a:pt x="7" y="263"/>
                </a:lnTo>
                <a:lnTo>
                  <a:pt x="11" y="247"/>
                </a:lnTo>
                <a:lnTo>
                  <a:pt x="15" y="231"/>
                </a:lnTo>
                <a:lnTo>
                  <a:pt x="27" y="201"/>
                </a:lnTo>
                <a:lnTo>
                  <a:pt x="40" y="172"/>
                </a:lnTo>
                <a:lnTo>
                  <a:pt x="56" y="145"/>
                </a:lnTo>
                <a:lnTo>
                  <a:pt x="75" y="119"/>
                </a:lnTo>
                <a:lnTo>
                  <a:pt x="97" y="96"/>
                </a:lnTo>
                <a:lnTo>
                  <a:pt x="121" y="75"/>
                </a:lnTo>
                <a:lnTo>
                  <a:pt x="145" y="56"/>
                </a:lnTo>
                <a:lnTo>
                  <a:pt x="173" y="40"/>
                </a:lnTo>
                <a:lnTo>
                  <a:pt x="202" y="25"/>
                </a:lnTo>
                <a:lnTo>
                  <a:pt x="232" y="15"/>
                </a:lnTo>
                <a:lnTo>
                  <a:pt x="247" y="11"/>
                </a:lnTo>
                <a:lnTo>
                  <a:pt x="263" y="6"/>
                </a:lnTo>
                <a:lnTo>
                  <a:pt x="279" y="4"/>
                </a:lnTo>
                <a:lnTo>
                  <a:pt x="296" y="1"/>
                </a:lnTo>
                <a:lnTo>
                  <a:pt x="313" y="1"/>
                </a:lnTo>
                <a:lnTo>
                  <a:pt x="329" y="0"/>
                </a:lnTo>
                <a:lnTo>
                  <a:pt x="329" y="0"/>
                </a:lnTo>
                <a:lnTo>
                  <a:pt x="347" y="1"/>
                </a:lnTo>
                <a:lnTo>
                  <a:pt x="363" y="1"/>
                </a:lnTo>
                <a:lnTo>
                  <a:pt x="379" y="4"/>
                </a:lnTo>
                <a:lnTo>
                  <a:pt x="396" y="6"/>
                </a:lnTo>
                <a:lnTo>
                  <a:pt x="411" y="11"/>
                </a:lnTo>
                <a:lnTo>
                  <a:pt x="427" y="15"/>
                </a:lnTo>
                <a:lnTo>
                  <a:pt x="457" y="25"/>
                </a:lnTo>
                <a:lnTo>
                  <a:pt x="486" y="40"/>
                </a:lnTo>
                <a:lnTo>
                  <a:pt x="513" y="56"/>
                </a:lnTo>
                <a:lnTo>
                  <a:pt x="539" y="75"/>
                </a:lnTo>
                <a:lnTo>
                  <a:pt x="561" y="96"/>
                </a:lnTo>
                <a:lnTo>
                  <a:pt x="583" y="119"/>
                </a:lnTo>
                <a:lnTo>
                  <a:pt x="602" y="145"/>
                </a:lnTo>
                <a:lnTo>
                  <a:pt x="618" y="172"/>
                </a:lnTo>
                <a:lnTo>
                  <a:pt x="633" y="201"/>
                </a:lnTo>
                <a:lnTo>
                  <a:pt x="643" y="231"/>
                </a:lnTo>
                <a:lnTo>
                  <a:pt x="647" y="247"/>
                </a:lnTo>
                <a:lnTo>
                  <a:pt x="651" y="263"/>
                </a:lnTo>
                <a:lnTo>
                  <a:pt x="654" y="279"/>
                </a:lnTo>
                <a:lnTo>
                  <a:pt x="657" y="295"/>
                </a:lnTo>
                <a:lnTo>
                  <a:pt x="658" y="311"/>
                </a:lnTo>
                <a:lnTo>
                  <a:pt x="658" y="329"/>
                </a:lnTo>
                <a:lnTo>
                  <a:pt x="658" y="329"/>
                </a:lnTo>
                <a:lnTo>
                  <a:pt x="658" y="346"/>
                </a:lnTo>
                <a:lnTo>
                  <a:pt x="657" y="362"/>
                </a:lnTo>
                <a:lnTo>
                  <a:pt x="654" y="379"/>
                </a:lnTo>
                <a:lnTo>
                  <a:pt x="651" y="395"/>
                </a:lnTo>
                <a:lnTo>
                  <a:pt x="647" y="411"/>
                </a:lnTo>
                <a:lnTo>
                  <a:pt x="643" y="427"/>
                </a:lnTo>
                <a:lnTo>
                  <a:pt x="633" y="456"/>
                </a:lnTo>
                <a:lnTo>
                  <a:pt x="618" y="486"/>
                </a:lnTo>
                <a:lnTo>
                  <a:pt x="602" y="513"/>
                </a:lnTo>
                <a:lnTo>
                  <a:pt x="583" y="538"/>
                </a:lnTo>
                <a:lnTo>
                  <a:pt x="561" y="561"/>
                </a:lnTo>
                <a:lnTo>
                  <a:pt x="539" y="583"/>
                </a:lnTo>
                <a:lnTo>
                  <a:pt x="513" y="602"/>
                </a:lnTo>
                <a:lnTo>
                  <a:pt x="486" y="618"/>
                </a:lnTo>
                <a:lnTo>
                  <a:pt x="457" y="631"/>
                </a:lnTo>
                <a:lnTo>
                  <a:pt x="427" y="643"/>
                </a:lnTo>
                <a:lnTo>
                  <a:pt x="411" y="647"/>
                </a:lnTo>
                <a:lnTo>
                  <a:pt x="396" y="651"/>
                </a:lnTo>
                <a:lnTo>
                  <a:pt x="379" y="654"/>
                </a:lnTo>
                <a:lnTo>
                  <a:pt x="363" y="655"/>
                </a:lnTo>
                <a:lnTo>
                  <a:pt x="347" y="657"/>
                </a:lnTo>
                <a:lnTo>
                  <a:pt x="329" y="658"/>
                </a:lnTo>
                <a:lnTo>
                  <a:pt x="329" y="658"/>
                </a:lnTo>
                <a:close/>
                <a:moveTo>
                  <a:pt x="329" y="37"/>
                </a:moveTo>
                <a:lnTo>
                  <a:pt x="329" y="37"/>
                </a:lnTo>
                <a:lnTo>
                  <a:pt x="300" y="39"/>
                </a:lnTo>
                <a:lnTo>
                  <a:pt x="271" y="44"/>
                </a:lnTo>
                <a:lnTo>
                  <a:pt x="243" y="51"/>
                </a:lnTo>
                <a:lnTo>
                  <a:pt x="216" y="60"/>
                </a:lnTo>
                <a:lnTo>
                  <a:pt x="191" y="72"/>
                </a:lnTo>
                <a:lnTo>
                  <a:pt x="167" y="87"/>
                </a:lnTo>
                <a:lnTo>
                  <a:pt x="144" y="105"/>
                </a:lnTo>
                <a:lnTo>
                  <a:pt x="124" y="123"/>
                </a:lnTo>
                <a:lnTo>
                  <a:pt x="105" y="143"/>
                </a:lnTo>
                <a:lnTo>
                  <a:pt x="89" y="166"/>
                </a:lnTo>
                <a:lnTo>
                  <a:pt x="74" y="191"/>
                </a:lnTo>
                <a:lnTo>
                  <a:pt x="62" y="216"/>
                </a:lnTo>
                <a:lnTo>
                  <a:pt x="51" y="243"/>
                </a:lnTo>
                <a:lnTo>
                  <a:pt x="44" y="270"/>
                </a:lnTo>
                <a:lnTo>
                  <a:pt x="40" y="299"/>
                </a:lnTo>
                <a:lnTo>
                  <a:pt x="38" y="329"/>
                </a:lnTo>
                <a:lnTo>
                  <a:pt x="38" y="329"/>
                </a:lnTo>
                <a:lnTo>
                  <a:pt x="40" y="358"/>
                </a:lnTo>
                <a:lnTo>
                  <a:pt x="44" y="388"/>
                </a:lnTo>
                <a:lnTo>
                  <a:pt x="51" y="415"/>
                </a:lnTo>
                <a:lnTo>
                  <a:pt x="62" y="442"/>
                </a:lnTo>
                <a:lnTo>
                  <a:pt x="74" y="467"/>
                </a:lnTo>
                <a:lnTo>
                  <a:pt x="89" y="491"/>
                </a:lnTo>
                <a:lnTo>
                  <a:pt x="105" y="514"/>
                </a:lnTo>
                <a:lnTo>
                  <a:pt x="124" y="534"/>
                </a:lnTo>
                <a:lnTo>
                  <a:pt x="144" y="553"/>
                </a:lnTo>
                <a:lnTo>
                  <a:pt x="167" y="571"/>
                </a:lnTo>
                <a:lnTo>
                  <a:pt x="191" y="585"/>
                </a:lnTo>
                <a:lnTo>
                  <a:pt x="216" y="597"/>
                </a:lnTo>
                <a:lnTo>
                  <a:pt x="243" y="607"/>
                </a:lnTo>
                <a:lnTo>
                  <a:pt x="271" y="614"/>
                </a:lnTo>
                <a:lnTo>
                  <a:pt x="300" y="619"/>
                </a:lnTo>
                <a:lnTo>
                  <a:pt x="329" y="620"/>
                </a:lnTo>
                <a:lnTo>
                  <a:pt x="329" y="620"/>
                </a:lnTo>
                <a:lnTo>
                  <a:pt x="359" y="619"/>
                </a:lnTo>
                <a:lnTo>
                  <a:pt x="388" y="614"/>
                </a:lnTo>
                <a:lnTo>
                  <a:pt x="416" y="607"/>
                </a:lnTo>
                <a:lnTo>
                  <a:pt x="443" y="597"/>
                </a:lnTo>
                <a:lnTo>
                  <a:pt x="467" y="585"/>
                </a:lnTo>
                <a:lnTo>
                  <a:pt x="492" y="571"/>
                </a:lnTo>
                <a:lnTo>
                  <a:pt x="514" y="553"/>
                </a:lnTo>
                <a:lnTo>
                  <a:pt x="535" y="534"/>
                </a:lnTo>
                <a:lnTo>
                  <a:pt x="553" y="514"/>
                </a:lnTo>
                <a:lnTo>
                  <a:pt x="571" y="491"/>
                </a:lnTo>
                <a:lnTo>
                  <a:pt x="586" y="467"/>
                </a:lnTo>
                <a:lnTo>
                  <a:pt x="598" y="442"/>
                </a:lnTo>
                <a:lnTo>
                  <a:pt x="607" y="415"/>
                </a:lnTo>
                <a:lnTo>
                  <a:pt x="615" y="388"/>
                </a:lnTo>
                <a:lnTo>
                  <a:pt x="619" y="358"/>
                </a:lnTo>
                <a:lnTo>
                  <a:pt x="621" y="329"/>
                </a:lnTo>
                <a:lnTo>
                  <a:pt x="621" y="329"/>
                </a:lnTo>
                <a:lnTo>
                  <a:pt x="619" y="299"/>
                </a:lnTo>
                <a:lnTo>
                  <a:pt x="615" y="270"/>
                </a:lnTo>
                <a:lnTo>
                  <a:pt x="607" y="243"/>
                </a:lnTo>
                <a:lnTo>
                  <a:pt x="598" y="216"/>
                </a:lnTo>
                <a:lnTo>
                  <a:pt x="586" y="191"/>
                </a:lnTo>
                <a:lnTo>
                  <a:pt x="571" y="166"/>
                </a:lnTo>
                <a:lnTo>
                  <a:pt x="553" y="143"/>
                </a:lnTo>
                <a:lnTo>
                  <a:pt x="535" y="123"/>
                </a:lnTo>
                <a:lnTo>
                  <a:pt x="514" y="105"/>
                </a:lnTo>
                <a:lnTo>
                  <a:pt x="492" y="87"/>
                </a:lnTo>
                <a:lnTo>
                  <a:pt x="467" y="72"/>
                </a:lnTo>
                <a:lnTo>
                  <a:pt x="443" y="60"/>
                </a:lnTo>
                <a:lnTo>
                  <a:pt x="416" y="51"/>
                </a:lnTo>
                <a:lnTo>
                  <a:pt x="388" y="44"/>
                </a:lnTo>
                <a:lnTo>
                  <a:pt x="359" y="39"/>
                </a:lnTo>
                <a:lnTo>
                  <a:pt x="329" y="37"/>
                </a:lnTo>
                <a:lnTo>
                  <a:pt x="329" y="37"/>
                </a:lnTo>
                <a:close/>
              </a:path>
            </a:pathLst>
          </a:custGeom>
          <a:solidFill>
            <a:schemeClr val="accent1"/>
          </a:solidFill>
          <a:ln>
            <a:solidFill>
              <a:schemeClr val="accent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ea typeface="+mn-ea"/>
              <a:cs typeface="+mn-cs"/>
            </a:endParaRPr>
          </a:p>
        </p:txBody>
      </p:sp>
      <p:sp>
        <p:nvSpPr>
          <p:cNvPr id="53" name="Freeform 8">
            <a:extLst>
              <a:ext uri="{FF2B5EF4-FFF2-40B4-BE49-F238E27FC236}">
                <a16:creationId xmlns:a16="http://schemas.microsoft.com/office/drawing/2014/main" id="{D69DE073-D7C6-A0DF-1D5D-8AD47D22022F}"/>
              </a:ext>
              <a:ext uri="{C183D7F6-B498-43B3-948B-1728B52AA6E4}">
                <adec:decorative xmlns:adec="http://schemas.microsoft.com/office/drawing/2017/decorative" val="1"/>
              </a:ext>
            </a:extLst>
          </p:cNvPr>
          <p:cNvSpPr>
            <a:spLocks noEditPoints="1"/>
          </p:cNvSpPr>
          <p:nvPr/>
        </p:nvSpPr>
        <p:spPr bwMode="auto">
          <a:xfrm>
            <a:off x="6181820" y="2340692"/>
            <a:ext cx="695236" cy="693122"/>
          </a:xfrm>
          <a:custGeom>
            <a:avLst/>
            <a:gdLst>
              <a:gd name="T0" fmla="*/ 313 w 658"/>
              <a:gd name="T1" fmla="*/ 657 h 657"/>
              <a:gd name="T2" fmla="*/ 264 w 658"/>
              <a:gd name="T3" fmla="*/ 650 h 657"/>
              <a:gd name="T4" fmla="*/ 202 w 658"/>
              <a:gd name="T5" fmla="*/ 631 h 657"/>
              <a:gd name="T6" fmla="*/ 121 w 658"/>
              <a:gd name="T7" fmla="*/ 582 h 657"/>
              <a:gd name="T8" fmla="*/ 57 w 658"/>
              <a:gd name="T9" fmla="*/ 512 h 657"/>
              <a:gd name="T10" fmla="*/ 15 w 658"/>
              <a:gd name="T11" fmla="*/ 426 h 657"/>
              <a:gd name="T12" fmla="*/ 4 w 658"/>
              <a:gd name="T13" fmla="*/ 379 h 657"/>
              <a:gd name="T14" fmla="*/ 0 w 658"/>
              <a:gd name="T15" fmla="*/ 329 h 657"/>
              <a:gd name="T16" fmla="*/ 3 w 658"/>
              <a:gd name="T17" fmla="*/ 295 h 657"/>
              <a:gd name="T18" fmla="*/ 11 w 658"/>
              <a:gd name="T19" fmla="*/ 246 h 657"/>
              <a:gd name="T20" fmla="*/ 41 w 658"/>
              <a:gd name="T21" fmla="*/ 172 h 657"/>
              <a:gd name="T22" fmla="*/ 97 w 658"/>
              <a:gd name="T23" fmla="*/ 97 h 657"/>
              <a:gd name="T24" fmla="*/ 174 w 658"/>
              <a:gd name="T25" fmla="*/ 39 h 657"/>
              <a:gd name="T26" fmla="*/ 247 w 658"/>
              <a:gd name="T27" fmla="*/ 9 h 657"/>
              <a:gd name="T28" fmla="*/ 296 w 658"/>
              <a:gd name="T29" fmla="*/ 1 h 657"/>
              <a:gd name="T30" fmla="*/ 329 w 658"/>
              <a:gd name="T31" fmla="*/ 0 h 657"/>
              <a:gd name="T32" fmla="*/ 379 w 658"/>
              <a:gd name="T33" fmla="*/ 4 h 657"/>
              <a:gd name="T34" fmla="*/ 427 w 658"/>
              <a:gd name="T35" fmla="*/ 15 h 657"/>
              <a:gd name="T36" fmla="*/ 513 w 658"/>
              <a:gd name="T37" fmla="*/ 56 h 657"/>
              <a:gd name="T38" fmla="*/ 583 w 658"/>
              <a:gd name="T39" fmla="*/ 120 h 657"/>
              <a:gd name="T40" fmla="*/ 633 w 658"/>
              <a:gd name="T41" fmla="*/ 200 h 657"/>
              <a:gd name="T42" fmla="*/ 652 w 658"/>
              <a:gd name="T43" fmla="*/ 262 h 657"/>
              <a:gd name="T44" fmla="*/ 658 w 658"/>
              <a:gd name="T45" fmla="*/ 312 h 657"/>
              <a:gd name="T46" fmla="*/ 658 w 658"/>
              <a:gd name="T47" fmla="*/ 345 h 657"/>
              <a:gd name="T48" fmla="*/ 652 w 658"/>
              <a:gd name="T49" fmla="*/ 395 h 657"/>
              <a:gd name="T50" fmla="*/ 633 w 658"/>
              <a:gd name="T51" fmla="*/ 457 h 657"/>
              <a:gd name="T52" fmla="*/ 583 w 658"/>
              <a:gd name="T53" fmla="*/ 537 h 657"/>
              <a:gd name="T54" fmla="*/ 513 w 658"/>
              <a:gd name="T55" fmla="*/ 600 h 657"/>
              <a:gd name="T56" fmla="*/ 427 w 658"/>
              <a:gd name="T57" fmla="*/ 642 h 657"/>
              <a:gd name="T58" fmla="*/ 379 w 658"/>
              <a:gd name="T59" fmla="*/ 653 h 657"/>
              <a:gd name="T60" fmla="*/ 329 w 658"/>
              <a:gd name="T61" fmla="*/ 657 h 657"/>
              <a:gd name="T62" fmla="*/ 329 w 658"/>
              <a:gd name="T63" fmla="*/ 38 h 657"/>
              <a:gd name="T64" fmla="*/ 243 w 658"/>
              <a:gd name="T65" fmla="*/ 51 h 657"/>
              <a:gd name="T66" fmla="*/ 167 w 658"/>
              <a:gd name="T67" fmla="*/ 87 h 657"/>
              <a:gd name="T68" fmla="*/ 105 w 658"/>
              <a:gd name="T69" fmla="*/ 144 h 657"/>
              <a:gd name="T70" fmla="*/ 62 w 658"/>
              <a:gd name="T71" fmla="*/ 215 h 657"/>
              <a:gd name="T72" fmla="*/ 41 w 658"/>
              <a:gd name="T73" fmla="*/ 298 h 657"/>
              <a:gd name="T74" fmla="*/ 41 w 658"/>
              <a:gd name="T75" fmla="*/ 359 h 657"/>
              <a:gd name="T76" fmla="*/ 62 w 658"/>
              <a:gd name="T77" fmla="*/ 442 h 657"/>
              <a:gd name="T78" fmla="*/ 105 w 658"/>
              <a:gd name="T79" fmla="*/ 513 h 657"/>
              <a:gd name="T80" fmla="*/ 167 w 658"/>
              <a:gd name="T81" fmla="*/ 570 h 657"/>
              <a:gd name="T82" fmla="*/ 243 w 658"/>
              <a:gd name="T83" fmla="*/ 607 h 657"/>
              <a:gd name="T84" fmla="*/ 329 w 658"/>
              <a:gd name="T85" fmla="*/ 619 h 657"/>
              <a:gd name="T86" fmla="*/ 388 w 658"/>
              <a:gd name="T87" fmla="*/ 614 h 657"/>
              <a:gd name="T88" fmla="*/ 468 w 658"/>
              <a:gd name="T89" fmla="*/ 584 h 657"/>
              <a:gd name="T90" fmla="*/ 535 w 658"/>
              <a:gd name="T91" fmla="*/ 535 h 657"/>
              <a:gd name="T92" fmla="*/ 586 w 658"/>
              <a:gd name="T93" fmla="*/ 467 h 657"/>
              <a:gd name="T94" fmla="*/ 615 w 658"/>
              <a:gd name="T95" fmla="*/ 387 h 657"/>
              <a:gd name="T96" fmla="*/ 621 w 658"/>
              <a:gd name="T97" fmla="*/ 329 h 657"/>
              <a:gd name="T98" fmla="*/ 607 w 658"/>
              <a:gd name="T99" fmla="*/ 242 h 657"/>
              <a:gd name="T100" fmla="*/ 571 w 658"/>
              <a:gd name="T101" fmla="*/ 165 h 657"/>
              <a:gd name="T102" fmla="*/ 515 w 658"/>
              <a:gd name="T103" fmla="*/ 103 h 657"/>
              <a:gd name="T104" fmla="*/ 444 w 658"/>
              <a:gd name="T105" fmla="*/ 60 h 657"/>
              <a:gd name="T106" fmla="*/ 359 w 658"/>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7">
                <a:moveTo>
                  <a:pt x="329" y="657"/>
                </a:moveTo>
                <a:lnTo>
                  <a:pt x="329" y="657"/>
                </a:lnTo>
                <a:lnTo>
                  <a:pt x="313" y="657"/>
                </a:lnTo>
                <a:lnTo>
                  <a:pt x="296" y="655"/>
                </a:lnTo>
                <a:lnTo>
                  <a:pt x="280" y="653"/>
                </a:lnTo>
                <a:lnTo>
                  <a:pt x="264" y="650"/>
                </a:lnTo>
                <a:lnTo>
                  <a:pt x="247" y="647"/>
                </a:lnTo>
                <a:lnTo>
                  <a:pt x="233" y="642"/>
                </a:lnTo>
                <a:lnTo>
                  <a:pt x="202" y="631"/>
                </a:lnTo>
                <a:lnTo>
                  <a:pt x="174" y="618"/>
                </a:lnTo>
                <a:lnTo>
                  <a:pt x="145" y="600"/>
                </a:lnTo>
                <a:lnTo>
                  <a:pt x="121" y="582"/>
                </a:lnTo>
                <a:lnTo>
                  <a:pt x="97" y="561"/>
                </a:lnTo>
                <a:lnTo>
                  <a:pt x="76" y="537"/>
                </a:lnTo>
                <a:lnTo>
                  <a:pt x="57" y="512"/>
                </a:lnTo>
                <a:lnTo>
                  <a:pt x="41" y="485"/>
                </a:lnTo>
                <a:lnTo>
                  <a:pt x="27" y="457"/>
                </a:lnTo>
                <a:lnTo>
                  <a:pt x="15" y="426"/>
                </a:lnTo>
                <a:lnTo>
                  <a:pt x="11" y="411"/>
                </a:lnTo>
                <a:lnTo>
                  <a:pt x="7" y="395"/>
                </a:lnTo>
                <a:lnTo>
                  <a:pt x="4" y="379"/>
                </a:lnTo>
                <a:lnTo>
                  <a:pt x="3" y="363"/>
                </a:lnTo>
                <a:lnTo>
                  <a:pt x="2" y="345"/>
                </a:lnTo>
                <a:lnTo>
                  <a:pt x="0" y="329"/>
                </a:lnTo>
                <a:lnTo>
                  <a:pt x="0" y="329"/>
                </a:lnTo>
                <a:lnTo>
                  <a:pt x="2" y="312"/>
                </a:lnTo>
                <a:lnTo>
                  <a:pt x="3" y="295"/>
                </a:lnTo>
                <a:lnTo>
                  <a:pt x="4" y="278"/>
                </a:lnTo>
                <a:lnTo>
                  <a:pt x="7" y="262"/>
                </a:lnTo>
                <a:lnTo>
                  <a:pt x="11" y="246"/>
                </a:lnTo>
                <a:lnTo>
                  <a:pt x="15" y="231"/>
                </a:lnTo>
                <a:lnTo>
                  <a:pt x="27" y="200"/>
                </a:lnTo>
                <a:lnTo>
                  <a:pt x="41" y="172"/>
                </a:lnTo>
                <a:lnTo>
                  <a:pt x="57" y="145"/>
                </a:lnTo>
                <a:lnTo>
                  <a:pt x="76" y="120"/>
                </a:lnTo>
                <a:lnTo>
                  <a:pt x="97" y="97"/>
                </a:lnTo>
                <a:lnTo>
                  <a:pt x="121" y="75"/>
                </a:lnTo>
                <a:lnTo>
                  <a:pt x="145" y="56"/>
                </a:lnTo>
                <a:lnTo>
                  <a:pt x="174" y="39"/>
                </a:lnTo>
                <a:lnTo>
                  <a:pt x="202" y="26"/>
                </a:lnTo>
                <a:lnTo>
                  <a:pt x="233" y="15"/>
                </a:lnTo>
                <a:lnTo>
                  <a:pt x="247" y="9"/>
                </a:lnTo>
                <a:lnTo>
                  <a:pt x="264" y="7"/>
                </a:lnTo>
                <a:lnTo>
                  <a:pt x="280" y="4"/>
                </a:lnTo>
                <a:lnTo>
                  <a:pt x="296" y="1"/>
                </a:lnTo>
                <a:lnTo>
                  <a:pt x="313" y="0"/>
                </a:lnTo>
                <a:lnTo>
                  <a:pt x="329" y="0"/>
                </a:lnTo>
                <a:lnTo>
                  <a:pt x="329" y="0"/>
                </a:lnTo>
                <a:lnTo>
                  <a:pt x="347" y="0"/>
                </a:lnTo>
                <a:lnTo>
                  <a:pt x="363" y="1"/>
                </a:lnTo>
                <a:lnTo>
                  <a:pt x="379" y="4"/>
                </a:lnTo>
                <a:lnTo>
                  <a:pt x="397" y="7"/>
                </a:lnTo>
                <a:lnTo>
                  <a:pt x="411" y="9"/>
                </a:lnTo>
                <a:lnTo>
                  <a:pt x="427" y="15"/>
                </a:lnTo>
                <a:lnTo>
                  <a:pt x="457" y="26"/>
                </a:lnTo>
                <a:lnTo>
                  <a:pt x="487" y="39"/>
                </a:lnTo>
                <a:lnTo>
                  <a:pt x="513" y="56"/>
                </a:lnTo>
                <a:lnTo>
                  <a:pt x="539" y="75"/>
                </a:lnTo>
                <a:lnTo>
                  <a:pt x="562" y="97"/>
                </a:lnTo>
                <a:lnTo>
                  <a:pt x="583" y="120"/>
                </a:lnTo>
                <a:lnTo>
                  <a:pt x="602" y="145"/>
                </a:lnTo>
                <a:lnTo>
                  <a:pt x="618" y="172"/>
                </a:lnTo>
                <a:lnTo>
                  <a:pt x="633" y="200"/>
                </a:lnTo>
                <a:lnTo>
                  <a:pt x="644" y="231"/>
                </a:lnTo>
                <a:lnTo>
                  <a:pt x="648" y="246"/>
                </a:lnTo>
                <a:lnTo>
                  <a:pt x="652" y="262"/>
                </a:lnTo>
                <a:lnTo>
                  <a:pt x="654" y="278"/>
                </a:lnTo>
                <a:lnTo>
                  <a:pt x="657" y="295"/>
                </a:lnTo>
                <a:lnTo>
                  <a:pt x="658" y="312"/>
                </a:lnTo>
                <a:lnTo>
                  <a:pt x="658" y="329"/>
                </a:lnTo>
                <a:lnTo>
                  <a:pt x="658" y="329"/>
                </a:lnTo>
                <a:lnTo>
                  <a:pt x="658" y="345"/>
                </a:lnTo>
                <a:lnTo>
                  <a:pt x="657" y="363"/>
                </a:lnTo>
                <a:lnTo>
                  <a:pt x="654" y="379"/>
                </a:lnTo>
                <a:lnTo>
                  <a:pt x="652" y="395"/>
                </a:lnTo>
                <a:lnTo>
                  <a:pt x="648" y="411"/>
                </a:lnTo>
                <a:lnTo>
                  <a:pt x="644" y="426"/>
                </a:lnTo>
                <a:lnTo>
                  <a:pt x="633" y="457"/>
                </a:lnTo>
                <a:lnTo>
                  <a:pt x="618" y="485"/>
                </a:lnTo>
                <a:lnTo>
                  <a:pt x="602" y="512"/>
                </a:lnTo>
                <a:lnTo>
                  <a:pt x="583" y="537"/>
                </a:lnTo>
                <a:lnTo>
                  <a:pt x="562" y="561"/>
                </a:lnTo>
                <a:lnTo>
                  <a:pt x="539" y="582"/>
                </a:lnTo>
                <a:lnTo>
                  <a:pt x="513" y="600"/>
                </a:lnTo>
                <a:lnTo>
                  <a:pt x="487" y="618"/>
                </a:lnTo>
                <a:lnTo>
                  <a:pt x="457" y="631"/>
                </a:lnTo>
                <a:lnTo>
                  <a:pt x="427" y="642"/>
                </a:lnTo>
                <a:lnTo>
                  <a:pt x="411" y="647"/>
                </a:lnTo>
                <a:lnTo>
                  <a:pt x="397" y="650"/>
                </a:lnTo>
                <a:lnTo>
                  <a:pt x="379" y="653"/>
                </a:lnTo>
                <a:lnTo>
                  <a:pt x="363" y="655"/>
                </a:lnTo>
                <a:lnTo>
                  <a:pt x="347" y="657"/>
                </a:lnTo>
                <a:lnTo>
                  <a:pt x="329" y="657"/>
                </a:lnTo>
                <a:lnTo>
                  <a:pt x="329" y="657"/>
                </a:lnTo>
                <a:close/>
                <a:moveTo>
                  <a:pt x="329" y="38"/>
                </a:moveTo>
                <a:lnTo>
                  <a:pt x="329" y="38"/>
                </a:lnTo>
                <a:lnTo>
                  <a:pt x="300" y="39"/>
                </a:lnTo>
                <a:lnTo>
                  <a:pt x="272" y="43"/>
                </a:lnTo>
                <a:lnTo>
                  <a:pt x="243" y="51"/>
                </a:lnTo>
                <a:lnTo>
                  <a:pt x="217" y="60"/>
                </a:lnTo>
                <a:lnTo>
                  <a:pt x="191" y="73"/>
                </a:lnTo>
                <a:lnTo>
                  <a:pt x="167" y="87"/>
                </a:lnTo>
                <a:lnTo>
                  <a:pt x="144" y="103"/>
                </a:lnTo>
                <a:lnTo>
                  <a:pt x="124" y="122"/>
                </a:lnTo>
                <a:lnTo>
                  <a:pt x="105" y="144"/>
                </a:lnTo>
                <a:lnTo>
                  <a:pt x="89" y="165"/>
                </a:lnTo>
                <a:lnTo>
                  <a:pt x="74" y="189"/>
                </a:lnTo>
                <a:lnTo>
                  <a:pt x="62" y="215"/>
                </a:lnTo>
                <a:lnTo>
                  <a:pt x="51" y="242"/>
                </a:lnTo>
                <a:lnTo>
                  <a:pt x="45" y="270"/>
                </a:lnTo>
                <a:lnTo>
                  <a:pt x="41" y="298"/>
                </a:lnTo>
                <a:lnTo>
                  <a:pt x="38" y="329"/>
                </a:lnTo>
                <a:lnTo>
                  <a:pt x="38" y="329"/>
                </a:lnTo>
                <a:lnTo>
                  <a:pt x="41" y="359"/>
                </a:lnTo>
                <a:lnTo>
                  <a:pt x="45" y="387"/>
                </a:lnTo>
                <a:lnTo>
                  <a:pt x="51" y="415"/>
                </a:lnTo>
                <a:lnTo>
                  <a:pt x="62" y="442"/>
                </a:lnTo>
                <a:lnTo>
                  <a:pt x="74" y="467"/>
                </a:lnTo>
                <a:lnTo>
                  <a:pt x="89" y="492"/>
                </a:lnTo>
                <a:lnTo>
                  <a:pt x="105" y="513"/>
                </a:lnTo>
                <a:lnTo>
                  <a:pt x="124" y="535"/>
                </a:lnTo>
                <a:lnTo>
                  <a:pt x="144" y="553"/>
                </a:lnTo>
                <a:lnTo>
                  <a:pt x="167" y="570"/>
                </a:lnTo>
                <a:lnTo>
                  <a:pt x="191" y="584"/>
                </a:lnTo>
                <a:lnTo>
                  <a:pt x="217" y="596"/>
                </a:lnTo>
                <a:lnTo>
                  <a:pt x="243" y="607"/>
                </a:lnTo>
                <a:lnTo>
                  <a:pt x="272" y="614"/>
                </a:lnTo>
                <a:lnTo>
                  <a:pt x="300" y="618"/>
                </a:lnTo>
                <a:lnTo>
                  <a:pt x="329" y="619"/>
                </a:lnTo>
                <a:lnTo>
                  <a:pt x="329" y="619"/>
                </a:lnTo>
                <a:lnTo>
                  <a:pt x="359" y="618"/>
                </a:lnTo>
                <a:lnTo>
                  <a:pt x="388" y="614"/>
                </a:lnTo>
                <a:lnTo>
                  <a:pt x="417" y="607"/>
                </a:lnTo>
                <a:lnTo>
                  <a:pt x="444" y="596"/>
                </a:lnTo>
                <a:lnTo>
                  <a:pt x="468" y="584"/>
                </a:lnTo>
                <a:lnTo>
                  <a:pt x="492" y="570"/>
                </a:lnTo>
                <a:lnTo>
                  <a:pt x="515" y="553"/>
                </a:lnTo>
                <a:lnTo>
                  <a:pt x="535" y="535"/>
                </a:lnTo>
                <a:lnTo>
                  <a:pt x="554" y="513"/>
                </a:lnTo>
                <a:lnTo>
                  <a:pt x="571" y="492"/>
                </a:lnTo>
                <a:lnTo>
                  <a:pt x="586" y="467"/>
                </a:lnTo>
                <a:lnTo>
                  <a:pt x="598" y="442"/>
                </a:lnTo>
                <a:lnTo>
                  <a:pt x="607" y="415"/>
                </a:lnTo>
                <a:lnTo>
                  <a:pt x="615" y="387"/>
                </a:lnTo>
                <a:lnTo>
                  <a:pt x="620" y="359"/>
                </a:lnTo>
                <a:lnTo>
                  <a:pt x="621" y="329"/>
                </a:lnTo>
                <a:lnTo>
                  <a:pt x="621" y="329"/>
                </a:lnTo>
                <a:lnTo>
                  <a:pt x="620" y="298"/>
                </a:lnTo>
                <a:lnTo>
                  <a:pt x="615" y="270"/>
                </a:lnTo>
                <a:lnTo>
                  <a:pt x="607" y="242"/>
                </a:lnTo>
                <a:lnTo>
                  <a:pt x="598" y="215"/>
                </a:lnTo>
                <a:lnTo>
                  <a:pt x="586" y="189"/>
                </a:lnTo>
                <a:lnTo>
                  <a:pt x="571" y="165"/>
                </a:lnTo>
                <a:lnTo>
                  <a:pt x="554" y="144"/>
                </a:lnTo>
                <a:lnTo>
                  <a:pt x="535" y="122"/>
                </a:lnTo>
                <a:lnTo>
                  <a:pt x="515" y="103"/>
                </a:lnTo>
                <a:lnTo>
                  <a:pt x="492" y="87"/>
                </a:lnTo>
                <a:lnTo>
                  <a:pt x="468" y="73"/>
                </a:lnTo>
                <a:lnTo>
                  <a:pt x="444" y="60"/>
                </a:lnTo>
                <a:lnTo>
                  <a:pt x="417" y="51"/>
                </a:lnTo>
                <a:lnTo>
                  <a:pt x="388" y="43"/>
                </a:lnTo>
                <a:lnTo>
                  <a:pt x="359" y="39"/>
                </a:lnTo>
                <a:lnTo>
                  <a:pt x="329" y="38"/>
                </a:lnTo>
                <a:lnTo>
                  <a:pt x="329" y="38"/>
                </a:lnTo>
                <a:close/>
              </a:path>
            </a:pathLst>
          </a:custGeom>
          <a:solidFill>
            <a:schemeClr val="accent1"/>
          </a:solidFill>
          <a:ln>
            <a:solidFill>
              <a:schemeClr val="accent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ea typeface="+mn-ea"/>
              <a:cs typeface="+mn-cs"/>
            </a:endParaRPr>
          </a:p>
        </p:txBody>
      </p:sp>
      <p:grpSp>
        <p:nvGrpSpPr>
          <p:cNvPr id="57" name="Group 56">
            <a:extLst>
              <a:ext uri="{FF2B5EF4-FFF2-40B4-BE49-F238E27FC236}">
                <a16:creationId xmlns:a16="http://schemas.microsoft.com/office/drawing/2014/main" id="{00C83329-2B8E-A7A5-98A5-6D14F63D8457}"/>
              </a:ext>
            </a:extLst>
          </p:cNvPr>
          <p:cNvGrpSpPr>
            <a:grpSpLocks noChangeAspect="1"/>
          </p:cNvGrpSpPr>
          <p:nvPr/>
        </p:nvGrpSpPr>
        <p:grpSpPr>
          <a:xfrm>
            <a:off x="13282581" y="0"/>
            <a:ext cx="387451" cy="413613"/>
            <a:chOff x="5440363" y="200025"/>
            <a:chExt cx="493713" cy="527050"/>
          </a:xfrm>
          <a:solidFill>
            <a:schemeClr val="tx2"/>
          </a:solidFill>
        </p:grpSpPr>
        <p:sp>
          <p:nvSpPr>
            <p:cNvPr id="58" name="Freeform 166">
              <a:extLst>
                <a:ext uri="{FF2B5EF4-FFF2-40B4-BE49-F238E27FC236}">
                  <a16:creationId xmlns:a16="http://schemas.microsoft.com/office/drawing/2014/main" id="{5E32AA3E-0CEF-2A41-6008-3B53E64207C3}"/>
                </a:ext>
              </a:extLst>
            </p:cNvPr>
            <p:cNvSpPr>
              <a:spLocks/>
            </p:cNvSpPr>
            <p:nvPr/>
          </p:nvSpPr>
          <p:spPr bwMode="auto">
            <a:xfrm>
              <a:off x="5576888" y="387350"/>
              <a:ext cx="220663" cy="271463"/>
            </a:xfrm>
            <a:custGeom>
              <a:avLst/>
              <a:gdLst>
                <a:gd name="T0" fmla="*/ 129 w 557"/>
                <a:gd name="T1" fmla="*/ 330 h 686"/>
                <a:gd name="T2" fmla="*/ 129 w 557"/>
                <a:gd name="T3" fmla="*/ 664 h 686"/>
                <a:gd name="T4" fmla="*/ 129 w 557"/>
                <a:gd name="T5" fmla="*/ 664 h 686"/>
                <a:gd name="T6" fmla="*/ 129 w 557"/>
                <a:gd name="T7" fmla="*/ 668 h 686"/>
                <a:gd name="T8" fmla="*/ 131 w 557"/>
                <a:gd name="T9" fmla="*/ 673 h 686"/>
                <a:gd name="T10" fmla="*/ 132 w 557"/>
                <a:gd name="T11" fmla="*/ 676 h 686"/>
                <a:gd name="T12" fmla="*/ 135 w 557"/>
                <a:gd name="T13" fmla="*/ 679 h 686"/>
                <a:gd name="T14" fmla="*/ 138 w 557"/>
                <a:gd name="T15" fmla="*/ 683 h 686"/>
                <a:gd name="T16" fmla="*/ 142 w 557"/>
                <a:gd name="T17" fmla="*/ 684 h 686"/>
                <a:gd name="T18" fmla="*/ 146 w 557"/>
                <a:gd name="T19" fmla="*/ 686 h 686"/>
                <a:gd name="T20" fmla="*/ 150 w 557"/>
                <a:gd name="T21" fmla="*/ 686 h 686"/>
                <a:gd name="T22" fmla="*/ 407 w 557"/>
                <a:gd name="T23" fmla="*/ 686 h 686"/>
                <a:gd name="T24" fmla="*/ 407 w 557"/>
                <a:gd name="T25" fmla="*/ 686 h 686"/>
                <a:gd name="T26" fmla="*/ 412 w 557"/>
                <a:gd name="T27" fmla="*/ 686 h 686"/>
                <a:gd name="T28" fmla="*/ 416 w 557"/>
                <a:gd name="T29" fmla="*/ 684 h 686"/>
                <a:gd name="T30" fmla="*/ 419 w 557"/>
                <a:gd name="T31" fmla="*/ 683 h 686"/>
                <a:gd name="T32" fmla="*/ 422 w 557"/>
                <a:gd name="T33" fmla="*/ 679 h 686"/>
                <a:gd name="T34" fmla="*/ 425 w 557"/>
                <a:gd name="T35" fmla="*/ 676 h 686"/>
                <a:gd name="T36" fmla="*/ 427 w 557"/>
                <a:gd name="T37" fmla="*/ 673 h 686"/>
                <a:gd name="T38" fmla="*/ 428 w 557"/>
                <a:gd name="T39" fmla="*/ 668 h 686"/>
                <a:gd name="T40" fmla="*/ 429 w 557"/>
                <a:gd name="T41" fmla="*/ 664 h 686"/>
                <a:gd name="T42" fmla="*/ 429 w 557"/>
                <a:gd name="T43" fmla="*/ 330 h 686"/>
                <a:gd name="T44" fmla="*/ 551 w 557"/>
                <a:gd name="T45" fmla="*/ 208 h 686"/>
                <a:gd name="T46" fmla="*/ 551 w 557"/>
                <a:gd name="T47" fmla="*/ 208 h 686"/>
                <a:gd name="T48" fmla="*/ 553 w 557"/>
                <a:gd name="T49" fmla="*/ 205 h 686"/>
                <a:gd name="T50" fmla="*/ 555 w 557"/>
                <a:gd name="T51" fmla="*/ 201 h 686"/>
                <a:gd name="T52" fmla="*/ 556 w 557"/>
                <a:gd name="T53" fmla="*/ 198 h 686"/>
                <a:gd name="T54" fmla="*/ 557 w 557"/>
                <a:gd name="T55" fmla="*/ 193 h 686"/>
                <a:gd name="T56" fmla="*/ 557 w 557"/>
                <a:gd name="T57" fmla="*/ 22 h 686"/>
                <a:gd name="T58" fmla="*/ 557 w 557"/>
                <a:gd name="T59" fmla="*/ 22 h 686"/>
                <a:gd name="T60" fmla="*/ 556 w 557"/>
                <a:gd name="T61" fmla="*/ 17 h 686"/>
                <a:gd name="T62" fmla="*/ 555 w 557"/>
                <a:gd name="T63" fmla="*/ 13 h 686"/>
                <a:gd name="T64" fmla="*/ 553 w 557"/>
                <a:gd name="T65" fmla="*/ 10 h 686"/>
                <a:gd name="T66" fmla="*/ 551 w 557"/>
                <a:gd name="T67" fmla="*/ 6 h 686"/>
                <a:gd name="T68" fmla="*/ 548 w 557"/>
                <a:gd name="T69" fmla="*/ 4 h 686"/>
                <a:gd name="T70" fmla="*/ 545 w 557"/>
                <a:gd name="T71" fmla="*/ 2 h 686"/>
                <a:gd name="T72" fmla="*/ 540 w 557"/>
                <a:gd name="T73" fmla="*/ 1 h 686"/>
                <a:gd name="T74" fmla="*/ 536 w 557"/>
                <a:gd name="T75" fmla="*/ 0 h 686"/>
                <a:gd name="T76" fmla="*/ 22 w 557"/>
                <a:gd name="T77" fmla="*/ 0 h 686"/>
                <a:gd name="T78" fmla="*/ 22 w 557"/>
                <a:gd name="T79" fmla="*/ 0 h 686"/>
                <a:gd name="T80" fmla="*/ 18 w 557"/>
                <a:gd name="T81" fmla="*/ 1 h 686"/>
                <a:gd name="T82" fmla="*/ 13 w 557"/>
                <a:gd name="T83" fmla="*/ 2 h 686"/>
                <a:gd name="T84" fmla="*/ 10 w 557"/>
                <a:gd name="T85" fmla="*/ 4 h 686"/>
                <a:gd name="T86" fmla="*/ 7 w 557"/>
                <a:gd name="T87" fmla="*/ 6 h 686"/>
                <a:gd name="T88" fmla="*/ 3 w 557"/>
                <a:gd name="T89" fmla="*/ 10 h 686"/>
                <a:gd name="T90" fmla="*/ 2 w 557"/>
                <a:gd name="T91" fmla="*/ 13 h 686"/>
                <a:gd name="T92" fmla="*/ 0 w 557"/>
                <a:gd name="T93" fmla="*/ 17 h 686"/>
                <a:gd name="T94" fmla="*/ 0 w 557"/>
                <a:gd name="T95" fmla="*/ 22 h 686"/>
                <a:gd name="T96" fmla="*/ 0 w 557"/>
                <a:gd name="T97" fmla="*/ 193 h 686"/>
                <a:gd name="T98" fmla="*/ 0 w 557"/>
                <a:gd name="T99" fmla="*/ 193 h 686"/>
                <a:gd name="T100" fmla="*/ 0 w 557"/>
                <a:gd name="T101" fmla="*/ 198 h 686"/>
                <a:gd name="T102" fmla="*/ 2 w 557"/>
                <a:gd name="T103" fmla="*/ 201 h 686"/>
                <a:gd name="T104" fmla="*/ 3 w 557"/>
                <a:gd name="T105" fmla="*/ 205 h 686"/>
                <a:gd name="T106" fmla="*/ 7 w 557"/>
                <a:gd name="T107" fmla="*/ 208 h 686"/>
                <a:gd name="T108" fmla="*/ 129 w 557"/>
                <a:gd name="T109" fmla="*/ 33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57" h="686">
                  <a:moveTo>
                    <a:pt x="129" y="330"/>
                  </a:moveTo>
                  <a:lnTo>
                    <a:pt x="129" y="664"/>
                  </a:lnTo>
                  <a:lnTo>
                    <a:pt x="129" y="664"/>
                  </a:lnTo>
                  <a:lnTo>
                    <a:pt x="129" y="668"/>
                  </a:lnTo>
                  <a:lnTo>
                    <a:pt x="131" y="673"/>
                  </a:lnTo>
                  <a:lnTo>
                    <a:pt x="132" y="676"/>
                  </a:lnTo>
                  <a:lnTo>
                    <a:pt x="135" y="679"/>
                  </a:lnTo>
                  <a:lnTo>
                    <a:pt x="138" y="683"/>
                  </a:lnTo>
                  <a:lnTo>
                    <a:pt x="142" y="684"/>
                  </a:lnTo>
                  <a:lnTo>
                    <a:pt x="146" y="686"/>
                  </a:lnTo>
                  <a:lnTo>
                    <a:pt x="150" y="686"/>
                  </a:lnTo>
                  <a:lnTo>
                    <a:pt x="407" y="686"/>
                  </a:lnTo>
                  <a:lnTo>
                    <a:pt x="407" y="686"/>
                  </a:lnTo>
                  <a:lnTo>
                    <a:pt x="412" y="686"/>
                  </a:lnTo>
                  <a:lnTo>
                    <a:pt x="416" y="684"/>
                  </a:lnTo>
                  <a:lnTo>
                    <a:pt x="419" y="683"/>
                  </a:lnTo>
                  <a:lnTo>
                    <a:pt x="422" y="679"/>
                  </a:lnTo>
                  <a:lnTo>
                    <a:pt x="425" y="676"/>
                  </a:lnTo>
                  <a:lnTo>
                    <a:pt x="427" y="673"/>
                  </a:lnTo>
                  <a:lnTo>
                    <a:pt x="428" y="668"/>
                  </a:lnTo>
                  <a:lnTo>
                    <a:pt x="429" y="664"/>
                  </a:lnTo>
                  <a:lnTo>
                    <a:pt x="429" y="330"/>
                  </a:lnTo>
                  <a:lnTo>
                    <a:pt x="551" y="208"/>
                  </a:lnTo>
                  <a:lnTo>
                    <a:pt x="551" y="208"/>
                  </a:lnTo>
                  <a:lnTo>
                    <a:pt x="553" y="205"/>
                  </a:lnTo>
                  <a:lnTo>
                    <a:pt x="555" y="201"/>
                  </a:lnTo>
                  <a:lnTo>
                    <a:pt x="556" y="198"/>
                  </a:lnTo>
                  <a:lnTo>
                    <a:pt x="557" y="193"/>
                  </a:lnTo>
                  <a:lnTo>
                    <a:pt x="557" y="22"/>
                  </a:lnTo>
                  <a:lnTo>
                    <a:pt x="557" y="22"/>
                  </a:lnTo>
                  <a:lnTo>
                    <a:pt x="556" y="17"/>
                  </a:lnTo>
                  <a:lnTo>
                    <a:pt x="555" y="13"/>
                  </a:lnTo>
                  <a:lnTo>
                    <a:pt x="553" y="10"/>
                  </a:lnTo>
                  <a:lnTo>
                    <a:pt x="551" y="6"/>
                  </a:lnTo>
                  <a:lnTo>
                    <a:pt x="548" y="4"/>
                  </a:lnTo>
                  <a:lnTo>
                    <a:pt x="545" y="2"/>
                  </a:lnTo>
                  <a:lnTo>
                    <a:pt x="540" y="1"/>
                  </a:lnTo>
                  <a:lnTo>
                    <a:pt x="536" y="0"/>
                  </a:lnTo>
                  <a:lnTo>
                    <a:pt x="22" y="0"/>
                  </a:lnTo>
                  <a:lnTo>
                    <a:pt x="22" y="0"/>
                  </a:lnTo>
                  <a:lnTo>
                    <a:pt x="18" y="1"/>
                  </a:lnTo>
                  <a:lnTo>
                    <a:pt x="13" y="2"/>
                  </a:lnTo>
                  <a:lnTo>
                    <a:pt x="10" y="4"/>
                  </a:lnTo>
                  <a:lnTo>
                    <a:pt x="7" y="6"/>
                  </a:lnTo>
                  <a:lnTo>
                    <a:pt x="3" y="10"/>
                  </a:lnTo>
                  <a:lnTo>
                    <a:pt x="2" y="13"/>
                  </a:lnTo>
                  <a:lnTo>
                    <a:pt x="0" y="17"/>
                  </a:lnTo>
                  <a:lnTo>
                    <a:pt x="0" y="22"/>
                  </a:lnTo>
                  <a:lnTo>
                    <a:pt x="0" y="193"/>
                  </a:lnTo>
                  <a:lnTo>
                    <a:pt x="0" y="193"/>
                  </a:lnTo>
                  <a:lnTo>
                    <a:pt x="0" y="198"/>
                  </a:lnTo>
                  <a:lnTo>
                    <a:pt x="2" y="201"/>
                  </a:lnTo>
                  <a:lnTo>
                    <a:pt x="3" y="205"/>
                  </a:lnTo>
                  <a:lnTo>
                    <a:pt x="7" y="208"/>
                  </a:lnTo>
                  <a:lnTo>
                    <a:pt x="129" y="33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59" name="Freeform 167">
              <a:extLst>
                <a:ext uri="{FF2B5EF4-FFF2-40B4-BE49-F238E27FC236}">
                  <a16:creationId xmlns:a16="http://schemas.microsoft.com/office/drawing/2014/main" id="{ABE942EA-D649-B8B0-60C1-75FB45809190}"/>
                </a:ext>
              </a:extLst>
            </p:cNvPr>
            <p:cNvSpPr>
              <a:spLocks/>
            </p:cNvSpPr>
            <p:nvPr/>
          </p:nvSpPr>
          <p:spPr bwMode="auto">
            <a:xfrm>
              <a:off x="5610225" y="200025"/>
              <a:ext cx="153988" cy="152400"/>
            </a:xfrm>
            <a:custGeom>
              <a:avLst/>
              <a:gdLst>
                <a:gd name="T0" fmla="*/ 193 w 385"/>
                <a:gd name="T1" fmla="*/ 386 h 386"/>
                <a:gd name="T2" fmla="*/ 232 w 385"/>
                <a:gd name="T3" fmla="*/ 381 h 386"/>
                <a:gd name="T4" fmla="*/ 267 w 385"/>
                <a:gd name="T5" fmla="*/ 370 h 386"/>
                <a:gd name="T6" fmla="*/ 301 w 385"/>
                <a:gd name="T7" fmla="*/ 352 h 386"/>
                <a:gd name="T8" fmla="*/ 329 w 385"/>
                <a:gd name="T9" fmla="*/ 328 h 386"/>
                <a:gd name="T10" fmla="*/ 353 w 385"/>
                <a:gd name="T11" fmla="*/ 300 h 386"/>
                <a:gd name="T12" fmla="*/ 370 w 385"/>
                <a:gd name="T13" fmla="*/ 268 h 386"/>
                <a:gd name="T14" fmla="*/ 382 w 385"/>
                <a:gd name="T15" fmla="*/ 231 h 386"/>
                <a:gd name="T16" fmla="*/ 385 w 385"/>
                <a:gd name="T17" fmla="*/ 192 h 386"/>
                <a:gd name="T18" fmla="*/ 385 w 385"/>
                <a:gd name="T19" fmla="*/ 173 h 386"/>
                <a:gd name="T20" fmla="*/ 376 w 385"/>
                <a:gd name="T21" fmla="*/ 135 h 386"/>
                <a:gd name="T22" fmla="*/ 362 w 385"/>
                <a:gd name="T23" fmla="*/ 100 h 386"/>
                <a:gd name="T24" fmla="*/ 342 w 385"/>
                <a:gd name="T25" fmla="*/ 70 h 386"/>
                <a:gd name="T26" fmla="*/ 315 w 385"/>
                <a:gd name="T27" fmla="*/ 43 h 386"/>
                <a:gd name="T28" fmla="*/ 285 w 385"/>
                <a:gd name="T29" fmla="*/ 23 h 386"/>
                <a:gd name="T30" fmla="*/ 250 w 385"/>
                <a:gd name="T31" fmla="*/ 9 h 386"/>
                <a:gd name="T32" fmla="*/ 212 w 385"/>
                <a:gd name="T33" fmla="*/ 1 h 386"/>
                <a:gd name="T34" fmla="*/ 193 w 385"/>
                <a:gd name="T35" fmla="*/ 0 h 386"/>
                <a:gd name="T36" fmla="*/ 154 w 385"/>
                <a:gd name="T37" fmla="*/ 3 h 386"/>
                <a:gd name="T38" fmla="*/ 117 w 385"/>
                <a:gd name="T39" fmla="*/ 15 h 386"/>
                <a:gd name="T40" fmla="*/ 85 w 385"/>
                <a:gd name="T41" fmla="*/ 32 h 386"/>
                <a:gd name="T42" fmla="*/ 57 w 385"/>
                <a:gd name="T43" fmla="*/ 56 h 386"/>
                <a:gd name="T44" fmla="*/ 33 w 385"/>
                <a:gd name="T45" fmla="*/ 84 h 386"/>
                <a:gd name="T46" fmla="*/ 15 w 385"/>
                <a:gd name="T47" fmla="*/ 118 h 386"/>
                <a:gd name="T48" fmla="*/ 4 w 385"/>
                <a:gd name="T49" fmla="*/ 153 h 386"/>
                <a:gd name="T50" fmla="*/ 0 w 385"/>
                <a:gd name="T51" fmla="*/ 192 h 386"/>
                <a:gd name="T52" fmla="*/ 1 w 385"/>
                <a:gd name="T53" fmla="*/ 212 h 386"/>
                <a:gd name="T54" fmla="*/ 8 w 385"/>
                <a:gd name="T55" fmla="*/ 249 h 386"/>
                <a:gd name="T56" fmla="*/ 23 w 385"/>
                <a:gd name="T57" fmla="*/ 284 h 386"/>
                <a:gd name="T58" fmla="*/ 44 w 385"/>
                <a:gd name="T59" fmla="*/ 315 h 386"/>
                <a:gd name="T60" fmla="*/ 70 w 385"/>
                <a:gd name="T61" fmla="*/ 341 h 386"/>
                <a:gd name="T62" fmla="*/ 101 w 385"/>
                <a:gd name="T63" fmla="*/ 362 h 386"/>
                <a:gd name="T64" fmla="*/ 136 w 385"/>
                <a:gd name="T65" fmla="*/ 377 h 386"/>
                <a:gd name="T66" fmla="*/ 173 w 385"/>
                <a:gd name="T67" fmla="*/ 385 h 386"/>
                <a:gd name="T68" fmla="*/ 193 w 385"/>
                <a:gd name="T69"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5" h="386">
                  <a:moveTo>
                    <a:pt x="193" y="386"/>
                  </a:moveTo>
                  <a:lnTo>
                    <a:pt x="193" y="386"/>
                  </a:lnTo>
                  <a:lnTo>
                    <a:pt x="212" y="385"/>
                  </a:lnTo>
                  <a:lnTo>
                    <a:pt x="232" y="381"/>
                  </a:lnTo>
                  <a:lnTo>
                    <a:pt x="250" y="377"/>
                  </a:lnTo>
                  <a:lnTo>
                    <a:pt x="267" y="370"/>
                  </a:lnTo>
                  <a:lnTo>
                    <a:pt x="285" y="362"/>
                  </a:lnTo>
                  <a:lnTo>
                    <a:pt x="301" y="352"/>
                  </a:lnTo>
                  <a:lnTo>
                    <a:pt x="315" y="341"/>
                  </a:lnTo>
                  <a:lnTo>
                    <a:pt x="329" y="328"/>
                  </a:lnTo>
                  <a:lnTo>
                    <a:pt x="342" y="315"/>
                  </a:lnTo>
                  <a:lnTo>
                    <a:pt x="353" y="300"/>
                  </a:lnTo>
                  <a:lnTo>
                    <a:pt x="362" y="284"/>
                  </a:lnTo>
                  <a:lnTo>
                    <a:pt x="370" y="268"/>
                  </a:lnTo>
                  <a:lnTo>
                    <a:pt x="376" y="249"/>
                  </a:lnTo>
                  <a:lnTo>
                    <a:pt x="382" y="231"/>
                  </a:lnTo>
                  <a:lnTo>
                    <a:pt x="385" y="212"/>
                  </a:lnTo>
                  <a:lnTo>
                    <a:pt x="385" y="192"/>
                  </a:lnTo>
                  <a:lnTo>
                    <a:pt x="385" y="192"/>
                  </a:lnTo>
                  <a:lnTo>
                    <a:pt x="385" y="173"/>
                  </a:lnTo>
                  <a:lnTo>
                    <a:pt x="382" y="153"/>
                  </a:lnTo>
                  <a:lnTo>
                    <a:pt x="376" y="135"/>
                  </a:lnTo>
                  <a:lnTo>
                    <a:pt x="370" y="118"/>
                  </a:lnTo>
                  <a:lnTo>
                    <a:pt x="362" y="100"/>
                  </a:lnTo>
                  <a:lnTo>
                    <a:pt x="353" y="84"/>
                  </a:lnTo>
                  <a:lnTo>
                    <a:pt x="342" y="70"/>
                  </a:lnTo>
                  <a:lnTo>
                    <a:pt x="329" y="56"/>
                  </a:lnTo>
                  <a:lnTo>
                    <a:pt x="315" y="43"/>
                  </a:lnTo>
                  <a:lnTo>
                    <a:pt x="301" y="32"/>
                  </a:lnTo>
                  <a:lnTo>
                    <a:pt x="285" y="23"/>
                  </a:lnTo>
                  <a:lnTo>
                    <a:pt x="267" y="15"/>
                  </a:lnTo>
                  <a:lnTo>
                    <a:pt x="250" y="9"/>
                  </a:lnTo>
                  <a:lnTo>
                    <a:pt x="232" y="3"/>
                  </a:lnTo>
                  <a:lnTo>
                    <a:pt x="212" y="1"/>
                  </a:lnTo>
                  <a:lnTo>
                    <a:pt x="193" y="0"/>
                  </a:lnTo>
                  <a:lnTo>
                    <a:pt x="193" y="0"/>
                  </a:lnTo>
                  <a:lnTo>
                    <a:pt x="173" y="1"/>
                  </a:lnTo>
                  <a:lnTo>
                    <a:pt x="154" y="3"/>
                  </a:lnTo>
                  <a:lnTo>
                    <a:pt x="136" y="9"/>
                  </a:lnTo>
                  <a:lnTo>
                    <a:pt x="117" y="15"/>
                  </a:lnTo>
                  <a:lnTo>
                    <a:pt x="101" y="23"/>
                  </a:lnTo>
                  <a:lnTo>
                    <a:pt x="85" y="32"/>
                  </a:lnTo>
                  <a:lnTo>
                    <a:pt x="70" y="43"/>
                  </a:lnTo>
                  <a:lnTo>
                    <a:pt x="57" y="56"/>
                  </a:lnTo>
                  <a:lnTo>
                    <a:pt x="44" y="70"/>
                  </a:lnTo>
                  <a:lnTo>
                    <a:pt x="33" y="84"/>
                  </a:lnTo>
                  <a:lnTo>
                    <a:pt x="23" y="100"/>
                  </a:lnTo>
                  <a:lnTo>
                    <a:pt x="15" y="118"/>
                  </a:lnTo>
                  <a:lnTo>
                    <a:pt x="8" y="135"/>
                  </a:lnTo>
                  <a:lnTo>
                    <a:pt x="4" y="153"/>
                  </a:lnTo>
                  <a:lnTo>
                    <a:pt x="1" y="173"/>
                  </a:lnTo>
                  <a:lnTo>
                    <a:pt x="0" y="192"/>
                  </a:lnTo>
                  <a:lnTo>
                    <a:pt x="0" y="192"/>
                  </a:lnTo>
                  <a:lnTo>
                    <a:pt x="1" y="212"/>
                  </a:lnTo>
                  <a:lnTo>
                    <a:pt x="4" y="231"/>
                  </a:lnTo>
                  <a:lnTo>
                    <a:pt x="8" y="249"/>
                  </a:lnTo>
                  <a:lnTo>
                    <a:pt x="15" y="268"/>
                  </a:lnTo>
                  <a:lnTo>
                    <a:pt x="23" y="284"/>
                  </a:lnTo>
                  <a:lnTo>
                    <a:pt x="33" y="300"/>
                  </a:lnTo>
                  <a:lnTo>
                    <a:pt x="44" y="315"/>
                  </a:lnTo>
                  <a:lnTo>
                    <a:pt x="57" y="328"/>
                  </a:lnTo>
                  <a:lnTo>
                    <a:pt x="70" y="341"/>
                  </a:lnTo>
                  <a:lnTo>
                    <a:pt x="85" y="352"/>
                  </a:lnTo>
                  <a:lnTo>
                    <a:pt x="101" y="362"/>
                  </a:lnTo>
                  <a:lnTo>
                    <a:pt x="117" y="370"/>
                  </a:lnTo>
                  <a:lnTo>
                    <a:pt x="136" y="377"/>
                  </a:lnTo>
                  <a:lnTo>
                    <a:pt x="154" y="381"/>
                  </a:lnTo>
                  <a:lnTo>
                    <a:pt x="173" y="385"/>
                  </a:lnTo>
                  <a:lnTo>
                    <a:pt x="193" y="386"/>
                  </a:lnTo>
                  <a:lnTo>
                    <a:pt x="193" y="38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60" name="Freeform 168">
              <a:extLst>
                <a:ext uri="{FF2B5EF4-FFF2-40B4-BE49-F238E27FC236}">
                  <a16:creationId xmlns:a16="http://schemas.microsoft.com/office/drawing/2014/main" id="{402020CB-36A8-FB93-522C-3A3F76516052}"/>
                </a:ext>
              </a:extLst>
            </p:cNvPr>
            <p:cNvSpPr>
              <a:spLocks/>
            </p:cNvSpPr>
            <p:nvPr/>
          </p:nvSpPr>
          <p:spPr bwMode="auto">
            <a:xfrm>
              <a:off x="5440363" y="593725"/>
              <a:ext cx="493713" cy="133350"/>
            </a:xfrm>
            <a:custGeom>
              <a:avLst/>
              <a:gdLst>
                <a:gd name="T0" fmla="*/ 678 w 1242"/>
                <a:gd name="T1" fmla="*/ 333 h 335"/>
                <a:gd name="T2" fmla="*/ 848 w 1242"/>
                <a:gd name="T3" fmla="*/ 323 h 335"/>
                <a:gd name="T4" fmla="*/ 1002 w 1242"/>
                <a:gd name="T5" fmla="*/ 301 h 335"/>
                <a:gd name="T6" fmla="*/ 1109 w 1242"/>
                <a:gd name="T7" fmla="*/ 273 h 335"/>
                <a:gd name="T8" fmla="*/ 1160 w 1242"/>
                <a:gd name="T9" fmla="*/ 252 h 335"/>
                <a:gd name="T10" fmla="*/ 1201 w 1242"/>
                <a:gd name="T11" fmla="*/ 229 h 335"/>
                <a:gd name="T12" fmla="*/ 1228 w 1242"/>
                <a:gd name="T13" fmla="*/ 203 h 335"/>
                <a:gd name="T14" fmla="*/ 1241 w 1242"/>
                <a:gd name="T15" fmla="*/ 174 h 335"/>
                <a:gd name="T16" fmla="*/ 1242 w 1242"/>
                <a:gd name="T17" fmla="*/ 154 h 335"/>
                <a:gd name="T18" fmla="*/ 1232 w 1242"/>
                <a:gd name="T19" fmla="*/ 129 h 335"/>
                <a:gd name="T20" fmla="*/ 1213 w 1242"/>
                <a:gd name="T21" fmla="*/ 107 h 335"/>
                <a:gd name="T22" fmla="*/ 1185 w 1242"/>
                <a:gd name="T23" fmla="*/ 86 h 335"/>
                <a:gd name="T24" fmla="*/ 1107 w 1242"/>
                <a:gd name="T25" fmla="*/ 53 h 335"/>
                <a:gd name="T26" fmla="*/ 1006 w 1242"/>
                <a:gd name="T27" fmla="*/ 26 h 335"/>
                <a:gd name="T28" fmla="*/ 892 w 1242"/>
                <a:gd name="T29" fmla="*/ 7 h 335"/>
                <a:gd name="T30" fmla="*/ 813 w 1242"/>
                <a:gd name="T31" fmla="*/ 42 h 335"/>
                <a:gd name="T32" fmla="*/ 906 w 1242"/>
                <a:gd name="T33" fmla="*/ 53 h 335"/>
                <a:gd name="T34" fmla="*/ 1019 w 1242"/>
                <a:gd name="T35" fmla="*/ 72 h 335"/>
                <a:gd name="T36" fmla="*/ 1105 w 1242"/>
                <a:gd name="T37" fmla="*/ 97 h 335"/>
                <a:gd name="T38" fmla="*/ 1163 w 1242"/>
                <a:gd name="T39" fmla="*/ 123 h 335"/>
                <a:gd name="T40" fmla="*/ 1193 w 1242"/>
                <a:gd name="T41" fmla="*/ 148 h 335"/>
                <a:gd name="T42" fmla="*/ 1200 w 1242"/>
                <a:gd name="T43" fmla="*/ 163 h 335"/>
                <a:gd name="T44" fmla="*/ 1196 w 1242"/>
                <a:gd name="T45" fmla="*/ 172 h 335"/>
                <a:gd name="T46" fmla="*/ 1183 w 1242"/>
                <a:gd name="T47" fmla="*/ 189 h 335"/>
                <a:gd name="T48" fmla="*/ 1137 w 1242"/>
                <a:gd name="T49" fmla="*/ 217 h 335"/>
                <a:gd name="T50" fmla="*/ 1044 w 1242"/>
                <a:gd name="T51" fmla="*/ 247 h 335"/>
                <a:gd name="T52" fmla="*/ 914 w 1242"/>
                <a:gd name="T53" fmla="*/ 272 h 335"/>
                <a:gd name="T54" fmla="*/ 748 w 1242"/>
                <a:gd name="T55" fmla="*/ 288 h 335"/>
                <a:gd name="T56" fmla="*/ 621 w 1242"/>
                <a:gd name="T57" fmla="*/ 291 h 335"/>
                <a:gd name="T58" fmla="*/ 434 w 1242"/>
                <a:gd name="T59" fmla="*/ 284 h 335"/>
                <a:gd name="T60" fmla="*/ 281 w 1242"/>
                <a:gd name="T61" fmla="*/ 264 h 335"/>
                <a:gd name="T62" fmla="*/ 162 w 1242"/>
                <a:gd name="T63" fmla="*/ 237 h 335"/>
                <a:gd name="T64" fmla="*/ 82 w 1242"/>
                <a:gd name="T65" fmla="*/ 205 h 335"/>
                <a:gd name="T66" fmla="*/ 53 w 1242"/>
                <a:gd name="T67" fmla="*/ 183 h 335"/>
                <a:gd name="T68" fmla="*/ 43 w 1242"/>
                <a:gd name="T69" fmla="*/ 168 h 335"/>
                <a:gd name="T70" fmla="*/ 43 w 1242"/>
                <a:gd name="T71" fmla="*/ 160 h 335"/>
                <a:gd name="T72" fmla="*/ 55 w 1242"/>
                <a:gd name="T73" fmla="*/ 139 h 335"/>
                <a:gd name="T74" fmla="*/ 95 w 1242"/>
                <a:gd name="T75" fmla="*/ 114 h 335"/>
                <a:gd name="T76" fmla="*/ 162 w 1242"/>
                <a:gd name="T77" fmla="*/ 88 h 335"/>
                <a:gd name="T78" fmla="*/ 257 w 1242"/>
                <a:gd name="T79" fmla="*/ 66 h 335"/>
                <a:gd name="T80" fmla="*/ 380 w 1242"/>
                <a:gd name="T81" fmla="*/ 47 h 335"/>
                <a:gd name="T82" fmla="*/ 428 w 1242"/>
                <a:gd name="T83" fmla="*/ 0 h 335"/>
                <a:gd name="T84" fmla="*/ 311 w 1242"/>
                <a:gd name="T85" fmla="*/ 13 h 335"/>
                <a:gd name="T86" fmla="*/ 200 w 1242"/>
                <a:gd name="T87" fmla="*/ 34 h 335"/>
                <a:gd name="T88" fmla="*/ 106 w 1242"/>
                <a:gd name="T89" fmla="*/ 62 h 335"/>
                <a:gd name="T90" fmla="*/ 46 w 1242"/>
                <a:gd name="T91" fmla="*/ 93 h 335"/>
                <a:gd name="T92" fmla="*/ 22 w 1242"/>
                <a:gd name="T93" fmla="*/ 114 h 335"/>
                <a:gd name="T94" fmla="*/ 5 w 1242"/>
                <a:gd name="T95" fmla="*/ 137 h 335"/>
                <a:gd name="T96" fmla="*/ 0 w 1242"/>
                <a:gd name="T97" fmla="*/ 163 h 335"/>
                <a:gd name="T98" fmla="*/ 3 w 1242"/>
                <a:gd name="T99" fmla="*/ 183 h 335"/>
                <a:gd name="T100" fmla="*/ 22 w 1242"/>
                <a:gd name="T101" fmla="*/ 211 h 335"/>
                <a:gd name="T102" fmla="*/ 53 w 1242"/>
                <a:gd name="T103" fmla="*/ 237 h 335"/>
                <a:gd name="T104" fmla="*/ 97 w 1242"/>
                <a:gd name="T105" fmla="*/ 260 h 335"/>
                <a:gd name="T106" fmla="*/ 152 w 1242"/>
                <a:gd name="T107" fmla="*/ 279 h 335"/>
                <a:gd name="T108" fmla="*/ 288 w 1242"/>
                <a:gd name="T109" fmla="*/ 310 h 335"/>
                <a:gd name="T110" fmla="*/ 449 w 1242"/>
                <a:gd name="T111" fmla="*/ 328 h 335"/>
                <a:gd name="T112" fmla="*/ 621 w 1242"/>
                <a:gd name="T113" fmla="*/ 33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2" h="335">
                  <a:moveTo>
                    <a:pt x="621" y="335"/>
                  </a:moveTo>
                  <a:lnTo>
                    <a:pt x="621" y="335"/>
                  </a:lnTo>
                  <a:lnTo>
                    <a:pt x="678" y="333"/>
                  </a:lnTo>
                  <a:lnTo>
                    <a:pt x="736" y="331"/>
                  </a:lnTo>
                  <a:lnTo>
                    <a:pt x="793" y="328"/>
                  </a:lnTo>
                  <a:lnTo>
                    <a:pt x="848" y="323"/>
                  </a:lnTo>
                  <a:lnTo>
                    <a:pt x="902" y="317"/>
                  </a:lnTo>
                  <a:lnTo>
                    <a:pt x="953" y="310"/>
                  </a:lnTo>
                  <a:lnTo>
                    <a:pt x="1002" y="301"/>
                  </a:lnTo>
                  <a:lnTo>
                    <a:pt x="1047" y="290"/>
                  </a:lnTo>
                  <a:lnTo>
                    <a:pt x="1090" y="279"/>
                  </a:lnTo>
                  <a:lnTo>
                    <a:pt x="1109" y="273"/>
                  </a:lnTo>
                  <a:lnTo>
                    <a:pt x="1127" y="266"/>
                  </a:lnTo>
                  <a:lnTo>
                    <a:pt x="1144" y="260"/>
                  </a:lnTo>
                  <a:lnTo>
                    <a:pt x="1160" y="252"/>
                  </a:lnTo>
                  <a:lnTo>
                    <a:pt x="1175" y="245"/>
                  </a:lnTo>
                  <a:lnTo>
                    <a:pt x="1189" y="237"/>
                  </a:lnTo>
                  <a:lnTo>
                    <a:pt x="1201" y="229"/>
                  </a:lnTo>
                  <a:lnTo>
                    <a:pt x="1212" y="220"/>
                  </a:lnTo>
                  <a:lnTo>
                    <a:pt x="1220" y="211"/>
                  </a:lnTo>
                  <a:lnTo>
                    <a:pt x="1228" y="203"/>
                  </a:lnTo>
                  <a:lnTo>
                    <a:pt x="1234" y="193"/>
                  </a:lnTo>
                  <a:lnTo>
                    <a:pt x="1239" y="183"/>
                  </a:lnTo>
                  <a:lnTo>
                    <a:pt x="1241" y="174"/>
                  </a:lnTo>
                  <a:lnTo>
                    <a:pt x="1242" y="163"/>
                  </a:lnTo>
                  <a:lnTo>
                    <a:pt x="1242" y="163"/>
                  </a:lnTo>
                  <a:lnTo>
                    <a:pt x="1242" y="154"/>
                  </a:lnTo>
                  <a:lnTo>
                    <a:pt x="1240" y="145"/>
                  </a:lnTo>
                  <a:lnTo>
                    <a:pt x="1236" y="137"/>
                  </a:lnTo>
                  <a:lnTo>
                    <a:pt x="1232" y="129"/>
                  </a:lnTo>
                  <a:lnTo>
                    <a:pt x="1227" y="122"/>
                  </a:lnTo>
                  <a:lnTo>
                    <a:pt x="1220" y="114"/>
                  </a:lnTo>
                  <a:lnTo>
                    <a:pt x="1213" y="107"/>
                  </a:lnTo>
                  <a:lnTo>
                    <a:pt x="1205" y="100"/>
                  </a:lnTo>
                  <a:lnTo>
                    <a:pt x="1195" y="93"/>
                  </a:lnTo>
                  <a:lnTo>
                    <a:pt x="1185" y="86"/>
                  </a:lnTo>
                  <a:lnTo>
                    <a:pt x="1162" y="74"/>
                  </a:lnTo>
                  <a:lnTo>
                    <a:pt x="1136" y="62"/>
                  </a:lnTo>
                  <a:lnTo>
                    <a:pt x="1107" y="53"/>
                  </a:lnTo>
                  <a:lnTo>
                    <a:pt x="1075" y="43"/>
                  </a:lnTo>
                  <a:lnTo>
                    <a:pt x="1041" y="34"/>
                  </a:lnTo>
                  <a:lnTo>
                    <a:pt x="1006" y="26"/>
                  </a:lnTo>
                  <a:lnTo>
                    <a:pt x="969" y="19"/>
                  </a:lnTo>
                  <a:lnTo>
                    <a:pt x="931" y="13"/>
                  </a:lnTo>
                  <a:lnTo>
                    <a:pt x="892" y="7"/>
                  </a:lnTo>
                  <a:lnTo>
                    <a:pt x="853" y="3"/>
                  </a:lnTo>
                  <a:lnTo>
                    <a:pt x="813" y="0"/>
                  </a:lnTo>
                  <a:lnTo>
                    <a:pt x="813" y="42"/>
                  </a:lnTo>
                  <a:lnTo>
                    <a:pt x="813" y="42"/>
                  </a:lnTo>
                  <a:lnTo>
                    <a:pt x="861" y="47"/>
                  </a:lnTo>
                  <a:lnTo>
                    <a:pt x="906" y="53"/>
                  </a:lnTo>
                  <a:lnTo>
                    <a:pt x="947" y="58"/>
                  </a:lnTo>
                  <a:lnTo>
                    <a:pt x="985" y="66"/>
                  </a:lnTo>
                  <a:lnTo>
                    <a:pt x="1019" y="72"/>
                  </a:lnTo>
                  <a:lnTo>
                    <a:pt x="1051" y="81"/>
                  </a:lnTo>
                  <a:lnTo>
                    <a:pt x="1080" y="88"/>
                  </a:lnTo>
                  <a:lnTo>
                    <a:pt x="1105" y="97"/>
                  </a:lnTo>
                  <a:lnTo>
                    <a:pt x="1127" y="106"/>
                  </a:lnTo>
                  <a:lnTo>
                    <a:pt x="1147" y="114"/>
                  </a:lnTo>
                  <a:lnTo>
                    <a:pt x="1163" y="123"/>
                  </a:lnTo>
                  <a:lnTo>
                    <a:pt x="1176" y="131"/>
                  </a:lnTo>
                  <a:lnTo>
                    <a:pt x="1186" y="139"/>
                  </a:lnTo>
                  <a:lnTo>
                    <a:pt x="1193" y="148"/>
                  </a:lnTo>
                  <a:lnTo>
                    <a:pt x="1198" y="155"/>
                  </a:lnTo>
                  <a:lnTo>
                    <a:pt x="1199" y="160"/>
                  </a:lnTo>
                  <a:lnTo>
                    <a:pt x="1200" y="163"/>
                  </a:lnTo>
                  <a:lnTo>
                    <a:pt x="1200" y="163"/>
                  </a:lnTo>
                  <a:lnTo>
                    <a:pt x="1199" y="168"/>
                  </a:lnTo>
                  <a:lnTo>
                    <a:pt x="1196" y="172"/>
                  </a:lnTo>
                  <a:lnTo>
                    <a:pt x="1193" y="178"/>
                  </a:lnTo>
                  <a:lnTo>
                    <a:pt x="1189" y="183"/>
                  </a:lnTo>
                  <a:lnTo>
                    <a:pt x="1183" y="189"/>
                  </a:lnTo>
                  <a:lnTo>
                    <a:pt x="1177" y="194"/>
                  </a:lnTo>
                  <a:lnTo>
                    <a:pt x="1159" y="205"/>
                  </a:lnTo>
                  <a:lnTo>
                    <a:pt x="1137" y="217"/>
                  </a:lnTo>
                  <a:lnTo>
                    <a:pt x="1111" y="226"/>
                  </a:lnTo>
                  <a:lnTo>
                    <a:pt x="1080" y="237"/>
                  </a:lnTo>
                  <a:lnTo>
                    <a:pt x="1044" y="247"/>
                  </a:lnTo>
                  <a:lnTo>
                    <a:pt x="1005" y="257"/>
                  </a:lnTo>
                  <a:lnTo>
                    <a:pt x="961" y="264"/>
                  </a:lnTo>
                  <a:lnTo>
                    <a:pt x="914" y="272"/>
                  </a:lnTo>
                  <a:lnTo>
                    <a:pt x="863" y="278"/>
                  </a:lnTo>
                  <a:lnTo>
                    <a:pt x="808" y="284"/>
                  </a:lnTo>
                  <a:lnTo>
                    <a:pt x="748" y="288"/>
                  </a:lnTo>
                  <a:lnTo>
                    <a:pt x="687" y="290"/>
                  </a:lnTo>
                  <a:lnTo>
                    <a:pt x="621" y="291"/>
                  </a:lnTo>
                  <a:lnTo>
                    <a:pt x="621" y="291"/>
                  </a:lnTo>
                  <a:lnTo>
                    <a:pt x="555" y="290"/>
                  </a:lnTo>
                  <a:lnTo>
                    <a:pt x="493" y="288"/>
                  </a:lnTo>
                  <a:lnTo>
                    <a:pt x="434" y="284"/>
                  </a:lnTo>
                  <a:lnTo>
                    <a:pt x="379" y="278"/>
                  </a:lnTo>
                  <a:lnTo>
                    <a:pt x="328" y="272"/>
                  </a:lnTo>
                  <a:lnTo>
                    <a:pt x="281" y="264"/>
                  </a:lnTo>
                  <a:lnTo>
                    <a:pt x="236" y="257"/>
                  </a:lnTo>
                  <a:lnTo>
                    <a:pt x="198" y="247"/>
                  </a:lnTo>
                  <a:lnTo>
                    <a:pt x="162" y="237"/>
                  </a:lnTo>
                  <a:lnTo>
                    <a:pt x="131" y="226"/>
                  </a:lnTo>
                  <a:lnTo>
                    <a:pt x="105" y="217"/>
                  </a:lnTo>
                  <a:lnTo>
                    <a:pt x="82" y="205"/>
                  </a:lnTo>
                  <a:lnTo>
                    <a:pt x="65" y="194"/>
                  </a:lnTo>
                  <a:lnTo>
                    <a:pt x="58" y="189"/>
                  </a:lnTo>
                  <a:lnTo>
                    <a:pt x="53" y="183"/>
                  </a:lnTo>
                  <a:lnTo>
                    <a:pt x="49" y="178"/>
                  </a:lnTo>
                  <a:lnTo>
                    <a:pt x="45" y="172"/>
                  </a:lnTo>
                  <a:lnTo>
                    <a:pt x="43" y="168"/>
                  </a:lnTo>
                  <a:lnTo>
                    <a:pt x="42" y="163"/>
                  </a:lnTo>
                  <a:lnTo>
                    <a:pt x="42" y="163"/>
                  </a:lnTo>
                  <a:lnTo>
                    <a:pt x="43" y="160"/>
                  </a:lnTo>
                  <a:lnTo>
                    <a:pt x="44" y="155"/>
                  </a:lnTo>
                  <a:lnTo>
                    <a:pt x="49" y="148"/>
                  </a:lnTo>
                  <a:lnTo>
                    <a:pt x="55" y="139"/>
                  </a:lnTo>
                  <a:lnTo>
                    <a:pt x="66" y="131"/>
                  </a:lnTo>
                  <a:lnTo>
                    <a:pt x="79" y="123"/>
                  </a:lnTo>
                  <a:lnTo>
                    <a:pt x="95" y="114"/>
                  </a:lnTo>
                  <a:lnTo>
                    <a:pt x="114" y="106"/>
                  </a:lnTo>
                  <a:lnTo>
                    <a:pt x="137" y="97"/>
                  </a:lnTo>
                  <a:lnTo>
                    <a:pt x="162" y="88"/>
                  </a:lnTo>
                  <a:lnTo>
                    <a:pt x="191" y="81"/>
                  </a:lnTo>
                  <a:lnTo>
                    <a:pt x="222" y="72"/>
                  </a:lnTo>
                  <a:lnTo>
                    <a:pt x="257" y="66"/>
                  </a:lnTo>
                  <a:lnTo>
                    <a:pt x="295" y="58"/>
                  </a:lnTo>
                  <a:lnTo>
                    <a:pt x="336" y="53"/>
                  </a:lnTo>
                  <a:lnTo>
                    <a:pt x="380" y="47"/>
                  </a:lnTo>
                  <a:lnTo>
                    <a:pt x="428" y="42"/>
                  </a:lnTo>
                  <a:lnTo>
                    <a:pt x="428" y="0"/>
                  </a:lnTo>
                  <a:lnTo>
                    <a:pt x="428" y="0"/>
                  </a:lnTo>
                  <a:lnTo>
                    <a:pt x="389" y="3"/>
                  </a:lnTo>
                  <a:lnTo>
                    <a:pt x="349" y="7"/>
                  </a:lnTo>
                  <a:lnTo>
                    <a:pt x="311" y="13"/>
                  </a:lnTo>
                  <a:lnTo>
                    <a:pt x="272" y="19"/>
                  </a:lnTo>
                  <a:lnTo>
                    <a:pt x="235" y="26"/>
                  </a:lnTo>
                  <a:lnTo>
                    <a:pt x="200" y="34"/>
                  </a:lnTo>
                  <a:lnTo>
                    <a:pt x="166" y="43"/>
                  </a:lnTo>
                  <a:lnTo>
                    <a:pt x="135" y="53"/>
                  </a:lnTo>
                  <a:lnTo>
                    <a:pt x="106" y="62"/>
                  </a:lnTo>
                  <a:lnTo>
                    <a:pt x="80" y="74"/>
                  </a:lnTo>
                  <a:lnTo>
                    <a:pt x="56" y="86"/>
                  </a:lnTo>
                  <a:lnTo>
                    <a:pt x="46" y="93"/>
                  </a:lnTo>
                  <a:lnTo>
                    <a:pt x="37" y="100"/>
                  </a:lnTo>
                  <a:lnTo>
                    <a:pt x="28" y="107"/>
                  </a:lnTo>
                  <a:lnTo>
                    <a:pt x="22" y="114"/>
                  </a:lnTo>
                  <a:lnTo>
                    <a:pt x="15" y="122"/>
                  </a:lnTo>
                  <a:lnTo>
                    <a:pt x="10" y="129"/>
                  </a:lnTo>
                  <a:lnTo>
                    <a:pt x="5" y="137"/>
                  </a:lnTo>
                  <a:lnTo>
                    <a:pt x="2" y="145"/>
                  </a:lnTo>
                  <a:lnTo>
                    <a:pt x="0" y="154"/>
                  </a:lnTo>
                  <a:lnTo>
                    <a:pt x="0" y="163"/>
                  </a:lnTo>
                  <a:lnTo>
                    <a:pt x="0" y="163"/>
                  </a:lnTo>
                  <a:lnTo>
                    <a:pt x="0" y="174"/>
                  </a:lnTo>
                  <a:lnTo>
                    <a:pt x="3" y="183"/>
                  </a:lnTo>
                  <a:lnTo>
                    <a:pt x="7" y="193"/>
                  </a:lnTo>
                  <a:lnTo>
                    <a:pt x="14" y="203"/>
                  </a:lnTo>
                  <a:lnTo>
                    <a:pt x="22" y="211"/>
                  </a:lnTo>
                  <a:lnTo>
                    <a:pt x="30" y="220"/>
                  </a:lnTo>
                  <a:lnTo>
                    <a:pt x="41" y="229"/>
                  </a:lnTo>
                  <a:lnTo>
                    <a:pt x="53" y="237"/>
                  </a:lnTo>
                  <a:lnTo>
                    <a:pt x="67" y="245"/>
                  </a:lnTo>
                  <a:lnTo>
                    <a:pt x="81" y="252"/>
                  </a:lnTo>
                  <a:lnTo>
                    <a:pt x="97" y="260"/>
                  </a:lnTo>
                  <a:lnTo>
                    <a:pt x="114" y="266"/>
                  </a:lnTo>
                  <a:lnTo>
                    <a:pt x="133" y="273"/>
                  </a:lnTo>
                  <a:lnTo>
                    <a:pt x="152" y="279"/>
                  </a:lnTo>
                  <a:lnTo>
                    <a:pt x="194" y="290"/>
                  </a:lnTo>
                  <a:lnTo>
                    <a:pt x="240" y="301"/>
                  </a:lnTo>
                  <a:lnTo>
                    <a:pt x="288" y="310"/>
                  </a:lnTo>
                  <a:lnTo>
                    <a:pt x="340" y="317"/>
                  </a:lnTo>
                  <a:lnTo>
                    <a:pt x="393" y="323"/>
                  </a:lnTo>
                  <a:lnTo>
                    <a:pt x="449" y="328"/>
                  </a:lnTo>
                  <a:lnTo>
                    <a:pt x="505" y="331"/>
                  </a:lnTo>
                  <a:lnTo>
                    <a:pt x="563" y="333"/>
                  </a:lnTo>
                  <a:lnTo>
                    <a:pt x="621" y="335"/>
                  </a:lnTo>
                  <a:lnTo>
                    <a:pt x="621" y="33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Open Sans Light"/>
                <a:ea typeface="+mn-ea"/>
                <a:cs typeface="+mn-cs"/>
              </a:endParaRPr>
            </a:p>
          </p:txBody>
        </p:sp>
      </p:grpSp>
      <p:sp>
        <p:nvSpPr>
          <p:cNvPr id="70" name="Freeform 6">
            <a:extLst>
              <a:ext uri="{FF2B5EF4-FFF2-40B4-BE49-F238E27FC236}">
                <a16:creationId xmlns:a16="http://schemas.microsoft.com/office/drawing/2014/main" id="{2E0E868C-8961-CB8F-D05A-FE9ECEA48E9F}"/>
              </a:ext>
              <a:ext uri="{C183D7F6-B498-43B3-948B-1728B52AA6E4}">
                <adec:decorative xmlns:adec="http://schemas.microsoft.com/office/drawing/2017/decorative" val="1"/>
              </a:ext>
            </a:extLst>
          </p:cNvPr>
          <p:cNvSpPr>
            <a:spLocks/>
          </p:cNvSpPr>
          <p:nvPr/>
        </p:nvSpPr>
        <p:spPr bwMode="auto">
          <a:xfrm>
            <a:off x="5413993" y="2313279"/>
            <a:ext cx="421243" cy="2332876"/>
          </a:xfrm>
          <a:custGeom>
            <a:avLst/>
            <a:gdLst>
              <a:gd name="T0" fmla="*/ 424 w 1918"/>
              <a:gd name="T1" fmla="*/ 0 h 2975"/>
              <a:gd name="T2" fmla="*/ 439 w 1918"/>
              <a:gd name="T3" fmla="*/ 0 h 2975"/>
              <a:gd name="T4" fmla="*/ 452 w 1918"/>
              <a:gd name="T5" fmla="*/ 4 h 2975"/>
              <a:gd name="T6" fmla="*/ 465 w 1918"/>
              <a:gd name="T7" fmla="*/ 14 h 2975"/>
              <a:gd name="T8" fmla="*/ 1905 w 1918"/>
              <a:gd name="T9" fmla="*/ 1454 h 2975"/>
              <a:gd name="T10" fmla="*/ 1914 w 1918"/>
              <a:gd name="T11" fmla="*/ 1466 h 2975"/>
              <a:gd name="T12" fmla="*/ 1918 w 1918"/>
              <a:gd name="T13" fmla="*/ 1480 h 2975"/>
              <a:gd name="T14" fmla="*/ 1918 w 1918"/>
              <a:gd name="T15" fmla="*/ 1495 h 2975"/>
              <a:gd name="T16" fmla="*/ 1914 w 1918"/>
              <a:gd name="T17" fmla="*/ 1509 h 2975"/>
              <a:gd name="T18" fmla="*/ 1905 w 1918"/>
              <a:gd name="T19" fmla="*/ 1522 h 2975"/>
              <a:gd name="T20" fmla="*/ 465 w 1918"/>
              <a:gd name="T21" fmla="*/ 2962 h 2975"/>
              <a:gd name="T22" fmla="*/ 454 w 1918"/>
              <a:gd name="T23" fmla="*/ 2969 h 2975"/>
              <a:gd name="T24" fmla="*/ 443 w 1918"/>
              <a:gd name="T25" fmla="*/ 2974 h 2975"/>
              <a:gd name="T26" fmla="*/ 431 w 1918"/>
              <a:gd name="T27" fmla="*/ 2975 h 2975"/>
              <a:gd name="T28" fmla="*/ 419 w 1918"/>
              <a:gd name="T29" fmla="*/ 2974 h 2975"/>
              <a:gd name="T30" fmla="*/ 407 w 1918"/>
              <a:gd name="T31" fmla="*/ 2969 h 2975"/>
              <a:gd name="T32" fmla="*/ 397 w 1918"/>
              <a:gd name="T33" fmla="*/ 2962 h 2975"/>
              <a:gd name="T34" fmla="*/ 13 w 1918"/>
              <a:gd name="T35" fmla="*/ 2577 h 2975"/>
              <a:gd name="T36" fmla="*/ 4 w 1918"/>
              <a:gd name="T37" fmla="*/ 2565 h 2975"/>
              <a:gd name="T38" fmla="*/ 0 w 1918"/>
              <a:gd name="T39" fmla="*/ 2551 h 2975"/>
              <a:gd name="T40" fmla="*/ 0 w 1918"/>
              <a:gd name="T41" fmla="*/ 2537 h 2975"/>
              <a:gd name="T42" fmla="*/ 4 w 1918"/>
              <a:gd name="T43" fmla="*/ 2522 h 2975"/>
              <a:gd name="T44" fmla="*/ 13 w 1918"/>
              <a:gd name="T45" fmla="*/ 2509 h 2975"/>
              <a:gd name="T46" fmla="*/ 1035 w 1918"/>
              <a:gd name="T47" fmla="*/ 1487 h 2975"/>
              <a:gd name="T48" fmla="*/ 13 w 1918"/>
              <a:gd name="T49" fmla="*/ 465 h 2975"/>
              <a:gd name="T50" fmla="*/ 4 w 1918"/>
              <a:gd name="T51" fmla="*/ 452 h 2975"/>
              <a:gd name="T52" fmla="*/ 0 w 1918"/>
              <a:gd name="T53" fmla="*/ 439 h 2975"/>
              <a:gd name="T54" fmla="*/ 0 w 1918"/>
              <a:gd name="T55" fmla="*/ 424 h 2975"/>
              <a:gd name="T56" fmla="*/ 4 w 1918"/>
              <a:gd name="T57" fmla="*/ 410 h 2975"/>
              <a:gd name="T58" fmla="*/ 13 w 1918"/>
              <a:gd name="T59" fmla="*/ 397 h 2975"/>
              <a:gd name="T60" fmla="*/ 397 w 1918"/>
              <a:gd name="T61" fmla="*/ 14 h 2975"/>
              <a:gd name="T62" fmla="*/ 409 w 1918"/>
              <a:gd name="T63" fmla="*/ 4 h 2975"/>
              <a:gd name="T64" fmla="*/ 424 w 1918"/>
              <a:gd name="T65" fmla="*/ 0 h 2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18" h="2975">
                <a:moveTo>
                  <a:pt x="424" y="0"/>
                </a:moveTo>
                <a:lnTo>
                  <a:pt x="439" y="0"/>
                </a:lnTo>
                <a:lnTo>
                  <a:pt x="452" y="4"/>
                </a:lnTo>
                <a:lnTo>
                  <a:pt x="465" y="14"/>
                </a:lnTo>
                <a:lnTo>
                  <a:pt x="1905" y="1454"/>
                </a:lnTo>
                <a:lnTo>
                  <a:pt x="1914" y="1466"/>
                </a:lnTo>
                <a:lnTo>
                  <a:pt x="1918" y="1480"/>
                </a:lnTo>
                <a:lnTo>
                  <a:pt x="1918" y="1495"/>
                </a:lnTo>
                <a:lnTo>
                  <a:pt x="1914" y="1509"/>
                </a:lnTo>
                <a:lnTo>
                  <a:pt x="1905" y="1522"/>
                </a:lnTo>
                <a:lnTo>
                  <a:pt x="465" y="2962"/>
                </a:lnTo>
                <a:lnTo>
                  <a:pt x="454" y="2969"/>
                </a:lnTo>
                <a:lnTo>
                  <a:pt x="443" y="2974"/>
                </a:lnTo>
                <a:lnTo>
                  <a:pt x="431" y="2975"/>
                </a:lnTo>
                <a:lnTo>
                  <a:pt x="419" y="2974"/>
                </a:lnTo>
                <a:lnTo>
                  <a:pt x="407" y="2969"/>
                </a:lnTo>
                <a:lnTo>
                  <a:pt x="397" y="2962"/>
                </a:lnTo>
                <a:lnTo>
                  <a:pt x="13" y="2577"/>
                </a:lnTo>
                <a:lnTo>
                  <a:pt x="4" y="2565"/>
                </a:lnTo>
                <a:lnTo>
                  <a:pt x="0" y="2551"/>
                </a:lnTo>
                <a:lnTo>
                  <a:pt x="0" y="2537"/>
                </a:lnTo>
                <a:lnTo>
                  <a:pt x="4" y="2522"/>
                </a:lnTo>
                <a:lnTo>
                  <a:pt x="13" y="2509"/>
                </a:lnTo>
                <a:lnTo>
                  <a:pt x="1035" y="1487"/>
                </a:lnTo>
                <a:lnTo>
                  <a:pt x="13" y="465"/>
                </a:lnTo>
                <a:lnTo>
                  <a:pt x="4" y="452"/>
                </a:lnTo>
                <a:lnTo>
                  <a:pt x="0" y="439"/>
                </a:lnTo>
                <a:lnTo>
                  <a:pt x="0" y="424"/>
                </a:lnTo>
                <a:lnTo>
                  <a:pt x="4" y="410"/>
                </a:lnTo>
                <a:lnTo>
                  <a:pt x="13" y="397"/>
                </a:lnTo>
                <a:lnTo>
                  <a:pt x="397" y="14"/>
                </a:lnTo>
                <a:lnTo>
                  <a:pt x="409" y="4"/>
                </a:lnTo>
                <a:lnTo>
                  <a:pt x="424" y="0"/>
                </a:lnTo>
                <a:close/>
              </a:path>
            </a:pathLst>
          </a:custGeom>
          <a:solidFill>
            <a:schemeClr val="accent6">
              <a:lumMod val="20000"/>
              <a:lumOff val="8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ea typeface="+mn-ea"/>
              <a:cs typeface="+mn-cs"/>
            </a:endParaRPr>
          </a:p>
        </p:txBody>
      </p:sp>
      <p:sp>
        <p:nvSpPr>
          <p:cNvPr id="71" name="Rectangle 70">
            <a:extLst>
              <a:ext uri="{FF2B5EF4-FFF2-40B4-BE49-F238E27FC236}">
                <a16:creationId xmlns:a16="http://schemas.microsoft.com/office/drawing/2014/main" id="{209E3201-2907-59F6-6149-638E637B04E3}"/>
              </a:ext>
              <a:ext uri="{C183D7F6-B498-43B3-948B-1728B52AA6E4}">
                <adec:decorative xmlns:adec="http://schemas.microsoft.com/office/drawing/2017/decorative" val="1"/>
              </a:ext>
            </a:extLst>
          </p:cNvPr>
          <p:cNvSpPr/>
          <p:nvPr/>
        </p:nvSpPr>
        <p:spPr>
          <a:xfrm>
            <a:off x="6062878" y="1709530"/>
            <a:ext cx="5195218" cy="351182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18" name="TextBox 17">
            <a:extLst>
              <a:ext uri="{FF2B5EF4-FFF2-40B4-BE49-F238E27FC236}">
                <a16:creationId xmlns:a16="http://schemas.microsoft.com/office/drawing/2014/main" id="{651C55B9-4BBC-B87D-0E32-3B0324F3DF82}"/>
              </a:ext>
            </a:extLst>
          </p:cNvPr>
          <p:cNvSpPr txBox="1"/>
          <p:nvPr/>
        </p:nvSpPr>
        <p:spPr>
          <a:xfrm>
            <a:off x="6123388" y="4565462"/>
            <a:ext cx="5201920" cy="584775"/>
          </a:xfrm>
          <a:prstGeom prst="rect">
            <a:avLst/>
          </a:prstGeom>
          <a:noFill/>
        </p:spPr>
        <p:txBody>
          <a:bodyPr wrap="square">
            <a:spAutoFit/>
          </a:bodyPr>
          <a:lstStyle/>
          <a:p>
            <a:r>
              <a:rPr lang="en-US" sz="1600" b="0" i="1" u="none" strike="noStrike" dirty="0">
                <a:solidFill>
                  <a:schemeClr val="tx1">
                    <a:lumMod val="50000"/>
                    <a:lumOff val="50000"/>
                  </a:schemeClr>
                </a:solidFill>
                <a:effectLst/>
              </a:rPr>
              <a:t>These are adjustable scenario assumptions, not measured financial outcomes.</a:t>
            </a:r>
            <a:endParaRPr lang="en-US" sz="1600" i="1" dirty="0">
              <a:solidFill>
                <a:schemeClr val="tx1">
                  <a:lumMod val="50000"/>
                  <a:lumOff val="50000"/>
                </a:schemeClr>
              </a:solidFill>
            </a:endParaRPr>
          </a:p>
        </p:txBody>
      </p:sp>
      <p:pic>
        <p:nvPicPr>
          <p:cNvPr id="33" name="Graphic 32" descr="Dollar with solid fill">
            <a:extLst>
              <a:ext uri="{FF2B5EF4-FFF2-40B4-BE49-F238E27FC236}">
                <a16:creationId xmlns:a16="http://schemas.microsoft.com/office/drawing/2014/main" id="{DA08549F-BD95-6886-B29A-05B207CD86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3014" y="2436410"/>
            <a:ext cx="555523" cy="503905"/>
          </a:xfrm>
          <a:prstGeom prst="rect">
            <a:avLst/>
          </a:prstGeom>
        </p:spPr>
      </p:pic>
      <p:pic>
        <p:nvPicPr>
          <p:cNvPr id="35" name="Graphic 34" descr="Checkbox Checked with solid fill">
            <a:extLst>
              <a:ext uri="{FF2B5EF4-FFF2-40B4-BE49-F238E27FC236}">
                <a16:creationId xmlns:a16="http://schemas.microsoft.com/office/drawing/2014/main" id="{7DA783BA-D4C7-3D66-7EDD-636C92AA49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4257" y="3455019"/>
            <a:ext cx="703006" cy="703006"/>
          </a:xfrm>
          <a:prstGeom prst="rect">
            <a:avLst/>
          </a:prstGeom>
        </p:spPr>
      </p:pic>
      <p:pic>
        <p:nvPicPr>
          <p:cNvPr id="37" name="Graphic 36" descr="Transfer1 outline">
            <a:extLst>
              <a:ext uri="{FF2B5EF4-FFF2-40B4-BE49-F238E27FC236}">
                <a16:creationId xmlns:a16="http://schemas.microsoft.com/office/drawing/2014/main" id="{D19E5755-E131-FE32-E737-3BDBE2CC6D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7329" y="1931019"/>
            <a:ext cx="538374" cy="538374"/>
          </a:xfrm>
          <a:prstGeom prst="rect">
            <a:avLst/>
          </a:prstGeom>
        </p:spPr>
      </p:pic>
      <p:pic>
        <p:nvPicPr>
          <p:cNvPr id="39" name="Graphic 38" descr="Coins with solid fill">
            <a:extLst>
              <a:ext uri="{FF2B5EF4-FFF2-40B4-BE49-F238E27FC236}">
                <a16:creationId xmlns:a16="http://schemas.microsoft.com/office/drawing/2014/main" id="{6E6FD307-C792-9CE6-C0A8-829C25C11ED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07485" y="3608604"/>
            <a:ext cx="403411" cy="403411"/>
          </a:xfrm>
          <a:prstGeom prst="rect">
            <a:avLst/>
          </a:prstGeom>
        </p:spPr>
      </p:pic>
      <p:pic>
        <p:nvPicPr>
          <p:cNvPr id="44" name="Graphic 43" descr="Stop with solid fill">
            <a:extLst>
              <a:ext uri="{FF2B5EF4-FFF2-40B4-BE49-F238E27FC236}">
                <a16:creationId xmlns:a16="http://schemas.microsoft.com/office/drawing/2014/main" id="{48B5AEA0-35E9-2510-C191-E02C7E554CF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64186" y="2697289"/>
            <a:ext cx="616857" cy="616857"/>
          </a:xfrm>
          <a:prstGeom prst="rect">
            <a:avLst/>
          </a:prstGeom>
        </p:spPr>
      </p:pic>
      <p:pic>
        <p:nvPicPr>
          <p:cNvPr id="10" name="Camera 9">
            <a:extLst>
              <a:ext uri="{FF2B5EF4-FFF2-40B4-BE49-F238E27FC236}">
                <a16:creationId xmlns:a16="http://schemas.microsoft.com/office/drawing/2014/main" id="{70EF3660-EC24-FD33-E218-DDDB15DF6B1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2"/>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156441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332C10-5336-D02F-65DD-8D38DA8ECBCE}"/>
              </a:ext>
            </a:extLst>
          </p:cNvPr>
          <p:cNvSpPr>
            <a:spLocks noGrp="1"/>
          </p:cNvSpPr>
          <p:nvPr>
            <p:ph idx="1"/>
          </p:nvPr>
        </p:nvSpPr>
        <p:spPr>
          <a:xfrm>
            <a:off x="190408" y="771789"/>
            <a:ext cx="5909978" cy="5788038"/>
          </a:xfrm>
        </p:spPr>
        <p:txBody>
          <a:bodyPr>
            <a:normAutofit lnSpcReduction="10000"/>
          </a:bodyPr>
          <a:lstStyle/>
          <a:p>
            <a:pPr>
              <a:spcAft>
                <a:spcPts val="700"/>
              </a:spcAft>
            </a:pPr>
            <a:r>
              <a:rPr lang="en-US" b="1" dirty="0"/>
              <a:t>500 Patients Targeted:</a:t>
            </a:r>
          </a:p>
          <a:p>
            <a:pPr>
              <a:spcAft>
                <a:spcPts val="700"/>
              </a:spcAft>
            </a:pPr>
            <a:r>
              <a:rPr lang="en-US" b="1" dirty="0"/>
              <a:t>Expected Impact</a:t>
            </a:r>
          </a:p>
          <a:p>
            <a:pPr lvl="1">
              <a:spcAft>
                <a:spcPts val="700"/>
              </a:spcAft>
            </a:pPr>
            <a:r>
              <a:rPr lang="en-US" dirty="0"/>
              <a:t>175.8 expected readmissions without intervention</a:t>
            </a:r>
          </a:p>
          <a:p>
            <a:pPr lvl="1">
              <a:spcAft>
                <a:spcPts val="700"/>
              </a:spcAft>
            </a:pPr>
            <a:r>
              <a:rPr lang="en-US" dirty="0"/>
              <a:t>17.6 expected readmissions avoided</a:t>
            </a:r>
          </a:p>
          <a:p>
            <a:pPr>
              <a:spcAft>
                <a:spcPts val="700"/>
              </a:spcAft>
            </a:pPr>
            <a:r>
              <a:rPr lang="en-US" b="1" dirty="0"/>
              <a:t>Financial Impact</a:t>
            </a:r>
          </a:p>
          <a:p>
            <a:pPr lvl="1">
              <a:spcAft>
                <a:spcPts val="700"/>
              </a:spcAft>
            </a:pPr>
            <a:r>
              <a:rPr lang="en-US" dirty="0"/>
              <a:t>$263.7K gross avoided readmission costs</a:t>
            </a:r>
          </a:p>
          <a:p>
            <a:pPr lvl="1">
              <a:spcAft>
                <a:spcPts val="700"/>
              </a:spcAft>
            </a:pPr>
            <a:r>
              <a:rPr lang="en-US" dirty="0"/>
              <a:t>– $150K intervention cost</a:t>
            </a:r>
          </a:p>
          <a:p>
            <a:pPr lvl="1">
              <a:spcAft>
                <a:spcPts val="700"/>
              </a:spcAft>
            </a:pPr>
            <a:r>
              <a:rPr lang="en-US" dirty="0"/>
              <a:t>+ $113.7K estimated net value</a:t>
            </a:r>
          </a:p>
          <a:p>
            <a:pPr>
              <a:spcAft>
                <a:spcPts val="700"/>
              </a:spcAft>
            </a:pPr>
            <a:r>
              <a:rPr lang="en-US" b="1" dirty="0"/>
              <a:t>Break-Even Point</a:t>
            </a:r>
          </a:p>
          <a:p>
            <a:pPr lvl="1">
              <a:spcAft>
                <a:spcPts val="700"/>
              </a:spcAft>
            </a:pPr>
            <a:r>
              <a:rPr lang="en-US" dirty="0"/>
              <a:t>5.7% intervention effectiveness</a:t>
            </a:r>
          </a:p>
          <a:p>
            <a:pPr>
              <a:spcAft>
                <a:spcPts val="700"/>
              </a:spcAft>
            </a:pPr>
            <a:r>
              <a:rPr lang="en-US" b="1" dirty="0"/>
              <a:t>Takeaways:</a:t>
            </a:r>
          </a:p>
          <a:p>
            <a:pPr lvl="1">
              <a:spcAft>
                <a:spcPts val="700"/>
              </a:spcAft>
            </a:pPr>
            <a:r>
              <a:rPr lang="en-US" dirty="0"/>
              <a:t>At these assumptions, targeting the top 500 patients creates positive expected value.</a:t>
            </a:r>
          </a:p>
          <a:p>
            <a:pPr lvl="1">
              <a:spcAft>
                <a:spcPts val="700"/>
              </a:spcAft>
            </a:pPr>
            <a:r>
              <a:rPr lang="en-US" dirty="0"/>
              <a:t>Marginal value turns negative near 1,300 patients, showing why capacity should be optimized rather than maximized.</a:t>
            </a:r>
          </a:p>
          <a:p>
            <a:endParaRPr lang="en-US" dirty="0"/>
          </a:p>
          <a:p>
            <a:endParaRPr lang="en-US" dirty="0"/>
          </a:p>
          <a:p>
            <a:endParaRPr lang="en-US" dirty="0"/>
          </a:p>
          <a:p>
            <a:endParaRPr lang="en-US" dirty="0"/>
          </a:p>
          <a:p>
            <a:endParaRPr lang="en-US" dirty="0"/>
          </a:p>
          <a:p>
            <a:endParaRPr lang="en-US" dirty="0"/>
          </a:p>
        </p:txBody>
      </p:sp>
      <p:sp>
        <p:nvSpPr>
          <p:cNvPr id="3" name="Title 2">
            <a:extLst>
              <a:ext uri="{FF2B5EF4-FFF2-40B4-BE49-F238E27FC236}">
                <a16:creationId xmlns:a16="http://schemas.microsoft.com/office/drawing/2014/main" id="{D2B4ACDD-F869-B335-9F6D-2B6E0A9A03DF}"/>
              </a:ext>
            </a:extLst>
          </p:cNvPr>
          <p:cNvSpPr>
            <a:spLocks noGrp="1"/>
          </p:cNvSpPr>
          <p:nvPr>
            <p:ph type="title"/>
          </p:nvPr>
        </p:nvSpPr>
        <p:spPr/>
        <p:txBody>
          <a:bodyPr/>
          <a:lstStyle/>
          <a:p>
            <a:r>
              <a:rPr lang="en-US" sz="3200" dirty="0"/>
              <a:t>Cost &amp; Value: Results at 500 Patients</a:t>
            </a:r>
            <a:endParaRPr lang="en-US" dirty="0"/>
          </a:p>
        </p:txBody>
      </p:sp>
      <p:sp>
        <p:nvSpPr>
          <p:cNvPr id="4" name="Slide Number Placeholder 3">
            <a:extLst>
              <a:ext uri="{FF2B5EF4-FFF2-40B4-BE49-F238E27FC236}">
                <a16:creationId xmlns:a16="http://schemas.microsoft.com/office/drawing/2014/main" id="{7E122CBC-DC54-B060-A40F-DDE4B7AA088D}"/>
              </a:ext>
            </a:extLst>
          </p:cNvPr>
          <p:cNvSpPr>
            <a:spLocks noGrp="1"/>
          </p:cNvSpPr>
          <p:nvPr>
            <p:ph type="sldNum" sz="quarter" idx="4"/>
          </p:nvPr>
        </p:nvSpPr>
        <p:spPr/>
        <p:txBody>
          <a:bodyPr/>
          <a:lstStyle/>
          <a:p>
            <a:fld id="{B3BD2672-75C2-438C-BF59-C55A35C73CD5}" type="slidenum">
              <a:rPr lang="en-US" smtClean="0"/>
              <a:pPr/>
              <a:t>13</a:t>
            </a:fld>
            <a:endParaRPr lang="en-US" dirty="0"/>
          </a:p>
        </p:txBody>
      </p:sp>
      <p:pic>
        <p:nvPicPr>
          <p:cNvPr id="5" name="Cost Value Chart">
            <a:extLst>
              <a:ext uri="{FF2B5EF4-FFF2-40B4-BE49-F238E27FC236}">
                <a16:creationId xmlns:a16="http://schemas.microsoft.com/office/drawing/2014/main" id="{1A7BC99B-E260-2EAE-8584-CA6FD354C828}"/>
              </a:ext>
            </a:extLst>
          </p:cNvPr>
          <p:cNvPicPr>
            <a:picLocks noChangeAspect="1"/>
          </p:cNvPicPr>
          <p:nvPr/>
        </p:nvPicPr>
        <p:blipFill>
          <a:blip r:embed="rId3"/>
          <a:stretch>
            <a:fillRect/>
          </a:stretch>
        </p:blipFill>
        <p:spPr>
          <a:xfrm>
            <a:off x="6109252" y="1618268"/>
            <a:ext cx="5852028" cy="3898046"/>
          </a:xfrm>
          <a:prstGeom prst="rect">
            <a:avLst/>
          </a:prstGeom>
        </p:spPr>
      </p:pic>
      <p:pic>
        <p:nvPicPr>
          <p:cNvPr id="6" name="Camera 5">
            <a:extLst>
              <a:ext uri="{FF2B5EF4-FFF2-40B4-BE49-F238E27FC236}">
                <a16:creationId xmlns:a16="http://schemas.microsoft.com/office/drawing/2014/main" id="{5C9C6F19-B253-769E-80E6-C08BB873230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87694725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A70B92C9-8377-66FB-CC22-BDEF652E416D}"/>
              </a:ext>
            </a:extLst>
          </p:cNvPr>
          <p:cNvSpPr>
            <a:spLocks noGrp="1"/>
          </p:cNvSpPr>
          <p:nvPr>
            <p:ph idx="1"/>
          </p:nvPr>
        </p:nvSpPr>
        <p:spPr>
          <a:xfrm>
            <a:off x="192998" y="1152144"/>
            <a:ext cx="4643162" cy="2942778"/>
          </a:xfrm>
        </p:spPr>
        <p:txBody>
          <a:bodyPr>
            <a:normAutofit fontScale="92500" lnSpcReduction="20000"/>
          </a:bodyPr>
          <a:lstStyle/>
          <a:p>
            <a:pPr marL="0" indent="0">
              <a:spcAft>
                <a:spcPts val="700"/>
              </a:spcAft>
              <a:buNone/>
            </a:pPr>
            <a:r>
              <a:rPr lang="en-US" sz="2000" b="1" dirty="0"/>
              <a:t>Score</a:t>
            </a:r>
          </a:p>
          <a:p>
            <a:pPr lvl="1">
              <a:spcAft>
                <a:spcPts val="700"/>
              </a:spcAft>
            </a:pPr>
            <a:r>
              <a:rPr lang="en-US" dirty="0"/>
              <a:t>Rank patients by 30-day readmission risk</a:t>
            </a:r>
          </a:p>
          <a:p>
            <a:pPr marL="0" indent="0">
              <a:spcAft>
                <a:spcPts val="700"/>
              </a:spcAft>
              <a:buNone/>
            </a:pPr>
            <a:r>
              <a:rPr lang="en-US" sz="2000" b="1" dirty="0"/>
              <a:t>Plan</a:t>
            </a:r>
          </a:p>
          <a:p>
            <a:pPr lvl="1">
              <a:spcAft>
                <a:spcPts val="700"/>
              </a:spcAft>
            </a:pPr>
            <a:r>
              <a:rPr lang="en-US" dirty="0"/>
              <a:t>Adjust capacity, threshold, cost, and effectiveness</a:t>
            </a:r>
          </a:p>
          <a:p>
            <a:pPr marL="0" indent="0">
              <a:spcAft>
                <a:spcPts val="700"/>
              </a:spcAft>
              <a:buNone/>
            </a:pPr>
            <a:r>
              <a:rPr lang="en-US" sz="2000" b="1" dirty="0"/>
              <a:t>Guidance</a:t>
            </a:r>
          </a:p>
          <a:p>
            <a:pPr lvl="1">
              <a:spcAft>
                <a:spcPts val="700"/>
              </a:spcAft>
            </a:pPr>
            <a:r>
              <a:rPr lang="en-US" dirty="0"/>
              <a:t>Ask questions grounded in CMS/AHRQ documents</a:t>
            </a:r>
          </a:p>
          <a:p>
            <a:pPr marL="0" indent="0">
              <a:spcAft>
                <a:spcPts val="700"/>
              </a:spcAft>
              <a:buNone/>
            </a:pPr>
            <a:r>
              <a:rPr lang="en-US" sz="2000" b="1" dirty="0"/>
              <a:t>Model</a:t>
            </a:r>
          </a:p>
          <a:p>
            <a:pPr lvl="1">
              <a:spcAft>
                <a:spcPts val="700"/>
              </a:spcAft>
            </a:pPr>
            <a:r>
              <a:rPr lang="en-US" dirty="0"/>
              <a:t>Review performance, limitations, and governance</a:t>
            </a:r>
          </a:p>
        </p:txBody>
      </p:sp>
      <p:sp>
        <p:nvSpPr>
          <p:cNvPr id="2" name="Title 1">
            <a:extLst>
              <a:ext uri="{FF2B5EF4-FFF2-40B4-BE49-F238E27FC236}">
                <a16:creationId xmlns:a16="http://schemas.microsoft.com/office/drawing/2014/main" id="{A42A9FAD-0D1E-7C98-AB0F-FAC0ED75B04F}"/>
              </a:ext>
            </a:extLst>
          </p:cNvPr>
          <p:cNvSpPr>
            <a:spLocks noGrp="1"/>
          </p:cNvSpPr>
          <p:nvPr>
            <p:ph type="title"/>
          </p:nvPr>
        </p:nvSpPr>
        <p:spPr>
          <a:xfrm>
            <a:off x="188962" y="225288"/>
            <a:ext cx="6059438" cy="626066"/>
          </a:xfrm>
        </p:spPr>
        <p:txBody>
          <a:bodyPr wrap="square" anchor="t">
            <a:noAutofit/>
          </a:bodyPr>
          <a:lstStyle/>
          <a:p>
            <a:r>
              <a:rPr lang="en-US" sz="2600" dirty="0"/>
              <a:t>Product Demo</a:t>
            </a:r>
          </a:p>
        </p:txBody>
      </p:sp>
      <p:sp>
        <p:nvSpPr>
          <p:cNvPr id="3" name="Slide Number Placeholder 2">
            <a:extLst>
              <a:ext uri="{FF2B5EF4-FFF2-40B4-BE49-F238E27FC236}">
                <a16:creationId xmlns:a16="http://schemas.microsoft.com/office/drawing/2014/main" id="{185B488E-9806-143B-63BD-B44C18F3B7CC}"/>
              </a:ext>
            </a:extLst>
          </p:cNvPr>
          <p:cNvSpPr>
            <a:spLocks noGrp="1"/>
          </p:cNvSpPr>
          <p:nvPr>
            <p:ph type="sldNum" sz="quarter" idx="4"/>
          </p:nvPr>
        </p:nvSpPr>
        <p:spPr/>
        <p:txBody>
          <a:bodyPr/>
          <a:lstStyle/>
          <a:p>
            <a:fld id="{B3BD2672-75C2-438C-BF59-C55A35C73CD5}" type="slidenum">
              <a:rPr lang="en-US" smtClean="0"/>
              <a:pPr/>
              <a:t>14</a:t>
            </a:fld>
            <a:endParaRPr lang="en-US" dirty="0"/>
          </a:p>
        </p:txBody>
      </p:sp>
      <p:sp>
        <p:nvSpPr>
          <p:cNvPr id="10" name="Sections"/>
          <p:cNvSpPr/>
          <p:nvPr/>
        </p:nvSpPr>
        <p:spPr>
          <a:xfrm>
            <a:off x="260547" y="1542122"/>
            <a:ext cx="5300000" cy="2495650"/>
          </a:xfrm>
          <a:prstGeom prst="rect">
            <a:avLst/>
          </a:prstGeom>
          <a:noFill/>
        </p:spPr>
        <p:txBody>
          <a:bodyPr wrap="square">
            <a:normAutofit/>
          </a:bodyPr>
          <a:lstStyle/>
          <a:p>
            <a:pPr>
              <a:spcAft>
                <a:spcPts val="600"/>
              </a:spcAft>
            </a:pPr>
            <a:endParaRPr lang="en-US" sz="1800" dirty="0">
              <a:solidFill>
                <a:schemeClr val="bg1"/>
              </a:solidFill>
            </a:endParaRPr>
          </a:p>
        </p:txBody>
      </p:sp>
      <p:sp>
        <p:nvSpPr>
          <p:cNvPr id="11" name="Walkthrough"/>
          <p:cNvSpPr/>
          <p:nvPr/>
        </p:nvSpPr>
        <p:spPr>
          <a:xfrm>
            <a:off x="102404" y="4232880"/>
            <a:ext cx="4538242" cy="2171964"/>
          </a:xfrm>
          <a:prstGeom prst="rect">
            <a:avLst/>
          </a:prstGeom>
          <a:noFill/>
        </p:spPr>
        <p:txBody>
          <a:bodyPr wrap="square">
            <a:normAutofit fontScale="92500" lnSpcReduction="10000"/>
          </a:bodyPr>
          <a:lstStyle/>
          <a:p>
            <a:pPr>
              <a:spcAft>
                <a:spcPts val="700"/>
              </a:spcAft>
            </a:pPr>
            <a:r>
              <a:rPr lang="en-US" sz="2000" b="1" dirty="0">
                <a:solidFill>
                  <a:schemeClr val="bg1"/>
                </a:solidFill>
              </a:rPr>
              <a:t>Care-Manager Workflow</a:t>
            </a:r>
          </a:p>
          <a:p>
            <a:pPr marL="342900" indent="-342900">
              <a:spcAft>
                <a:spcPts val="700"/>
              </a:spcAft>
              <a:buFont typeface="+mj-lt"/>
              <a:buAutoNum type="arabicPeriod"/>
            </a:pPr>
            <a:r>
              <a:rPr lang="en-US" sz="1800" dirty="0">
                <a:solidFill>
                  <a:schemeClr val="bg1"/>
                </a:solidFill>
              </a:rPr>
              <a:t>Upload or use a patient list</a:t>
            </a:r>
          </a:p>
          <a:p>
            <a:pPr marL="342900" indent="-342900">
              <a:spcAft>
                <a:spcPts val="700"/>
              </a:spcAft>
              <a:buFont typeface="+mj-lt"/>
              <a:buAutoNum type="arabicPeriod"/>
            </a:pPr>
            <a:r>
              <a:rPr lang="en-US" sz="1800" dirty="0">
                <a:solidFill>
                  <a:schemeClr val="bg1"/>
                </a:solidFill>
              </a:rPr>
              <a:t>Set available capacity</a:t>
            </a:r>
          </a:p>
          <a:p>
            <a:pPr marL="342900" indent="-342900">
              <a:spcAft>
                <a:spcPts val="700"/>
              </a:spcAft>
              <a:buFont typeface="+mj-lt"/>
              <a:buAutoNum type="arabicPeriod"/>
            </a:pPr>
            <a:r>
              <a:rPr lang="en-US" sz="1800" dirty="0">
                <a:solidFill>
                  <a:schemeClr val="bg1"/>
                </a:solidFill>
              </a:rPr>
              <a:t>Review prioritized patients and expected value</a:t>
            </a:r>
          </a:p>
          <a:p>
            <a:pPr marL="342900" indent="-342900">
              <a:spcAft>
                <a:spcPts val="700"/>
              </a:spcAft>
              <a:buFont typeface="+mj-lt"/>
              <a:buAutoNum type="arabicPeriod"/>
            </a:pPr>
            <a:r>
              <a:rPr lang="en-US" sz="1800" dirty="0">
                <a:solidFill>
                  <a:schemeClr val="bg1"/>
                </a:solidFill>
              </a:rPr>
              <a:t>Use guidance and governance information before action</a:t>
            </a:r>
          </a:p>
        </p:txBody>
      </p:sp>
      <p:pic>
        <p:nvPicPr>
          <p:cNvPr id="5" name="Picture 4">
            <a:extLst>
              <a:ext uri="{FF2B5EF4-FFF2-40B4-BE49-F238E27FC236}">
                <a16:creationId xmlns:a16="http://schemas.microsoft.com/office/drawing/2014/main" id="{3A390EEF-08B3-4F88-A62F-8CBADBF9C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0539" y="170399"/>
            <a:ext cx="7381461" cy="4096800"/>
          </a:xfrm>
          <a:prstGeom prst="rect">
            <a:avLst/>
          </a:prstGeom>
        </p:spPr>
      </p:pic>
      <p:pic>
        <p:nvPicPr>
          <p:cNvPr id="9" name="Picture 8">
            <a:extLst>
              <a:ext uri="{FF2B5EF4-FFF2-40B4-BE49-F238E27FC236}">
                <a16:creationId xmlns:a16="http://schemas.microsoft.com/office/drawing/2014/main" id="{070FEF31-7323-600F-C64B-E081574D27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0444" y="4255030"/>
            <a:ext cx="7371556" cy="2602970"/>
          </a:xfrm>
          <a:prstGeom prst="rect">
            <a:avLst/>
          </a:prstGeom>
        </p:spPr>
      </p:pic>
      <p:sp>
        <p:nvSpPr>
          <p:cNvPr id="8" name="TextBox 7">
            <a:extLst>
              <a:ext uri="{FF2B5EF4-FFF2-40B4-BE49-F238E27FC236}">
                <a16:creationId xmlns:a16="http://schemas.microsoft.com/office/drawing/2014/main" id="{F3D30B20-8C47-35CB-86C4-99899AC616EB}"/>
              </a:ext>
            </a:extLst>
          </p:cNvPr>
          <p:cNvSpPr txBox="1"/>
          <p:nvPr/>
        </p:nvSpPr>
        <p:spPr>
          <a:xfrm>
            <a:off x="3396996" y="748350"/>
            <a:ext cx="1339596" cy="367665"/>
          </a:xfrm>
          <a:prstGeom prst="rect">
            <a:avLst/>
          </a:prstGeom>
          <a:noFill/>
        </p:spPr>
        <p:txBody>
          <a:bodyPr wrap="square">
            <a:spAutoFit/>
          </a:bodyPr>
          <a:lstStyle/>
          <a:p>
            <a:r>
              <a:rPr lang="en-US" dirty="0">
                <a:solidFill>
                  <a:schemeClr val="accent5"/>
                </a:solidFill>
                <a:hlinkClick r:id="rId5">
                  <a:extLst>
                    <a:ext uri="{A12FA001-AC4F-418D-AE19-62706E023703}">
                      <ahyp:hlinkClr xmlns:ahyp="http://schemas.microsoft.com/office/drawing/2018/hyperlinkcolor" val="tx"/>
                    </a:ext>
                  </a:extLst>
                </a:hlinkClick>
              </a:rPr>
              <a:t>Link to App</a:t>
            </a:r>
            <a:endParaRPr lang="en-US" dirty="0">
              <a:solidFill>
                <a:schemeClr val="accent5"/>
              </a:solidFill>
            </a:endParaRPr>
          </a:p>
        </p:txBody>
      </p:sp>
      <p:pic>
        <p:nvPicPr>
          <p:cNvPr id="4" name="Camera 3">
            <a:extLst>
              <a:ext uri="{FF2B5EF4-FFF2-40B4-BE49-F238E27FC236}">
                <a16:creationId xmlns:a16="http://schemas.microsoft.com/office/drawing/2014/main" id="{420A0C3C-4454-BAB8-50F6-B61D9F000CB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86494848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1850000" cy="594360"/>
          </a:xfrm>
        </p:spPr>
        <p:txBody>
          <a:bodyPr>
            <a:normAutofit/>
          </a:bodyPr>
          <a:lstStyle/>
          <a:p>
            <a:r>
              <a:rPr lang="en-US" sz="2600" dirty="0"/>
              <a:t>Recommendation: Pilot as Decision Support</a:t>
            </a:r>
          </a:p>
        </p:txBody>
      </p:sp>
      <p:sp>
        <p:nvSpPr>
          <p:cNvPr id="10" name="Recommendation Bullets"/>
          <p:cNvSpPr/>
          <p:nvPr/>
        </p:nvSpPr>
        <p:spPr>
          <a:xfrm>
            <a:off x="492000" y="808400"/>
            <a:ext cx="11700000" cy="1274400"/>
          </a:xfrm>
          <a:prstGeom prst="rect">
            <a:avLst/>
          </a:prstGeom>
          <a:noFill/>
        </p:spPr>
        <p:txBody>
          <a:bodyPr wrap="square">
            <a:normAutofit/>
          </a:bodyPr>
          <a:lstStyle/>
          <a:p>
            <a:pPr marL="342900" indent="-342900">
              <a:buFont typeface="Arial" panose="020B0604020202020204" pitchFamily="34" charset="0"/>
              <a:buChar char="•"/>
            </a:pPr>
            <a:r>
              <a:rPr lang="en-US" sz="2400" dirty="0"/>
              <a:t>Use risk ranking + capacity + net value to set the operating point.</a:t>
            </a:r>
          </a:p>
          <a:p>
            <a:pPr marL="342900" indent="-342900">
              <a:buFont typeface="Arial" panose="020B0604020202020204" pitchFamily="34" charset="0"/>
              <a:buChar char="•"/>
            </a:pPr>
            <a:r>
              <a:rPr lang="en-US" sz="2400" dirty="0"/>
              <a:t>Use RAG for source-grounded care-transition guidance.</a:t>
            </a:r>
          </a:p>
          <a:p>
            <a:pPr marL="342900" indent="-342900">
              <a:buFont typeface="Arial" panose="020B0604020202020204" pitchFamily="34" charset="0"/>
              <a:buChar char="•"/>
            </a:pPr>
            <a:r>
              <a:rPr lang="en-US" sz="2400" dirty="0"/>
              <a:t>Keep the final intervention decision with care managers.</a:t>
            </a:r>
          </a:p>
        </p:txBody>
      </p:sp>
      <p:sp>
        <p:nvSpPr>
          <p:cNvPr id="20" name="Phase 0"/>
          <p:cNvSpPr/>
          <p:nvPr/>
        </p:nvSpPr>
        <p:spPr>
          <a:xfrm>
            <a:off x="425360" y="2419519"/>
            <a:ext cx="2650000" cy="2010241"/>
          </a:xfrm>
          <a:prstGeom prst="roundRect">
            <a:avLst/>
          </a:prstGeom>
          <a:solidFill>
            <a:srgbClr val="354CA1"/>
          </a:solidFill>
          <a:ln>
            <a:noFill/>
          </a:ln>
        </p:spPr>
        <p:txBody>
          <a:bodyPr wrap="square" anchor="ctr"/>
          <a:lstStyle/>
          <a:p>
            <a:pPr algn="ctr">
              <a:buNone/>
            </a:pPr>
            <a:r>
              <a:rPr lang="en-US" sz="1800" b="1" dirty="0">
                <a:solidFill>
                  <a:schemeClr val="bg1"/>
                </a:solidFill>
              </a:rPr>
              <a:t>Retrospective</a:t>
            </a:r>
          </a:p>
          <a:p>
            <a:pPr algn="ctr">
              <a:buNone/>
            </a:pPr>
            <a:r>
              <a:rPr lang="en-US" sz="1800" b="1" dirty="0">
                <a:solidFill>
                  <a:schemeClr val="bg1"/>
                </a:solidFill>
              </a:rPr>
              <a:t>Validation: </a:t>
            </a:r>
            <a:r>
              <a:rPr lang="en-US" sz="1800" dirty="0">
                <a:solidFill>
                  <a:schemeClr val="bg1"/>
                </a:solidFill>
              </a:rPr>
              <a:t>Test performance on current local EHR data</a:t>
            </a:r>
          </a:p>
        </p:txBody>
      </p:sp>
      <p:sp>
        <p:nvSpPr>
          <p:cNvPr id="21" name="Phase Arrow 0"/>
          <p:cNvSpPr/>
          <p:nvPr/>
        </p:nvSpPr>
        <p:spPr>
          <a:xfrm>
            <a:off x="3067268" y="3397509"/>
            <a:ext cx="220000" cy="217120"/>
          </a:xfrm>
          <a:prstGeom prst="rightArrow">
            <a:avLst/>
          </a:prstGeom>
          <a:solidFill>
            <a:srgbClr val="4C4842"/>
          </a:solidFill>
          <a:ln>
            <a:noFill/>
          </a:ln>
        </p:spPr>
        <p:txBody>
          <a:bodyPr/>
          <a:lstStyle/>
          <a:p>
            <a:endParaRPr lang="en-US"/>
          </a:p>
        </p:txBody>
      </p:sp>
      <p:sp>
        <p:nvSpPr>
          <p:cNvPr id="22" name="Phase 1"/>
          <p:cNvSpPr/>
          <p:nvPr/>
        </p:nvSpPr>
        <p:spPr>
          <a:xfrm>
            <a:off x="3295360" y="2419519"/>
            <a:ext cx="2650000" cy="2010241"/>
          </a:xfrm>
          <a:prstGeom prst="roundRect">
            <a:avLst/>
          </a:prstGeom>
          <a:solidFill>
            <a:srgbClr val="354CA1"/>
          </a:solidFill>
          <a:ln>
            <a:noFill/>
          </a:ln>
        </p:spPr>
        <p:txBody>
          <a:bodyPr wrap="square" anchor="ctr"/>
          <a:lstStyle/>
          <a:p>
            <a:pPr algn="ctr">
              <a:buNone/>
            </a:pPr>
            <a:r>
              <a:rPr lang="en-US" sz="1800" b="1" dirty="0">
                <a:solidFill>
                  <a:schemeClr val="bg1"/>
                </a:solidFill>
              </a:rPr>
              <a:t>Shadow-mode</a:t>
            </a:r>
          </a:p>
          <a:p>
            <a:pPr algn="ctr">
              <a:buNone/>
            </a:pPr>
            <a:r>
              <a:rPr lang="en-US" sz="1800" b="1" dirty="0">
                <a:solidFill>
                  <a:schemeClr val="bg1"/>
                </a:solidFill>
              </a:rPr>
              <a:t>workflow test: </a:t>
            </a:r>
            <a:r>
              <a:rPr lang="en-US" sz="1800" dirty="0">
                <a:solidFill>
                  <a:schemeClr val="bg1"/>
                </a:solidFill>
              </a:rPr>
              <a:t>Compare recommendations with existing care-management </a:t>
            </a:r>
            <a:r>
              <a:rPr lang="en-US" sz="2000" dirty="0">
                <a:solidFill>
                  <a:schemeClr val="bg1"/>
                </a:solidFill>
              </a:rPr>
              <a:t>decisions</a:t>
            </a:r>
          </a:p>
        </p:txBody>
      </p:sp>
      <p:sp>
        <p:nvSpPr>
          <p:cNvPr id="23" name="Phase Arrow 1"/>
          <p:cNvSpPr/>
          <p:nvPr/>
        </p:nvSpPr>
        <p:spPr>
          <a:xfrm>
            <a:off x="5937268" y="3397509"/>
            <a:ext cx="220000" cy="217120"/>
          </a:xfrm>
          <a:prstGeom prst="rightArrow">
            <a:avLst/>
          </a:prstGeom>
          <a:solidFill>
            <a:srgbClr val="4C4842"/>
          </a:solidFill>
          <a:ln>
            <a:noFill/>
          </a:ln>
        </p:spPr>
        <p:txBody>
          <a:bodyPr/>
          <a:lstStyle/>
          <a:p>
            <a:endParaRPr lang="en-US"/>
          </a:p>
        </p:txBody>
      </p:sp>
      <p:sp>
        <p:nvSpPr>
          <p:cNvPr id="24" name="Phase 2"/>
          <p:cNvSpPr/>
          <p:nvPr/>
        </p:nvSpPr>
        <p:spPr>
          <a:xfrm>
            <a:off x="6165360" y="2419519"/>
            <a:ext cx="2650000" cy="2010241"/>
          </a:xfrm>
          <a:prstGeom prst="roundRect">
            <a:avLst/>
          </a:prstGeom>
          <a:solidFill>
            <a:srgbClr val="CC0035"/>
          </a:solidFill>
          <a:ln>
            <a:noFill/>
          </a:ln>
        </p:spPr>
        <p:txBody>
          <a:bodyPr wrap="square" anchor="ctr"/>
          <a:lstStyle/>
          <a:p>
            <a:pPr algn="ctr">
              <a:buNone/>
            </a:pPr>
            <a:r>
              <a:rPr lang="en-US" sz="1800" b="1" dirty="0">
                <a:solidFill>
                  <a:schemeClr val="bg1"/>
                </a:solidFill>
              </a:rPr>
              <a:t>Limited pilot: </a:t>
            </a:r>
            <a:r>
              <a:rPr lang="en-US" sz="1800" dirty="0">
                <a:solidFill>
                  <a:schemeClr val="bg1"/>
                </a:solidFill>
              </a:rPr>
              <a:t>Use with care-manager review in a defined patient population</a:t>
            </a:r>
          </a:p>
        </p:txBody>
      </p:sp>
      <p:sp>
        <p:nvSpPr>
          <p:cNvPr id="25" name="Phase Arrow 2"/>
          <p:cNvSpPr/>
          <p:nvPr/>
        </p:nvSpPr>
        <p:spPr>
          <a:xfrm>
            <a:off x="8807268" y="3397509"/>
            <a:ext cx="220000" cy="217120"/>
          </a:xfrm>
          <a:prstGeom prst="rightArrow">
            <a:avLst/>
          </a:prstGeom>
          <a:solidFill>
            <a:srgbClr val="4C4842"/>
          </a:solidFill>
          <a:ln>
            <a:noFill/>
          </a:ln>
        </p:spPr>
        <p:txBody>
          <a:bodyPr/>
          <a:lstStyle/>
          <a:p>
            <a:endParaRPr lang="en-US"/>
          </a:p>
        </p:txBody>
      </p:sp>
      <p:sp>
        <p:nvSpPr>
          <p:cNvPr id="26" name="Phase 3"/>
          <p:cNvSpPr/>
          <p:nvPr/>
        </p:nvSpPr>
        <p:spPr>
          <a:xfrm>
            <a:off x="9035360" y="2419519"/>
            <a:ext cx="2650000" cy="2010241"/>
          </a:xfrm>
          <a:prstGeom prst="roundRect">
            <a:avLst/>
          </a:prstGeom>
          <a:solidFill>
            <a:srgbClr val="1F2A44"/>
          </a:solidFill>
          <a:ln>
            <a:noFill/>
          </a:ln>
        </p:spPr>
        <p:txBody>
          <a:bodyPr wrap="square" anchor="ctr"/>
          <a:lstStyle/>
          <a:p>
            <a:pPr algn="ctr">
              <a:buNone/>
            </a:pPr>
            <a:r>
              <a:rPr lang="en-US" sz="1800" b="1" dirty="0">
                <a:solidFill>
                  <a:schemeClr val="bg1"/>
                </a:solidFill>
              </a:rPr>
              <a:t>Monitored</a:t>
            </a:r>
          </a:p>
          <a:p>
            <a:pPr algn="ctr">
              <a:buNone/>
            </a:pPr>
            <a:r>
              <a:rPr lang="en-US" sz="1800" b="1" dirty="0">
                <a:solidFill>
                  <a:schemeClr val="bg1"/>
                </a:solidFill>
              </a:rPr>
              <a:t>Deployment: </a:t>
            </a:r>
            <a:r>
              <a:rPr lang="en-US" sz="1800" dirty="0">
                <a:solidFill>
                  <a:schemeClr val="bg1"/>
                </a:solidFill>
              </a:rPr>
              <a:t>Track performance, fairness, calibration, outcomes, and value</a:t>
            </a:r>
          </a:p>
        </p:txBody>
      </p:sp>
      <p:sp>
        <p:nvSpPr>
          <p:cNvPr id="40" name="Speaker Point"/>
          <p:cNvSpPr/>
          <p:nvPr/>
        </p:nvSpPr>
        <p:spPr>
          <a:xfrm>
            <a:off x="234042" y="5100000"/>
            <a:ext cx="11700000" cy="900000"/>
          </a:xfrm>
          <a:prstGeom prst="rect">
            <a:avLst/>
          </a:prstGeom>
          <a:noFill/>
        </p:spPr>
        <p:txBody>
          <a:bodyPr wrap="square"/>
          <a:lstStyle/>
          <a:p>
            <a:pPr algn="ctr">
              <a:buNone/>
            </a:pPr>
            <a:r>
              <a:rPr lang="en-US" sz="2000" i="1" dirty="0">
                <a:solidFill>
                  <a:srgbClr val="4C4842"/>
                </a:solidFill>
              </a:rPr>
              <a:t>The value is better prioritization under scarcity, not automated clinical decision-making.</a:t>
            </a:r>
          </a:p>
        </p:txBody>
      </p:sp>
      <p:pic>
        <p:nvPicPr>
          <p:cNvPr id="3" name="Camera 2">
            <a:extLst>
              <a:ext uri="{FF2B5EF4-FFF2-40B4-BE49-F238E27FC236}">
                <a16:creationId xmlns:a16="http://schemas.microsoft.com/office/drawing/2014/main" id="{C6752ED1-249F-2C02-1CEF-ED766938D20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599065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24EBBA-CA70-1619-3A4A-B2449BA38E85}"/>
              </a:ext>
            </a:extLst>
          </p:cNvPr>
          <p:cNvSpPr>
            <a:spLocks noGrp="1"/>
          </p:cNvSpPr>
          <p:nvPr>
            <p:ph sz="half" idx="2"/>
          </p:nvPr>
        </p:nvSpPr>
        <p:spPr>
          <a:xfrm>
            <a:off x="574651" y="1413221"/>
            <a:ext cx="5262994" cy="5096437"/>
          </a:xfrm>
        </p:spPr>
        <p:txBody>
          <a:bodyPr/>
          <a:lstStyle/>
          <a:p>
            <a:r>
              <a:rPr lang="en-US" sz="2000" dirty="0"/>
              <a:t>Historical UCI data from 1999 to 2008 </a:t>
            </a:r>
          </a:p>
          <a:p>
            <a:r>
              <a:rPr lang="en-US" sz="2000" dirty="0"/>
              <a:t>No observed transitional-care intervention outcomes </a:t>
            </a:r>
          </a:p>
          <a:p>
            <a:r>
              <a:rPr lang="en-US" sz="2000" dirty="0"/>
              <a:t>Local validity has not been established </a:t>
            </a:r>
          </a:p>
          <a:p>
            <a:r>
              <a:rPr lang="en-US" sz="2000" dirty="0"/>
              <a:t>Fairness and calibration require further validation </a:t>
            </a:r>
          </a:p>
          <a:p>
            <a:r>
              <a:rPr lang="en-US" sz="2000" dirty="0"/>
              <a:t>RAG answer quality has not undergone formal evaluation </a:t>
            </a:r>
          </a:p>
          <a:p>
            <a:r>
              <a:rPr lang="en-US" sz="2000" dirty="0"/>
              <a:t>Predictions show associations, not causal effects</a:t>
            </a:r>
          </a:p>
        </p:txBody>
      </p:sp>
      <p:sp>
        <p:nvSpPr>
          <p:cNvPr id="3" name="Content Placeholder 2">
            <a:extLst>
              <a:ext uri="{FF2B5EF4-FFF2-40B4-BE49-F238E27FC236}">
                <a16:creationId xmlns:a16="http://schemas.microsoft.com/office/drawing/2014/main" id="{D9AD142F-C0D3-EA80-8AE9-833206FC23C8}"/>
              </a:ext>
            </a:extLst>
          </p:cNvPr>
          <p:cNvSpPr>
            <a:spLocks noGrp="1"/>
          </p:cNvSpPr>
          <p:nvPr>
            <p:ph sz="quarter" idx="4"/>
          </p:nvPr>
        </p:nvSpPr>
        <p:spPr>
          <a:xfrm>
            <a:off x="6426319" y="1413223"/>
            <a:ext cx="5276549" cy="5096434"/>
          </a:xfrm>
        </p:spPr>
        <p:txBody>
          <a:bodyPr>
            <a:normAutofit/>
          </a:bodyPr>
          <a:lstStyle/>
          <a:p>
            <a:r>
              <a:rPr lang="en-US" sz="2000" dirty="0"/>
              <a:t>Validate on current local EHR data </a:t>
            </a:r>
          </a:p>
          <a:p>
            <a:r>
              <a:rPr lang="en-US" sz="2000" dirty="0"/>
              <a:t>Monitor the fine-tuned prompt classifier against Gradient Boosting on future/local data.</a:t>
            </a:r>
          </a:p>
          <a:p>
            <a:r>
              <a:rPr lang="en-US" sz="2000" dirty="0"/>
              <a:t>Build a formal RAG answer-quality test set</a:t>
            </a:r>
          </a:p>
          <a:p>
            <a:r>
              <a:rPr lang="en-US" sz="2000" dirty="0"/>
              <a:t>Test the workflow with care managers</a:t>
            </a:r>
          </a:p>
          <a:p>
            <a:r>
              <a:rPr lang="en-US" sz="2000" dirty="0"/>
              <a:t>Monitor ranking performance, fairness, calibration, and financial assumptions </a:t>
            </a:r>
          </a:p>
          <a:p>
            <a:r>
              <a:rPr lang="en-US" sz="2000" dirty="0"/>
              <a:t>Complete privacy, governance, and EHR-integration review</a:t>
            </a:r>
          </a:p>
          <a:p>
            <a:endParaRPr lang="en-US" sz="2000" dirty="0"/>
          </a:p>
        </p:txBody>
      </p:sp>
      <p:sp>
        <p:nvSpPr>
          <p:cNvPr id="4" name="Title 3">
            <a:extLst>
              <a:ext uri="{FF2B5EF4-FFF2-40B4-BE49-F238E27FC236}">
                <a16:creationId xmlns:a16="http://schemas.microsoft.com/office/drawing/2014/main" id="{B1599007-B4E3-F07F-BEC4-14A5FF2A4435}"/>
              </a:ext>
            </a:extLst>
          </p:cNvPr>
          <p:cNvSpPr>
            <a:spLocks noGrp="1"/>
          </p:cNvSpPr>
          <p:nvPr>
            <p:ph type="title"/>
          </p:nvPr>
        </p:nvSpPr>
        <p:spPr/>
        <p:txBody>
          <a:bodyPr/>
          <a:lstStyle/>
          <a:p>
            <a:r>
              <a:rPr lang="en-US" sz="2600" dirty="0"/>
              <a:t>Limitations, Risks &amp; Next Steps</a:t>
            </a:r>
          </a:p>
        </p:txBody>
      </p:sp>
      <p:sp>
        <p:nvSpPr>
          <p:cNvPr id="5" name="Text Placeholder 4">
            <a:extLst>
              <a:ext uri="{FF2B5EF4-FFF2-40B4-BE49-F238E27FC236}">
                <a16:creationId xmlns:a16="http://schemas.microsoft.com/office/drawing/2014/main" id="{4FFE5850-B4EA-CCA2-15B5-B34F1FF322C2}"/>
              </a:ext>
            </a:extLst>
          </p:cNvPr>
          <p:cNvSpPr>
            <a:spLocks noGrp="1"/>
          </p:cNvSpPr>
          <p:nvPr>
            <p:ph type="body" sz="quarter" idx="10"/>
          </p:nvPr>
        </p:nvSpPr>
        <p:spPr>
          <a:xfrm>
            <a:off x="580717" y="537570"/>
            <a:ext cx="5240115" cy="876300"/>
          </a:xfrm>
        </p:spPr>
        <p:txBody>
          <a:bodyPr anchor="ctr"/>
          <a:lstStyle/>
          <a:p>
            <a:r>
              <a:rPr lang="en-US" dirty="0"/>
              <a:t>Limitations</a:t>
            </a:r>
          </a:p>
        </p:txBody>
      </p:sp>
      <p:sp>
        <p:nvSpPr>
          <p:cNvPr id="6" name="Text Placeholder 5">
            <a:extLst>
              <a:ext uri="{FF2B5EF4-FFF2-40B4-BE49-F238E27FC236}">
                <a16:creationId xmlns:a16="http://schemas.microsoft.com/office/drawing/2014/main" id="{292D2425-44F9-0FE7-EEA5-CB55623E34F7}"/>
              </a:ext>
            </a:extLst>
          </p:cNvPr>
          <p:cNvSpPr>
            <a:spLocks noGrp="1"/>
          </p:cNvSpPr>
          <p:nvPr>
            <p:ph type="body" sz="quarter" idx="11"/>
          </p:nvPr>
        </p:nvSpPr>
        <p:spPr>
          <a:xfrm>
            <a:off x="6421719" y="537570"/>
            <a:ext cx="5240115" cy="876300"/>
          </a:xfrm>
        </p:spPr>
        <p:txBody>
          <a:bodyPr anchor="ctr"/>
          <a:lstStyle/>
          <a:p>
            <a:r>
              <a:rPr lang="en-US" dirty="0"/>
              <a:t>Next Steps</a:t>
            </a:r>
          </a:p>
        </p:txBody>
      </p:sp>
      <p:sp>
        <p:nvSpPr>
          <p:cNvPr id="7" name="Slide Number Placeholder 6">
            <a:extLst>
              <a:ext uri="{FF2B5EF4-FFF2-40B4-BE49-F238E27FC236}">
                <a16:creationId xmlns:a16="http://schemas.microsoft.com/office/drawing/2014/main" id="{D90D9DF1-2C3E-B483-4100-7B007C71ED80}"/>
              </a:ext>
            </a:extLst>
          </p:cNvPr>
          <p:cNvSpPr>
            <a:spLocks noGrp="1"/>
          </p:cNvSpPr>
          <p:nvPr>
            <p:ph type="sldNum" sz="quarter" idx="12"/>
          </p:nvPr>
        </p:nvSpPr>
        <p:spPr/>
        <p:txBody>
          <a:bodyPr/>
          <a:lstStyle/>
          <a:p>
            <a:fld id="{B3BD2672-75C2-438C-BF59-C55A35C73CD5}" type="slidenum">
              <a:rPr lang="en-US" smtClean="0"/>
              <a:pPr/>
              <a:t>16</a:t>
            </a:fld>
            <a:endParaRPr lang="en-US" dirty="0"/>
          </a:p>
        </p:txBody>
      </p:sp>
      <p:pic>
        <p:nvPicPr>
          <p:cNvPr id="8" name="Camera 7">
            <a:extLst>
              <a:ext uri="{FF2B5EF4-FFF2-40B4-BE49-F238E27FC236}">
                <a16:creationId xmlns:a16="http://schemas.microsoft.com/office/drawing/2014/main" id="{101E2584-51F0-359C-3428-333C37E66876}"/>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04135801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50FF1-C3C2-BBE8-A8F5-ABDAF23E5C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B3F8-B1C9-0121-39D6-771328ABEDDF}"/>
              </a:ext>
            </a:extLst>
          </p:cNvPr>
          <p:cNvSpPr>
            <a:spLocks noGrp="1"/>
          </p:cNvSpPr>
          <p:nvPr>
            <p:ph type="body" sz="quarter" idx="12"/>
          </p:nvPr>
        </p:nvSpPr>
        <p:spPr/>
        <p:txBody>
          <a:bodyPr/>
          <a:lstStyle/>
          <a:p>
            <a:r>
              <a:rPr lang="en-US" dirty="0"/>
              <a:t>Please reach out if you have any questions</a:t>
            </a:r>
          </a:p>
        </p:txBody>
      </p:sp>
      <p:sp>
        <p:nvSpPr>
          <p:cNvPr id="4" name="Title 3">
            <a:extLst>
              <a:ext uri="{FF2B5EF4-FFF2-40B4-BE49-F238E27FC236}">
                <a16:creationId xmlns:a16="http://schemas.microsoft.com/office/drawing/2014/main" id="{DCA926AC-199B-F845-86B6-31C7DA029459}"/>
              </a:ext>
            </a:extLst>
          </p:cNvPr>
          <p:cNvSpPr>
            <a:spLocks noGrp="1"/>
          </p:cNvSpPr>
          <p:nvPr>
            <p:ph type="title"/>
          </p:nvPr>
        </p:nvSpPr>
        <p:spPr/>
        <p:txBody>
          <a:bodyPr/>
          <a:lstStyle/>
          <a:p>
            <a:r>
              <a:rPr lang="en-US" dirty="0"/>
              <a:t>Thank you!</a:t>
            </a:r>
          </a:p>
        </p:txBody>
      </p:sp>
      <p:cxnSp>
        <p:nvCxnSpPr>
          <p:cNvPr id="8" name="Straight Connector 7">
            <a:extLst>
              <a:ext uri="{FF2B5EF4-FFF2-40B4-BE49-F238E27FC236}">
                <a16:creationId xmlns:a16="http://schemas.microsoft.com/office/drawing/2014/main" id="{F13A90AB-E3A9-E2BD-323F-40BE592034F2}"/>
              </a:ext>
              <a:ext uri="{C183D7F6-B498-43B3-948B-1728B52AA6E4}">
                <adec:decorative xmlns:adec="http://schemas.microsoft.com/office/drawing/2017/decorative" val="1"/>
              </a:ext>
            </a:extLst>
          </p:cNvPr>
          <p:cNvCxnSpPr>
            <a:cxnSpLocks/>
          </p:cNvCxnSpPr>
          <p:nvPr/>
        </p:nvCxnSpPr>
        <p:spPr>
          <a:xfrm>
            <a:off x="6362700" y="1190203"/>
            <a:ext cx="526757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F846497-4457-DED8-DDAC-DE0FF7613A13}"/>
              </a:ext>
            </a:extLst>
          </p:cNvPr>
          <p:cNvSpPr/>
          <p:nvPr/>
        </p:nvSpPr>
        <p:spPr>
          <a:xfrm>
            <a:off x="8118303" y="1757445"/>
            <a:ext cx="3666913" cy="599651"/>
          </a:xfrm>
          <a:prstGeom prst="rect">
            <a:avLst/>
          </a:prstGeom>
        </p:spPr>
        <p:txBody>
          <a:bodyPr wrap="square">
            <a:spAutoFit/>
          </a:bodyPr>
          <a:lstStyle/>
          <a:p>
            <a:pPr marL="0" marR="0" lvl="1" indent="0" algn="l" defTabSz="914400" rtl="0" eaLnBrk="0" fontAlgn="auto" latinLnBrk="0" hangingPunct="0">
              <a:lnSpc>
                <a:spcPct val="90000"/>
              </a:lnSpc>
              <a:spcBef>
                <a:spcPts val="0"/>
              </a:spcBef>
              <a:spcAft>
                <a:spcPts val="200"/>
              </a:spcAft>
              <a:buClrTx/>
              <a:buSzPct val="100000"/>
              <a:buFontTx/>
              <a:buNone/>
              <a:tabLst>
                <a:tab pos="1544187" algn="l"/>
              </a:tabLst>
              <a:defRPr/>
            </a:pPr>
            <a:r>
              <a:rPr lang="en-US" sz="2000" dirty="0">
                <a:solidFill>
                  <a:srgbClr val="000000"/>
                </a:solidFill>
                <a:ea typeface="Open Sans Light" panose="020B0306030504020204" pitchFamily="34" charset="0"/>
                <a:cs typeface="Open Sans Light" panose="020B0306030504020204" pitchFamily="34" charset="0"/>
              </a:rPr>
              <a:t>Chloe Barker</a:t>
            </a:r>
            <a:endParaRPr kumimoji="0" lang="en-US" sz="2000" b="0"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endParaRPr>
          </a:p>
          <a:p>
            <a:pPr marL="0" marR="0" lvl="1" indent="0" algn="l" defTabSz="914400" rtl="0" eaLnBrk="0" fontAlgn="auto" latinLnBrk="0" hangingPunct="0">
              <a:lnSpc>
                <a:spcPct val="90000"/>
              </a:lnSpc>
              <a:spcBef>
                <a:spcPts val="300"/>
              </a:spcBef>
              <a:spcAft>
                <a:spcPts val="600"/>
              </a:spcAft>
              <a:buClrTx/>
              <a:buSzPct val="100000"/>
              <a:buFontTx/>
              <a:buNone/>
              <a:tabLst>
                <a:tab pos="1544187" algn="l"/>
              </a:tabLst>
              <a:defRPr/>
            </a:pPr>
            <a:r>
              <a:rPr kumimoji="0" lang="en-US" sz="1200" b="1" i="0" u="none" strike="noStrike" kern="1200" cap="none" spc="0" normalizeH="0" baseline="0" noProof="0" dirty="0">
                <a:ln>
                  <a:noFill/>
                </a:ln>
                <a:solidFill>
                  <a:srgbClr val="FFFFFF">
                    <a:lumMod val="65000"/>
                  </a:srgbClr>
                </a:solidFill>
                <a:effectLst/>
                <a:uLnTx/>
                <a:uFillTx/>
                <a:ea typeface="+mn-ea"/>
                <a:cs typeface="Arial" charset="0"/>
              </a:rPr>
              <a:t>Role: </a:t>
            </a:r>
            <a:r>
              <a:rPr lang="en-US" sz="1200" dirty="0">
                <a:solidFill>
                  <a:srgbClr val="FFFFFF">
                    <a:lumMod val="65000"/>
                  </a:srgbClr>
                </a:solidFill>
                <a:cs typeface="Arial" charset="0"/>
              </a:rPr>
              <a:t>SMU Data Science Graduate Student</a:t>
            </a:r>
            <a:endParaRPr kumimoji="0" lang="en-US" sz="1200" b="0" i="0" u="none" strike="noStrike" kern="1200" cap="none" spc="0" normalizeH="0" baseline="0" noProof="0" dirty="0">
              <a:ln>
                <a:noFill/>
              </a:ln>
              <a:solidFill>
                <a:srgbClr val="FFFFFF">
                  <a:lumMod val="65000"/>
                </a:srgbClr>
              </a:solidFill>
              <a:effectLst/>
              <a:uLnTx/>
              <a:uFillTx/>
              <a:ea typeface="+mn-ea"/>
              <a:cs typeface="Arial" charset="0"/>
            </a:endParaRPr>
          </a:p>
        </p:txBody>
      </p:sp>
      <p:grpSp>
        <p:nvGrpSpPr>
          <p:cNvPr id="10" name="Group 9">
            <a:extLst>
              <a:ext uri="{FF2B5EF4-FFF2-40B4-BE49-F238E27FC236}">
                <a16:creationId xmlns:a16="http://schemas.microsoft.com/office/drawing/2014/main" id="{8C60359D-C4ED-EEE8-BC58-CBB4777B0CF5}"/>
              </a:ext>
            </a:extLst>
          </p:cNvPr>
          <p:cNvGrpSpPr/>
          <p:nvPr/>
        </p:nvGrpSpPr>
        <p:grpSpPr>
          <a:xfrm>
            <a:off x="6362700" y="2914789"/>
            <a:ext cx="5213022" cy="3010487"/>
            <a:chOff x="685800" y="3178398"/>
            <a:chExt cx="5213022" cy="3010487"/>
          </a:xfrm>
        </p:grpSpPr>
        <p:sp>
          <p:nvSpPr>
            <p:cNvPr id="11" name="Rectangle 10">
              <a:extLst>
                <a:ext uri="{FF2B5EF4-FFF2-40B4-BE49-F238E27FC236}">
                  <a16:creationId xmlns:a16="http://schemas.microsoft.com/office/drawing/2014/main" id="{F083D40A-162B-B345-E60F-067EF27B6E26}"/>
                </a:ext>
              </a:extLst>
            </p:cNvPr>
            <p:cNvSpPr/>
            <p:nvPr/>
          </p:nvSpPr>
          <p:spPr>
            <a:xfrm>
              <a:off x="685800" y="3178398"/>
              <a:ext cx="5213022" cy="3010487"/>
            </a:xfrm>
            <a:prstGeom prst="rect">
              <a:avLst/>
            </a:prstGeom>
            <a:solidFill>
              <a:schemeClr val="bg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Open Sans Light"/>
                <a:ea typeface="+mn-ea"/>
                <a:cs typeface="+mn-cs"/>
              </a:endParaRPr>
            </a:p>
          </p:txBody>
        </p:sp>
        <p:grpSp>
          <p:nvGrpSpPr>
            <p:cNvPr id="12" name="Group 11">
              <a:extLst>
                <a:ext uri="{FF2B5EF4-FFF2-40B4-BE49-F238E27FC236}">
                  <a16:creationId xmlns:a16="http://schemas.microsoft.com/office/drawing/2014/main" id="{CFD84169-A452-B11A-52DD-20DADDDD1BDF}"/>
                </a:ext>
              </a:extLst>
            </p:cNvPr>
            <p:cNvGrpSpPr/>
            <p:nvPr/>
          </p:nvGrpSpPr>
          <p:grpSpPr>
            <a:xfrm>
              <a:off x="994069" y="3630005"/>
              <a:ext cx="4593379" cy="1992607"/>
              <a:chOff x="697084" y="3630005"/>
              <a:chExt cx="4593379" cy="1992607"/>
            </a:xfrm>
          </p:grpSpPr>
          <p:sp>
            <p:nvSpPr>
              <p:cNvPr id="13" name="Rectangle 12">
                <a:extLst>
                  <a:ext uri="{FF2B5EF4-FFF2-40B4-BE49-F238E27FC236}">
                    <a16:creationId xmlns:a16="http://schemas.microsoft.com/office/drawing/2014/main" id="{3911845F-58DA-44E8-44BA-454F8BA97F9C}"/>
                  </a:ext>
                </a:extLst>
              </p:cNvPr>
              <p:cNvSpPr/>
              <p:nvPr/>
            </p:nvSpPr>
            <p:spPr>
              <a:xfrm>
                <a:off x="697084" y="3630005"/>
                <a:ext cx="3049922" cy="341632"/>
              </a:xfrm>
              <a:prstGeom prst="rect">
                <a:avLst/>
              </a:prstGeom>
            </p:spPr>
            <p:txBody>
              <a:bodyPr wrap="square">
                <a:spAutoFit/>
              </a:bodyPr>
              <a:lstStyle/>
              <a:p>
                <a:pPr marL="0" marR="0" lvl="1" indent="0" algn="l" defTabSz="914400" rtl="0" eaLnBrk="0" fontAlgn="auto" latinLnBrk="0" hangingPunct="0">
                  <a:lnSpc>
                    <a:spcPct val="90000"/>
                  </a:lnSpc>
                  <a:spcBef>
                    <a:spcPts val="300"/>
                  </a:spcBef>
                  <a:spcAft>
                    <a:spcPts val="0"/>
                  </a:spcAft>
                  <a:buClrTx/>
                  <a:buSzPct val="100000"/>
                  <a:buFontTx/>
                  <a:buNone/>
                  <a:tabLst>
                    <a:tab pos="1544187" algn="l"/>
                  </a:tabLst>
                  <a:defRPr/>
                </a:pPr>
                <a:r>
                  <a:rPr lang="en-US" sz="1800" b="1" spc="100" dirty="0">
                    <a:solidFill>
                      <a:srgbClr val="FFFFFF">
                        <a:lumMod val="65000"/>
                      </a:srgbClr>
                    </a:solidFill>
                    <a:ea typeface="Open Sans Light" panose="020B0306030504020204" pitchFamily="34" charset="0"/>
                    <a:cs typeface="Open Sans Light" panose="020B0306030504020204" pitchFamily="34" charset="0"/>
                  </a:rPr>
                  <a:t>Contact Information</a:t>
                </a:r>
                <a:endParaRPr kumimoji="0" lang="en-US" sz="1800" b="1" i="0" u="none" strike="noStrike" kern="1200" cap="none" spc="100" normalizeH="0" baseline="0" noProof="0" dirty="0">
                  <a:ln>
                    <a:noFill/>
                  </a:ln>
                  <a:solidFill>
                    <a:srgbClr val="FFFFFF">
                      <a:lumMod val="65000"/>
                    </a:srgbClr>
                  </a:solidFill>
                  <a:effectLst/>
                  <a:uLnTx/>
                  <a:uFillTx/>
                  <a:ea typeface="Open Sans Light" panose="020B0306030504020204" pitchFamily="34" charset="0"/>
                  <a:cs typeface="Open Sans Light" panose="020B0306030504020204" pitchFamily="34" charset="0"/>
                </a:endParaRPr>
              </a:p>
            </p:txBody>
          </p:sp>
          <p:sp>
            <p:nvSpPr>
              <p:cNvPr id="14" name="Rectangle 13">
                <a:extLst>
                  <a:ext uri="{FF2B5EF4-FFF2-40B4-BE49-F238E27FC236}">
                    <a16:creationId xmlns:a16="http://schemas.microsoft.com/office/drawing/2014/main" id="{38C53FCC-30D3-C159-4466-2DF23880AD6F}"/>
                  </a:ext>
                </a:extLst>
              </p:cNvPr>
              <p:cNvSpPr/>
              <p:nvPr/>
            </p:nvSpPr>
            <p:spPr>
              <a:xfrm>
                <a:off x="705211" y="4121688"/>
                <a:ext cx="4585252" cy="1500924"/>
              </a:xfrm>
              <a:prstGeom prst="rect">
                <a:avLst/>
              </a:prstGeom>
            </p:spPr>
            <p:txBody>
              <a:bodyPr wrap="square">
                <a:spAutoFit/>
              </a:bodyPr>
              <a:lstStyle/>
              <a:p>
                <a:pPr marL="0" lvl="1" defTabSz="914400" eaLnBrk="0" hangingPunct="0">
                  <a:lnSpc>
                    <a:spcPct val="110000"/>
                  </a:lnSpc>
                  <a:spcBef>
                    <a:spcPts val="300"/>
                  </a:spcBef>
                  <a:spcAft>
                    <a:spcPts val="600"/>
                  </a:spcAft>
                  <a:buSzPct val="100000"/>
                  <a:tabLst>
                    <a:tab pos="1544187" algn="l"/>
                  </a:tabLst>
                  <a:defRPr/>
                </a:pPr>
                <a:r>
                  <a:rPr kumimoji="0" lang="en-US" sz="1600" b="1"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rPr>
                  <a:t>LinkedIn: </a:t>
                </a:r>
                <a:r>
                  <a:rPr lang="en-US" sz="1600" b="1" dirty="0">
                    <a:solidFill>
                      <a:srgbClr val="000000"/>
                    </a:solidFill>
                    <a:ea typeface="Open Sans Light" panose="020B0306030504020204" pitchFamily="34" charset="0"/>
                    <a:cs typeface="Open Sans Light" panose="020B0306030504020204" pitchFamily="34" charset="0"/>
                    <a:hlinkClick r:id="rId3"/>
                  </a:rPr>
                  <a:t>www.linkedin.com/in/chloedbarker/</a:t>
                </a:r>
                <a:endParaRPr kumimoji="0" lang="en-US" sz="1600" b="1"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endParaRPr>
              </a:p>
              <a:p>
                <a:pPr marL="0" lvl="1" defTabSz="914400" eaLnBrk="0" hangingPunct="0">
                  <a:lnSpc>
                    <a:spcPct val="110000"/>
                  </a:lnSpc>
                  <a:spcBef>
                    <a:spcPts val="300"/>
                  </a:spcBef>
                  <a:spcAft>
                    <a:spcPts val="600"/>
                  </a:spcAft>
                  <a:buSzPct val="100000"/>
                  <a:tabLst>
                    <a:tab pos="1544187" algn="l"/>
                  </a:tabLst>
                  <a:defRPr/>
                </a:pPr>
                <a:r>
                  <a:rPr lang="en-US" sz="1600" b="1" dirty="0">
                    <a:solidFill>
                      <a:srgbClr val="000000"/>
                    </a:solidFill>
                    <a:ea typeface="Open Sans Light" panose="020B0306030504020204" pitchFamily="34" charset="0"/>
                    <a:cs typeface="Open Sans Light" panose="020B0306030504020204" pitchFamily="34" charset="0"/>
                  </a:rPr>
                  <a:t>Portfolio: </a:t>
                </a:r>
                <a:r>
                  <a:rPr lang="en-US" sz="1600" b="1" dirty="0">
                    <a:solidFill>
                      <a:srgbClr val="000000"/>
                    </a:solidFill>
                    <a:ea typeface="Open Sans Light" panose="020B0306030504020204" pitchFamily="34" charset="0"/>
                    <a:cs typeface="Open Sans Light" panose="020B0306030504020204" pitchFamily="34" charset="0"/>
                    <a:hlinkClick r:id="rId4"/>
                  </a:rPr>
                  <a:t>chloedbarker.github.io</a:t>
                </a:r>
                <a:endParaRPr kumimoji="0" lang="en-US" sz="1600" b="1"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endParaRPr>
              </a:p>
              <a:p>
                <a:pPr marL="0" marR="0" lvl="1" indent="0" algn="l" defTabSz="914400" rtl="0" eaLnBrk="0" fontAlgn="auto" latinLnBrk="0" hangingPunct="0">
                  <a:lnSpc>
                    <a:spcPct val="110000"/>
                  </a:lnSpc>
                  <a:spcBef>
                    <a:spcPts val="300"/>
                  </a:spcBef>
                  <a:spcAft>
                    <a:spcPts val="600"/>
                  </a:spcAft>
                  <a:buClrTx/>
                  <a:buSzPct val="100000"/>
                  <a:buFontTx/>
                  <a:buNone/>
                  <a:tabLst>
                    <a:tab pos="1544187" algn="l"/>
                  </a:tabLst>
                  <a:defRPr/>
                </a:pPr>
                <a:r>
                  <a:rPr lang="en-US" sz="1600" b="1" dirty="0">
                    <a:solidFill>
                      <a:srgbClr val="000000"/>
                    </a:solidFill>
                    <a:ea typeface="Open Sans Light" panose="020B0306030504020204" pitchFamily="34" charset="0"/>
                    <a:cs typeface="Open Sans Light" panose="020B0306030504020204" pitchFamily="34" charset="0"/>
                  </a:rPr>
                  <a:t>Phone: </a:t>
                </a:r>
                <a:r>
                  <a:rPr lang="en-US" sz="1600" dirty="0">
                    <a:solidFill>
                      <a:srgbClr val="000000"/>
                    </a:solidFill>
                    <a:ea typeface="Open Sans Light" panose="020B0306030504020204" pitchFamily="34" charset="0"/>
                    <a:cs typeface="Open Sans Light" panose="020B0306030504020204" pitchFamily="34" charset="0"/>
                  </a:rPr>
                  <a:t>214-733-7514</a:t>
                </a:r>
              </a:p>
              <a:p>
                <a:pPr marL="0" marR="0" lvl="1" indent="0" algn="l" defTabSz="914400" rtl="0" eaLnBrk="0" fontAlgn="auto" latinLnBrk="0" hangingPunct="0">
                  <a:lnSpc>
                    <a:spcPct val="110000"/>
                  </a:lnSpc>
                  <a:spcBef>
                    <a:spcPts val="300"/>
                  </a:spcBef>
                  <a:spcAft>
                    <a:spcPts val="600"/>
                  </a:spcAft>
                  <a:buClrTx/>
                  <a:buSzPct val="100000"/>
                  <a:buFontTx/>
                  <a:buNone/>
                  <a:tabLst>
                    <a:tab pos="1544187" algn="l"/>
                  </a:tabLst>
                  <a:defRPr/>
                </a:pPr>
                <a:r>
                  <a:rPr kumimoji="0" lang="en-US" sz="1600" b="1"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rPr>
                  <a:t>Email: </a:t>
                </a:r>
                <a:r>
                  <a:rPr kumimoji="0" lang="en-US" sz="1600" b="0" i="0" u="none" strike="noStrike" kern="1200" cap="none" spc="0" normalizeH="0" baseline="0" noProof="0" dirty="0" err="1">
                    <a:ln>
                      <a:noFill/>
                    </a:ln>
                    <a:solidFill>
                      <a:srgbClr val="000000"/>
                    </a:solidFill>
                    <a:effectLst/>
                    <a:uLnTx/>
                    <a:uFillTx/>
                    <a:ea typeface="Open Sans Light" panose="020B0306030504020204" pitchFamily="34" charset="0"/>
                    <a:cs typeface="Open Sans Light" panose="020B0306030504020204" pitchFamily="34" charset="0"/>
                  </a:rPr>
                  <a:t>chloedbarkerr@icloud.com</a:t>
                </a:r>
                <a:endParaRPr kumimoji="0" lang="en-US" sz="1600" b="0" i="0" u="none" strike="noStrike" kern="1200" cap="none" spc="0" normalizeH="0" baseline="0" noProof="0" dirty="0">
                  <a:ln>
                    <a:noFill/>
                  </a:ln>
                  <a:solidFill>
                    <a:srgbClr val="000000"/>
                  </a:solidFill>
                  <a:effectLst/>
                  <a:uLnTx/>
                  <a:uFillTx/>
                  <a:ea typeface="Open Sans Light" panose="020B0306030504020204" pitchFamily="34" charset="0"/>
                  <a:cs typeface="Open Sans Light" panose="020B0306030504020204" pitchFamily="34" charset="0"/>
                </a:endParaRPr>
              </a:p>
            </p:txBody>
          </p:sp>
        </p:grpSp>
      </p:grpSp>
      <p:cxnSp>
        <p:nvCxnSpPr>
          <p:cNvPr id="15" name="Straight Connector 14">
            <a:extLst>
              <a:ext uri="{FF2B5EF4-FFF2-40B4-BE49-F238E27FC236}">
                <a16:creationId xmlns:a16="http://schemas.microsoft.com/office/drawing/2014/main" id="{DEE9ADCD-9D36-FB7F-4820-98EA024BC423}"/>
              </a:ext>
              <a:ext uri="{C183D7F6-B498-43B3-948B-1728B52AA6E4}">
                <adec:decorative xmlns:adec="http://schemas.microsoft.com/office/drawing/2017/decorative" val="1"/>
              </a:ext>
            </a:extLst>
          </p:cNvPr>
          <p:cNvCxnSpPr>
            <a:cxnSpLocks/>
          </p:cNvCxnSpPr>
          <p:nvPr/>
        </p:nvCxnSpPr>
        <p:spPr>
          <a:xfrm>
            <a:off x="6362700" y="2914790"/>
            <a:ext cx="521302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Picture Placeholder 38">
            <a:extLst>
              <a:ext uri="{FF2B5EF4-FFF2-40B4-BE49-F238E27FC236}">
                <a16:creationId xmlns:a16="http://schemas.microsoft.com/office/drawing/2014/main" id="{B5B1667B-1A2F-29F4-066D-8047C874E02D}"/>
              </a:ext>
            </a:extLst>
          </p:cNvPr>
          <p:cNvPicPr>
            <a:picLocks noChangeAspect="1"/>
          </p:cNvPicPr>
          <p:nvPr/>
        </p:nvPicPr>
        <p:blipFill>
          <a:blip r:embed="rId5">
            <a:extLst>
              <a:ext uri="{28A0092B-C50C-407E-A947-70E740481C1C}">
                <a14:useLocalDpi xmlns:a14="http://schemas.microsoft.com/office/drawing/2010/main" val="0"/>
              </a:ext>
            </a:extLst>
          </a:blip>
          <a:srcRect t="12593" b="12593"/>
          <a:stretch/>
        </p:blipFill>
        <p:spPr>
          <a:xfrm>
            <a:off x="6515100" y="1413256"/>
            <a:ext cx="1280160" cy="1280160"/>
          </a:xfrm>
          <a:prstGeom prst="ellipse">
            <a:avLst/>
          </a:prstGeom>
          <a:noFill/>
          <a:ln w="38100">
            <a:solidFill>
              <a:schemeClr val="accent1"/>
            </a:solidFill>
          </a:ln>
        </p:spPr>
      </p:pic>
      <p:grpSp>
        <p:nvGrpSpPr>
          <p:cNvPr id="17" name="Graphic 6">
            <a:extLst>
              <a:ext uri="{FF2B5EF4-FFF2-40B4-BE49-F238E27FC236}">
                <a16:creationId xmlns:a16="http://schemas.microsoft.com/office/drawing/2014/main" id="{95EC39BE-B947-C3D6-D9DC-BA363471853D}"/>
              </a:ext>
            </a:extLst>
          </p:cNvPr>
          <p:cNvGrpSpPr/>
          <p:nvPr/>
        </p:nvGrpSpPr>
        <p:grpSpPr>
          <a:xfrm>
            <a:off x="11028723" y="6420992"/>
            <a:ext cx="987810" cy="292608"/>
            <a:chOff x="4710906" y="3597973"/>
            <a:chExt cx="2760252" cy="819150"/>
          </a:xfrm>
          <a:solidFill>
            <a:schemeClr val="accent1"/>
          </a:solidFill>
        </p:grpSpPr>
        <p:sp>
          <p:nvSpPr>
            <p:cNvPr id="18" name="Freeform: Shape 17">
              <a:extLst>
                <a:ext uri="{FF2B5EF4-FFF2-40B4-BE49-F238E27FC236}">
                  <a16:creationId xmlns:a16="http://schemas.microsoft.com/office/drawing/2014/main" id="{10BA93C2-027D-7D3A-52AC-E615894248D8}"/>
                </a:ext>
              </a:extLst>
            </p:cNvPr>
            <p:cNvSpPr/>
            <p:nvPr/>
          </p:nvSpPr>
          <p:spPr>
            <a:xfrm>
              <a:off x="5562536" y="3613309"/>
              <a:ext cx="971550" cy="781050"/>
            </a:xfrm>
            <a:custGeom>
              <a:avLst/>
              <a:gdLst>
                <a:gd name="connsiteX0" fmla="*/ 925259 w 971550"/>
                <a:gd name="connsiteY0" fmla="*/ 649700 h 781050"/>
                <a:gd name="connsiteX1" fmla="*/ 925259 w 971550"/>
                <a:gd name="connsiteY1" fmla="*/ 649700 h 781050"/>
                <a:gd name="connsiteX2" fmla="*/ 925259 w 971550"/>
                <a:gd name="connsiteY2" fmla="*/ 128683 h 781050"/>
                <a:gd name="connsiteX3" fmla="*/ 966883 w 971550"/>
                <a:gd name="connsiteY3" fmla="*/ 73819 h 781050"/>
                <a:gd name="connsiteX4" fmla="*/ 966883 w 971550"/>
                <a:gd name="connsiteY4" fmla="*/ 7144 h 781050"/>
                <a:gd name="connsiteX5" fmla="*/ 761143 w 971550"/>
                <a:gd name="connsiteY5" fmla="*/ 7144 h 781050"/>
                <a:gd name="connsiteX6" fmla="*/ 487204 w 971550"/>
                <a:gd name="connsiteY6" fmla="*/ 270320 h 781050"/>
                <a:gd name="connsiteX7" fmla="*/ 212884 w 971550"/>
                <a:gd name="connsiteY7" fmla="*/ 8192 h 781050"/>
                <a:gd name="connsiteX8" fmla="*/ 7906 w 971550"/>
                <a:gd name="connsiteY8" fmla="*/ 8192 h 781050"/>
                <a:gd name="connsiteX9" fmla="*/ 7906 w 971550"/>
                <a:gd name="connsiteY9" fmla="*/ 74867 h 781050"/>
                <a:gd name="connsiteX10" fmla="*/ 48768 w 971550"/>
                <a:gd name="connsiteY10" fmla="*/ 123539 h 781050"/>
                <a:gd name="connsiteX11" fmla="*/ 48768 w 971550"/>
                <a:gd name="connsiteY11" fmla="*/ 659987 h 781050"/>
                <a:gd name="connsiteX12" fmla="*/ 7144 w 971550"/>
                <a:gd name="connsiteY12" fmla="*/ 711708 h 781050"/>
                <a:gd name="connsiteX13" fmla="*/ 7144 w 971550"/>
                <a:gd name="connsiteY13" fmla="*/ 778383 h 781050"/>
                <a:gd name="connsiteX14" fmla="*/ 280892 w 971550"/>
                <a:gd name="connsiteY14" fmla="*/ 777907 h 781050"/>
                <a:gd name="connsiteX15" fmla="*/ 280892 w 971550"/>
                <a:gd name="connsiteY15" fmla="*/ 708660 h 781050"/>
                <a:gd name="connsiteX16" fmla="*/ 238887 w 971550"/>
                <a:gd name="connsiteY16" fmla="*/ 650272 h 781050"/>
                <a:gd name="connsiteX17" fmla="*/ 238887 w 971550"/>
                <a:gd name="connsiteY17" fmla="*/ 307372 h 781050"/>
                <a:gd name="connsiteX18" fmla="*/ 469868 w 971550"/>
                <a:gd name="connsiteY18" fmla="*/ 527495 h 781050"/>
                <a:gd name="connsiteX19" fmla="*/ 487299 w 971550"/>
                <a:gd name="connsiteY19" fmla="*/ 544544 h 781050"/>
                <a:gd name="connsiteX20" fmla="*/ 734949 w 971550"/>
                <a:gd name="connsiteY20" fmla="*/ 307372 h 781050"/>
                <a:gd name="connsiteX21" fmla="*/ 734949 w 971550"/>
                <a:gd name="connsiteY21" fmla="*/ 661797 h 781050"/>
                <a:gd name="connsiteX22" fmla="*/ 693611 w 971550"/>
                <a:gd name="connsiteY22" fmla="*/ 711708 h 781050"/>
                <a:gd name="connsiteX23" fmla="*/ 693611 w 971550"/>
                <a:gd name="connsiteY23" fmla="*/ 778383 h 781050"/>
                <a:gd name="connsiteX24" fmla="*/ 967359 w 971550"/>
                <a:gd name="connsiteY24" fmla="*/ 778383 h 781050"/>
                <a:gd name="connsiteX25" fmla="*/ 967359 w 971550"/>
                <a:gd name="connsiteY25" fmla="*/ 708279 h 781050"/>
                <a:gd name="connsiteX26" fmla="*/ 925259 w 971550"/>
                <a:gd name="connsiteY26" fmla="*/ 6497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71550" h="781050">
                  <a:moveTo>
                    <a:pt x="925259" y="649700"/>
                  </a:moveTo>
                  <a:lnTo>
                    <a:pt x="925259" y="649700"/>
                  </a:lnTo>
                  <a:lnTo>
                    <a:pt x="925259" y="128683"/>
                  </a:lnTo>
                  <a:cubicBezTo>
                    <a:pt x="929545" y="79058"/>
                    <a:pt x="966883" y="73819"/>
                    <a:pt x="966883" y="73819"/>
                  </a:cubicBezTo>
                  <a:lnTo>
                    <a:pt x="966883" y="7144"/>
                  </a:lnTo>
                  <a:lnTo>
                    <a:pt x="761143" y="7144"/>
                  </a:lnTo>
                  <a:lnTo>
                    <a:pt x="487204" y="270320"/>
                  </a:lnTo>
                  <a:lnTo>
                    <a:pt x="212884" y="8192"/>
                  </a:lnTo>
                  <a:lnTo>
                    <a:pt x="7906" y="8192"/>
                  </a:lnTo>
                  <a:lnTo>
                    <a:pt x="7906" y="74867"/>
                  </a:lnTo>
                  <a:cubicBezTo>
                    <a:pt x="7906" y="74867"/>
                    <a:pt x="47720" y="86678"/>
                    <a:pt x="48768" y="123539"/>
                  </a:cubicBezTo>
                  <a:lnTo>
                    <a:pt x="48768" y="659987"/>
                  </a:lnTo>
                  <a:cubicBezTo>
                    <a:pt x="44482" y="709422"/>
                    <a:pt x="7144" y="711708"/>
                    <a:pt x="7144" y="711708"/>
                  </a:cubicBezTo>
                  <a:lnTo>
                    <a:pt x="7144" y="778383"/>
                  </a:lnTo>
                  <a:lnTo>
                    <a:pt x="280892" y="777907"/>
                  </a:lnTo>
                  <a:lnTo>
                    <a:pt x="280892" y="708660"/>
                  </a:lnTo>
                  <a:cubicBezTo>
                    <a:pt x="280892" y="708660"/>
                    <a:pt x="238982" y="705993"/>
                    <a:pt x="238887" y="650272"/>
                  </a:cubicBezTo>
                  <a:lnTo>
                    <a:pt x="238887" y="307372"/>
                  </a:lnTo>
                  <a:lnTo>
                    <a:pt x="469868" y="527495"/>
                  </a:lnTo>
                  <a:lnTo>
                    <a:pt x="487299" y="544544"/>
                  </a:lnTo>
                  <a:lnTo>
                    <a:pt x="734949" y="307372"/>
                  </a:lnTo>
                  <a:lnTo>
                    <a:pt x="734949" y="661797"/>
                  </a:lnTo>
                  <a:cubicBezTo>
                    <a:pt x="729901" y="709422"/>
                    <a:pt x="693611" y="711708"/>
                    <a:pt x="693611" y="711708"/>
                  </a:cubicBezTo>
                  <a:lnTo>
                    <a:pt x="693611" y="778383"/>
                  </a:lnTo>
                  <a:lnTo>
                    <a:pt x="967359" y="778383"/>
                  </a:lnTo>
                  <a:lnTo>
                    <a:pt x="967359" y="708279"/>
                  </a:lnTo>
                  <a:cubicBezTo>
                    <a:pt x="967359" y="708279"/>
                    <a:pt x="925259" y="705612"/>
                    <a:pt x="925259" y="649700"/>
                  </a:cubicBezTo>
                </a:path>
              </a:pathLst>
            </a:custGeom>
            <a:grpFill/>
            <a:ln w="9525" cap="flat">
              <a:noFill/>
              <a:prstDash val="solid"/>
              <a:miter/>
            </a:ln>
          </p:spPr>
          <p:txBody>
            <a:bodyPr rtlCol="0" anchor="ctr"/>
            <a:lstStyle/>
            <a:p>
              <a:endParaRPr lang="en-US" sz="3567">
                <a:solidFill>
                  <a:schemeClr val="bg1"/>
                </a:solidFill>
              </a:endParaRPr>
            </a:p>
          </p:txBody>
        </p:sp>
        <p:sp>
          <p:nvSpPr>
            <p:cNvPr id="19" name="Freeform: Shape 18">
              <a:extLst>
                <a:ext uri="{FF2B5EF4-FFF2-40B4-BE49-F238E27FC236}">
                  <a16:creationId xmlns:a16="http://schemas.microsoft.com/office/drawing/2014/main" id="{E351CED5-7105-A492-C4EE-F6FBEC065138}"/>
                </a:ext>
              </a:extLst>
            </p:cNvPr>
            <p:cNvSpPr/>
            <p:nvPr/>
          </p:nvSpPr>
          <p:spPr>
            <a:xfrm>
              <a:off x="6630480" y="3613404"/>
              <a:ext cx="790575" cy="790575"/>
            </a:xfrm>
            <a:custGeom>
              <a:avLst/>
              <a:gdLst>
                <a:gd name="connsiteX0" fmla="*/ 683990 w 790575"/>
                <a:gd name="connsiteY0" fmla="*/ 7239 h 790575"/>
                <a:gd name="connsiteX1" fmla="*/ 518446 w 790575"/>
                <a:gd name="connsiteY1" fmla="*/ 7239 h 790575"/>
                <a:gd name="connsiteX2" fmla="*/ 518446 w 790575"/>
                <a:gd name="connsiteY2" fmla="*/ 73914 h 790575"/>
                <a:gd name="connsiteX3" fmla="*/ 559308 w 790575"/>
                <a:gd name="connsiteY3" fmla="*/ 122587 h 790575"/>
                <a:gd name="connsiteX4" fmla="*/ 559308 w 790575"/>
                <a:gd name="connsiteY4" fmla="*/ 434531 h 790575"/>
                <a:gd name="connsiteX5" fmla="*/ 404908 w 790575"/>
                <a:gd name="connsiteY5" fmla="*/ 613505 h 790575"/>
                <a:gd name="connsiteX6" fmla="*/ 238506 w 790575"/>
                <a:gd name="connsiteY6" fmla="*/ 434531 h 790575"/>
                <a:gd name="connsiteX7" fmla="*/ 238506 w 790575"/>
                <a:gd name="connsiteY7" fmla="*/ 137827 h 790575"/>
                <a:gd name="connsiteX8" fmla="*/ 238506 w 790575"/>
                <a:gd name="connsiteY8" fmla="*/ 137827 h 790575"/>
                <a:gd name="connsiteX9" fmla="*/ 280511 w 790575"/>
                <a:gd name="connsiteY9" fmla="*/ 73247 h 790575"/>
                <a:gd name="connsiteX10" fmla="*/ 280511 w 790575"/>
                <a:gd name="connsiteY10" fmla="*/ 7144 h 790575"/>
                <a:gd name="connsiteX11" fmla="*/ 7144 w 790575"/>
                <a:gd name="connsiteY11" fmla="*/ 7144 h 790575"/>
                <a:gd name="connsiteX12" fmla="*/ 7144 w 790575"/>
                <a:gd name="connsiteY12" fmla="*/ 73819 h 790575"/>
                <a:gd name="connsiteX13" fmla="*/ 48006 w 790575"/>
                <a:gd name="connsiteY13" fmla="*/ 122587 h 790575"/>
                <a:gd name="connsiteX14" fmla="*/ 48006 w 790575"/>
                <a:gd name="connsiteY14" fmla="*/ 122587 h 790575"/>
                <a:gd name="connsiteX15" fmla="*/ 48006 w 790575"/>
                <a:gd name="connsiteY15" fmla="*/ 447008 h 790575"/>
                <a:gd name="connsiteX16" fmla="*/ 404717 w 790575"/>
                <a:gd name="connsiteY16" fmla="*/ 789908 h 790575"/>
                <a:gd name="connsiteX17" fmla="*/ 749332 w 790575"/>
                <a:gd name="connsiteY17" fmla="*/ 447008 h 790575"/>
                <a:gd name="connsiteX18" fmla="*/ 749332 w 790575"/>
                <a:gd name="connsiteY18" fmla="*/ 126206 h 790575"/>
                <a:gd name="connsiteX19" fmla="*/ 790670 w 790575"/>
                <a:gd name="connsiteY19" fmla="*/ 73438 h 790575"/>
                <a:gd name="connsiteX20" fmla="*/ 790670 w 790575"/>
                <a:gd name="connsiteY20" fmla="*/ 7334 h 790575"/>
                <a:gd name="connsiteX21" fmla="*/ 683990 w 790575"/>
                <a:gd name="connsiteY21" fmla="*/ 733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0575" h="790575">
                  <a:moveTo>
                    <a:pt x="683990" y="7239"/>
                  </a:moveTo>
                  <a:lnTo>
                    <a:pt x="518446" y="7239"/>
                  </a:lnTo>
                  <a:lnTo>
                    <a:pt x="518446" y="73914"/>
                  </a:lnTo>
                  <a:cubicBezTo>
                    <a:pt x="518446" y="73914"/>
                    <a:pt x="558165" y="85820"/>
                    <a:pt x="559308" y="122587"/>
                  </a:cubicBezTo>
                  <a:lnTo>
                    <a:pt x="559308" y="434531"/>
                  </a:lnTo>
                  <a:cubicBezTo>
                    <a:pt x="559308" y="543306"/>
                    <a:pt x="518160" y="613505"/>
                    <a:pt x="404908" y="613505"/>
                  </a:cubicBezTo>
                  <a:cubicBezTo>
                    <a:pt x="295084" y="613505"/>
                    <a:pt x="238506" y="545497"/>
                    <a:pt x="238506" y="434531"/>
                  </a:cubicBezTo>
                  <a:lnTo>
                    <a:pt x="238506" y="137827"/>
                  </a:lnTo>
                  <a:lnTo>
                    <a:pt x="238506" y="137827"/>
                  </a:lnTo>
                  <a:cubicBezTo>
                    <a:pt x="238506" y="78010"/>
                    <a:pt x="280511" y="73247"/>
                    <a:pt x="280511" y="73247"/>
                  </a:cubicBezTo>
                  <a:lnTo>
                    <a:pt x="280511" y="7144"/>
                  </a:lnTo>
                  <a:lnTo>
                    <a:pt x="7144" y="7144"/>
                  </a:lnTo>
                  <a:lnTo>
                    <a:pt x="7144" y="73819"/>
                  </a:lnTo>
                  <a:cubicBezTo>
                    <a:pt x="7144" y="73819"/>
                    <a:pt x="46958" y="85725"/>
                    <a:pt x="48006" y="122587"/>
                  </a:cubicBezTo>
                  <a:lnTo>
                    <a:pt x="48006" y="122587"/>
                  </a:lnTo>
                  <a:lnTo>
                    <a:pt x="48006" y="447008"/>
                  </a:lnTo>
                  <a:cubicBezTo>
                    <a:pt x="48006" y="646367"/>
                    <a:pt x="174879" y="789908"/>
                    <a:pt x="404717" y="789908"/>
                  </a:cubicBezTo>
                  <a:cubicBezTo>
                    <a:pt x="637984" y="789908"/>
                    <a:pt x="749332" y="631412"/>
                    <a:pt x="749332" y="447008"/>
                  </a:cubicBezTo>
                  <a:lnTo>
                    <a:pt x="749332" y="126206"/>
                  </a:lnTo>
                  <a:cubicBezTo>
                    <a:pt x="754475" y="79153"/>
                    <a:pt x="790670" y="73438"/>
                    <a:pt x="790670" y="73438"/>
                  </a:cubicBezTo>
                  <a:lnTo>
                    <a:pt x="790670" y="7334"/>
                  </a:lnTo>
                  <a:lnTo>
                    <a:pt x="683990" y="7334"/>
                  </a:lnTo>
                </a:path>
              </a:pathLst>
            </a:custGeom>
            <a:grpFill/>
            <a:ln w="9525" cap="flat">
              <a:noFill/>
              <a:prstDash val="solid"/>
              <a:miter/>
            </a:ln>
          </p:spPr>
          <p:txBody>
            <a:bodyPr rtlCol="0" anchor="ctr"/>
            <a:lstStyle/>
            <a:p>
              <a:endParaRPr lang="en-US" sz="3567">
                <a:solidFill>
                  <a:schemeClr val="bg1"/>
                </a:solidFill>
              </a:endParaRPr>
            </a:p>
          </p:txBody>
        </p:sp>
        <p:sp>
          <p:nvSpPr>
            <p:cNvPr id="20" name="Freeform: Shape 19">
              <a:extLst>
                <a:ext uri="{FF2B5EF4-FFF2-40B4-BE49-F238E27FC236}">
                  <a16:creationId xmlns:a16="http://schemas.microsoft.com/office/drawing/2014/main" id="{D6D50735-40B5-1295-08D2-947995BCA472}"/>
                </a:ext>
              </a:extLst>
            </p:cNvPr>
            <p:cNvSpPr/>
            <p:nvPr/>
          </p:nvSpPr>
          <p:spPr>
            <a:xfrm>
              <a:off x="5356130" y="3823907"/>
              <a:ext cx="9525" cy="9525"/>
            </a:xfrm>
            <a:custGeom>
              <a:avLst/>
              <a:gdLst>
                <a:gd name="connsiteX0" fmla="*/ 7144 w 9525"/>
                <a:gd name="connsiteY0" fmla="*/ 7144 h 9525"/>
                <a:gd name="connsiteX1" fmla="*/ 7144 w 9525"/>
                <a:gd name="connsiteY1" fmla="*/ 7144 h 9525"/>
              </a:gdLst>
              <a:ahLst/>
              <a:cxnLst>
                <a:cxn ang="0">
                  <a:pos x="connsiteX0" y="connsiteY0"/>
                </a:cxn>
                <a:cxn ang="0">
                  <a:pos x="connsiteX1" y="connsiteY1"/>
                </a:cxn>
              </a:cxnLst>
              <a:rect l="l" t="t" r="r" b="b"/>
              <a:pathLst>
                <a:path w="9525" h="9525">
                  <a:moveTo>
                    <a:pt x="7144" y="7144"/>
                  </a:moveTo>
                  <a:lnTo>
                    <a:pt x="7144" y="7144"/>
                  </a:lnTo>
                </a:path>
              </a:pathLst>
            </a:custGeom>
            <a:grpFill/>
            <a:ln w="9525" cap="flat">
              <a:noFill/>
              <a:prstDash val="solid"/>
              <a:miter/>
            </a:ln>
          </p:spPr>
          <p:txBody>
            <a:bodyPr rtlCol="0" anchor="ctr"/>
            <a:lstStyle/>
            <a:p>
              <a:endParaRPr lang="en-US" sz="3567">
                <a:solidFill>
                  <a:schemeClr val="bg1"/>
                </a:solidFill>
              </a:endParaRPr>
            </a:p>
          </p:txBody>
        </p:sp>
        <p:sp>
          <p:nvSpPr>
            <p:cNvPr id="21" name="Freeform: Shape 20">
              <a:extLst>
                <a:ext uri="{FF2B5EF4-FFF2-40B4-BE49-F238E27FC236}">
                  <a16:creationId xmlns:a16="http://schemas.microsoft.com/office/drawing/2014/main" id="{13942DFA-E951-4BDC-00C8-D089BE3F8483}"/>
                </a:ext>
              </a:extLst>
            </p:cNvPr>
            <p:cNvSpPr/>
            <p:nvPr/>
          </p:nvSpPr>
          <p:spPr>
            <a:xfrm>
              <a:off x="4710906" y="3597973"/>
              <a:ext cx="752475" cy="819150"/>
            </a:xfrm>
            <a:custGeom>
              <a:avLst/>
              <a:gdLst>
                <a:gd name="connsiteX0" fmla="*/ 579215 w 752475"/>
                <a:gd name="connsiteY0" fmla="*/ 233077 h 819150"/>
                <a:gd name="connsiteX1" fmla="*/ 579215 w 752475"/>
                <a:gd name="connsiteY1" fmla="*/ 233077 h 819150"/>
                <a:gd name="connsiteX2" fmla="*/ 376047 w 752475"/>
                <a:gd name="connsiteY2" fmla="*/ 7334 h 819150"/>
                <a:gd name="connsiteX3" fmla="*/ 260033 w 752475"/>
                <a:gd name="connsiteY3" fmla="*/ 12954 h 819150"/>
                <a:gd name="connsiteX4" fmla="*/ 7144 w 752475"/>
                <a:gd name="connsiteY4" fmla="*/ 248603 h 819150"/>
                <a:gd name="connsiteX5" fmla="*/ 171926 w 752475"/>
                <a:gd name="connsiteY5" fmla="*/ 451961 h 819150"/>
                <a:gd name="connsiteX6" fmla="*/ 486251 w 752475"/>
                <a:gd name="connsiteY6" fmla="*/ 495871 h 819150"/>
                <a:gd name="connsiteX7" fmla="*/ 560356 w 752475"/>
                <a:gd name="connsiteY7" fmla="*/ 574167 h 819150"/>
                <a:gd name="connsiteX8" fmla="*/ 483489 w 752475"/>
                <a:gd name="connsiteY8" fmla="*/ 635984 h 819150"/>
                <a:gd name="connsiteX9" fmla="*/ 367951 w 752475"/>
                <a:gd name="connsiteY9" fmla="*/ 644747 h 819150"/>
                <a:gd name="connsiteX10" fmla="*/ 258794 w 752475"/>
                <a:gd name="connsiteY10" fmla="*/ 633984 h 819150"/>
                <a:gd name="connsiteX11" fmla="*/ 141732 w 752475"/>
                <a:gd name="connsiteY11" fmla="*/ 543973 h 819150"/>
                <a:gd name="connsiteX12" fmla="*/ 20669 w 752475"/>
                <a:gd name="connsiteY12" fmla="*/ 545021 h 819150"/>
                <a:gd name="connsiteX13" fmla="*/ 21622 w 752475"/>
                <a:gd name="connsiteY13" fmla="*/ 790289 h 819150"/>
                <a:gd name="connsiteX14" fmla="*/ 88297 w 752475"/>
                <a:gd name="connsiteY14" fmla="*/ 790289 h 819150"/>
                <a:gd name="connsiteX15" fmla="*/ 121444 w 752475"/>
                <a:gd name="connsiteY15" fmla="*/ 763429 h 819150"/>
                <a:gd name="connsiteX16" fmla="*/ 135922 w 752475"/>
                <a:gd name="connsiteY16" fmla="*/ 765810 h 819150"/>
                <a:gd name="connsiteX17" fmla="*/ 358235 w 752475"/>
                <a:gd name="connsiteY17" fmla="*/ 812006 h 819150"/>
                <a:gd name="connsiteX18" fmla="*/ 393097 w 752475"/>
                <a:gd name="connsiteY18" fmla="*/ 812673 h 819150"/>
                <a:gd name="connsiteX19" fmla="*/ 628936 w 752475"/>
                <a:gd name="connsiteY19" fmla="*/ 763524 h 819150"/>
                <a:gd name="connsiteX20" fmla="*/ 748475 w 752475"/>
                <a:gd name="connsiteY20" fmla="*/ 568452 h 819150"/>
                <a:gd name="connsiteX21" fmla="*/ 538925 w 752475"/>
                <a:gd name="connsiteY21" fmla="*/ 327660 h 819150"/>
                <a:gd name="connsiteX22" fmla="*/ 284607 w 752475"/>
                <a:gd name="connsiteY22" fmla="*/ 295275 h 819150"/>
                <a:gd name="connsiteX23" fmla="*/ 193167 w 752475"/>
                <a:gd name="connsiteY23" fmla="*/ 237458 h 819150"/>
                <a:gd name="connsiteX24" fmla="*/ 261652 w 752475"/>
                <a:gd name="connsiteY24" fmla="*/ 179737 h 819150"/>
                <a:gd name="connsiteX25" fmla="*/ 390239 w 752475"/>
                <a:gd name="connsiteY25" fmla="*/ 166402 h 819150"/>
                <a:gd name="connsiteX26" fmla="*/ 510540 w 752475"/>
                <a:gd name="connsiteY26" fmla="*/ 180213 h 819150"/>
                <a:gd name="connsiteX27" fmla="*/ 603028 w 752475"/>
                <a:gd name="connsiteY27" fmla="*/ 233077 h 819150"/>
                <a:gd name="connsiteX28" fmla="*/ 711137 w 752475"/>
                <a:gd name="connsiteY28" fmla="*/ 230791 h 819150"/>
                <a:gd name="connsiteX29" fmla="*/ 711137 w 752475"/>
                <a:gd name="connsiteY29" fmla="*/ 22288 h 819150"/>
                <a:gd name="connsiteX30" fmla="*/ 653987 w 752475"/>
                <a:gd name="connsiteY30" fmla="*/ 22288 h 819150"/>
                <a:gd name="connsiteX31" fmla="*/ 622935 w 752475"/>
                <a:gd name="connsiteY31" fmla="*/ 38576 h 819150"/>
                <a:gd name="connsiteX32" fmla="*/ 612267 w 752475"/>
                <a:gd name="connsiteY32" fmla="*/ 37719 h 819150"/>
                <a:gd name="connsiteX33" fmla="*/ 376428 w 752475"/>
                <a:gd name="connsiteY33"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475" h="819150">
                  <a:moveTo>
                    <a:pt x="579215" y="233077"/>
                  </a:moveTo>
                  <a:lnTo>
                    <a:pt x="579215" y="233077"/>
                  </a:lnTo>
                  <a:moveTo>
                    <a:pt x="376047" y="7334"/>
                  </a:moveTo>
                  <a:cubicBezTo>
                    <a:pt x="342233" y="7334"/>
                    <a:pt x="288988" y="9525"/>
                    <a:pt x="260033" y="12954"/>
                  </a:cubicBezTo>
                  <a:cubicBezTo>
                    <a:pt x="140208" y="27527"/>
                    <a:pt x="7144" y="98679"/>
                    <a:pt x="7144" y="248603"/>
                  </a:cubicBezTo>
                  <a:cubicBezTo>
                    <a:pt x="7144" y="355092"/>
                    <a:pt x="54769" y="423005"/>
                    <a:pt x="171926" y="451961"/>
                  </a:cubicBezTo>
                  <a:cubicBezTo>
                    <a:pt x="305276" y="484918"/>
                    <a:pt x="422624" y="484918"/>
                    <a:pt x="486251" y="495871"/>
                  </a:cubicBezTo>
                  <a:cubicBezTo>
                    <a:pt x="549878" y="506825"/>
                    <a:pt x="563118" y="541020"/>
                    <a:pt x="560356" y="574167"/>
                  </a:cubicBezTo>
                  <a:cubicBezTo>
                    <a:pt x="557594" y="607314"/>
                    <a:pt x="516636" y="628364"/>
                    <a:pt x="483489" y="635984"/>
                  </a:cubicBezTo>
                  <a:cubicBezTo>
                    <a:pt x="445264" y="641920"/>
                    <a:pt x="406633" y="644850"/>
                    <a:pt x="367951" y="644747"/>
                  </a:cubicBezTo>
                  <a:cubicBezTo>
                    <a:pt x="331290" y="644961"/>
                    <a:pt x="294707" y="641354"/>
                    <a:pt x="258794" y="633984"/>
                  </a:cubicBezTo>
                  <a:cubicBezTo>
                    <a:pt x="208449" y="622625"/>
                    <a:pt x="165642" y="589710"/>
                    <a:pt x="141732" y="543973"/>
                  </a:cubicBezTo>
                  <a:lnTo>
                    <a:pt x="20669" y="545021"/>
                  </a:lnTo>
                  <a:lnTo>
                    <a:pt x="21622" y="790289"/>
                  </a:lnTo>
                  <a:lnTo>
                    <a:pt x="88297" y="790289"/>
                  </a:lnTo>
                  <a:cubicBezTo>
                    <a:pt x="92253" y="775031"/>
                    <a:pt x="105697" y="764137"/>
                    <a:pt x="121444" y="763429"/>
                  </a:cubicBezTo>
                  <a:cubicBezTo>
                    <a:pt x="126360" y="763510"/>
                    <a:pt x="131238" y="764313"/>
                    <a:pt x="135922" y="765810"/>
                  </a:cubicBezTo>
                  <a:cubicBezTo>
                    <a:pt x="197358" y="792194"/>
                    <a:pt x="295370" y="810006"/>
                    <a:pt x="358235" y="812006"/>
                  </a:cubicBezTo>
                  <a:cubicBezTo>
                    <a:pt x="370142" y="812006"/>
                    <a:pt x="381762" y="812673"/>
                    <a:pt x="393097" y="812673"/>
                  </a:cubicBezTo>
                  <a:cubicBezTo>
                    <a:pt x="476345" y="812673"/>
                    <a:pt x="567119" y="801148"/>
                    <a:pt x="628936" y="763524"/>
                  </a:cubicBezTo>
                  <a:cubicBezTo>
                    <a:pt x="690753" y="725900"/>
                    <a:pt x="740283" y="666274"/>
                    <a:pt x="748475" y="568452"/>
                  </a:cubicBezTo>
                  <a:cubicBezTo>
                    <a:pt x="757333" y="462629"/>
                    <a:pt x="691325" y="355949"/>
                    <a:pt x="538925" y="327660"/>
                  </a:cubicBezTo>
                  <a:cubicBezTo>
                    <a:pt x="407384" y="303276"/>
                    <a:pt x="334804" y="303181"/>
                    <a:pt x="284607" y="295275"/>
                  </a:cubicBezTo>
                  <a:cubicBezTo>
                    <a:pt x="234410" y="287369"/>
                    <a:pt x="194501" y="267271"/>
                    <a:pt x="193167" y="237458"/>
                  </a:cubicBezTo>
                  <a:cubicBezTo>
                    <a:pt x="191834" y="208883"/>
                    <a:pt x="224123" y="189833"/>
                    <a:pt x="261652" y="179737"/>
                  </a:cubicBezTo>
                  <a:cubicBezTo>
                    <a:pt x="303888" y="170543"/>
                    <a:pt x="347015" y="166071"/>
                    <a:pt x="390239" y="166402"/>
                  </a:cubicBezTo>
                  <a:cubicBezTo>
                    <a:pt x="430735" y="166399"/>
                    <a:pt x="471098" y="171033"/>
                    <a:pt x="510540" y="180213"/>
                  </a:cubicBezTo>
                  <a:cubicBezTo>
                    <a:pt x="545725" y="188793"/>
                    <a:pt x="577779" y="207114"/>
                    <a:pt x="603028" y="233077"/>
                  </a:cubicBezTo>
                  <a:cubicBezTo>
                    <a:pt x="607124" y="233077"/>
                    <a:pt x="711137" y="230791"/>
                    <a:pt x="711137" y="230791"/>
                  </a:cubicBezTo>
                  <a:lnTo>
                    <a:pt x="711137" y="22288"/>
                  </a:lnTo>
                  <a:lnTo>
                    <a:pt x="653987" y="22288"/>
                  </a:lnTo>
                  <a:cubicBezTo>
                    <a:pt x="653987" y="22288"/>
                    <a:pt x="648176" y="38576"/>
                    <a:pt x="622935" y="38576"/>
                  </a:cubicBezTo>
                  <a:cubicBezTo>
                    <a:pt x="619363" y="38549"/>
                    <a:pt x="615798" y="38262"/>
                    <a:pt x="612267" y="37719"/>
                  </a:cubicBezTo>
                  <a:cubicBezTo>
                    <a:pt x="535189" y="17978"/>
                    <a:pt x="455992" y="7710"/>
                    <a:pt x="376428" y="7144"/>
                  </a:cubicBezTo>
                </a:path>
              </a:pathLst>
            </a:custGeom>
            <a:grpFill/>
            <a:ln w="9525" cap="flat">
              <a:noFill/>
              <a:prstDash val="solid"/>
              <a:miter/>
            </a:ln>
          </p:spPr>
          <p:txBody>
            <a:bodyPr rtlCol="0" anchor="ctr"/>
            <a:lstStyle/>
            <a:p>
              <a:endParaRPr lang="en-US" sz="3567">
                <a:solidFill>
                  <a:schemeClr val="bg1"/>
                </a:solidFill>
              </a:endParaRPr>
            </a:p>
          </p:txBody>
        </p:sp>
        <p:sp>
          <p:nvSpPr>
            <p:cNvPr id="22" name="Freeform: Shape 21">
              <a:extLst>
                <a:ext uri="{FF2B5EF4-FFF2-40B4-BE49-F238E27FC236}">
                  <a16:creationId xmlns:a16="http://schemas.microsoft.com/office/drawing/2014/main" id="{5C54A59F-9653-8EFC-8166-0F1E539A8EED}"/>
                </a:ext>
              </a:extLst>
            </p:cNvPr>
            <p:cNvSpPr/>
            <p:nvPr/>
          </p:nvSpPr>
          <p:spPr>
            <a:xfrm>
              <a:off x="7366383" y="4288060"/>
              <a:ext cx="104775" cy="104775"/>
            </a:xfrm>
            <a:custGeom>
              <a:avLst/>
              <a:gdLst>
                <a:gd name="connsiteX0" fmla="*/ 103344 w 104775"/>
                <a:gd name="connsiteY0" fmla="*/ 54769 h 104775"/>
                <a:gd name="connsiteX1" fmla="*/ 55721 w 104775"/>
                <a:gd name="connsiteY1" fmla="*/ 103344 h 104775"/>
                <a:gd name="connsiteX2" fmla="*/ 7146 w 104775"/>
                <a:gd name="connsiteY2" fmla="*/ 55721 h 104775"/>
                <a:gd name="connsiteX3" fmla="*/ 54769 w 104775"/>
                <a:gd name="connsiteY3" fmla="*/ 7146 h 104775"/>
                <a:gd name="connsiteX4" fmla="*/ 55243 w 104775"/>
                <a:gd name="connsiteY4" fmla="*/ 7144 h 104775"/>
                <a:gd name="connsiteX5" fmla="*/ 103344 w 104775"/>
                <a:gd name="connsiteY5" fmla="*/ 54769 h 104775"/>
                <a:gd name="connsiteX6" fmla="*/ 95629 w 104775"/>
                <a:gd name="connsiteY6" fmla="*/ 54769 h 104775"/>
                <a:gd name="connsiteX7" fmla="*/ 54024 w 104775"/>
                <a:gd name="connsiteY7" fmla="*/ 15640 h 104775"/>
                <a:gd name="connsiteX8" fmla="*/ 14895 w 104775"/>
                <a:gd name="connsiteY8" fmla="*/ 57245 h 104775"/>
                <a:gd name="connsiteX9" fmla="*/ 55243 w 104775"/>
                <a:gd name="connsiteY9" fmla="*/ 96393 h 104775"/>
                <a:gd name="connsiteX10" fmla="*/ 95648 w 104775"/>
                <a:gd name="connsiteY10" fmla="*/ 56026 h 104775"/>
                <a:gd name="connsiteX11" fmla="*/ 95629 w 104775"/>
                <a:gd name="connsiteY11" fmla="*/ 54769 h 104775"/>
                <a:gd name="connsiteX12" fmla="*/ 45146 w 104775"/>
                <a:gd name="connsiteY12" fmla="*/ 83344 h 104775"/>
                <a:gd name="connsiteX13" fmla="*/ 37431 w 104775"/>
                <a:gd name="connsiteY13" fmla="*/ 83344 h 104775"/>
                <a:gd name="connsiteX14" fmla="*/ 37431 w 104775"/>
                <a:gd name="connsiteY14" fmla="*/ 26194 h 104775"/>
                <a:gd name="connsiteX15" fmla="*/ 59339 w 104775"/>
                <a:gd name="connsiteY15" fmla="*/ 26194 h 104775"/>
                <a:gd name="connsiteX16" fmla="*/ 77817 w 104775"/>
                <a:gd name="connsiteY16" fmla="*/ 42005 h 104775"/>
                <a:gd name="connsiteX17" fmla="*/ 64577 w 104775"/>
                <a:gd name="connsiteY17" fmla="*/ 58007 h 104775"/>
                <a:gd name="connsiteX18" fmla="*/ 80579 w 104775"/>
                <a:gd name="connsiteY18" fmla="*/ 83344 h 104775"/>
                <a:gd name="connsiteX19" fmla="*/ 71721 w 104775"/>
                <a:gd name="connsiteY19" fmla="*/ 83344 h 104775"/>
                <a:gd name="connsiteX20" fmla="*/ 56195 w 104775"/>
                <a:gd name="connsiteY20" fmla="*/ 58007 h 104775"/>
                <a:gd name="connsiteX21" fmla="*/ 45146 w 104775"/>
                <a:gd name="connsiteY21" fmla="*/ 58007 h 104775"/>
                <a:gd name="connsiteX22" fmla="*/ 54195 w 104775"/>
                <a:gd name="connsiteY22" fmla="*/ 51435 h 104775"/>
                <a:gd name="connsiteX23" fmla="*/ 70007 w 104775"/>
                <a:gd name="connsiteY23" fmla="*/ 41910 h 104775"/>
                <a:gd name="connsiteX24" fmla="*/ 57624 w 104775"/>
                <a:gd name="connsiteY24" fmla="*/ 32385 h 104775"/>
                <a:gd name="connsiteX25" fmla="*/ 45146 w 104775"/>
                <a:gd name="connsiteY25" fmla="*/ 32385 h 104775"/>
                <a:gd name="connsiteX26" fmla="*/ 45146 w 104775"/>
                <a:gd name="connsiteY26" fmla="*/ 5143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775" h="104775">
                  <a:moveTo>
                    <a:pt x="103344" y="54769"/>
                  </a:moveTo>
                  <a:cubicBezTo>
                    <a:pt x="103607" y="81333"/>
                    <a:pt x="82286" y="103081"/>
                    <a:pt x="55721" y="103344"/>
                  </a:cubicBezTo>
                  <a:cubicBezTo>
                    <a:pt x="29157" y="103607"/>
                    <a:pt x="7409" y="82286"/>
                    <a:pt x="7146" y="55721"/>
                  </a:cubicBezTo>
                  <a:cubicBezTo>
                    <a:pt x="6883" y="29157"/>
                    <a:pt x="28204" y="7409"/>
                    <a:pt x="54769" y="7146"/>
                  </a:cubicBezTo>
                  <a:cubicBezTo>
                    <a:pt x="54927" y="7144"/>
                    <a:pt x="55085" y="7144"/>
                    <a:pt x="55243" y="7144"/>
                  </a:cubicBezTo>
                  <a:cubicBezTo>
                    <a:pt x="81602" y="7194"/>
                    <a:pt x="103031" y="28411"/>
                    <a:pt x="103344" y="54769"/>
                  </a:cubicBezTo>
                  <a:close/>
                  <a:moveTo>
                    <a:pt x="95629" y="54769"/>
                  </a:moveTo>
                  <a:cubicBezTo>
                    <a:pt x="94945" y="32475"/>
                    <a:pt x="76318" y="14956"/>
                    <a:pt x="54024" y="15640"/>
                  </a:cubicBezTo>
                  <a:cubicBezTo>
                    <a:pt x="31730" y="16324"/>
                    <a:pt x="14211" y="34951"/>
                    <a:pt x="14895" y="57245"/>
                  </a:cubicBezTo>
                  <a:cubicBezTo>
                    <a:pt x="15564" y="79050"/>
                    <a:pt x="33428" y="96383"/>
                    <a:pt x="55243" y="96393"/>
                  </a:cubicBezTo>
                  <a:cubicBezTo>
                    <a:pt x="77547" y="96404"/>
                    <a:pt x="95638" y="78331"/>
                    <a:pt x="95648" y="56026"/>
                  </a:cubicBezTo>
                  <a:cubicBezTo>
                    <a:pt x="95648" y="55607"/>
                    <a:pt x="95642" y="55188"/>
                    <a:pt x="95629" y="54769"/>
                  </a:cubicBezTo>
                  <a:close/>
                  <a:moveTo>
                    <a:pt x="45146" y="83344"/>
                  </a:moveTo>
                  <a:lnTo>
                    <a:pt x="37431" y="83344"/>
                  </a:lnTo>
                  <a:lnTo>
                    <a:pt x="37431" y="26194"/>
                  </a:lnTo>
                  <a:lnTo>
                    <a:pt x="59339" y="26194"/>
                  </a:lnTo>
                  <a:cubicBezTo>
                    <a:pt x="72102" y="26194"/>
                    <a:pt x="77817" y="31814"/>
                    <a:pt x="77817" y="42005"/>
                  </a:cubicBezTo>
                  <a:cubicBezTo>
                    <a:pt x="78146" y="49941"/>
                    <a:pt x="72434" y="56845"/>
                    <a:pt x="64577" y="58007"/>
                  </a:cubicBezTo>
                  <a:lnTo>
                    <a:pt x="80579" y="83344"/>
                  </a:lnTo>
                  <a:lnTo>
                    <a:pt x="71721" y="83344"/>
                  </a:lnTo>
                  <a:lnTo>
                    <a:pt x="56195" y="58007"/>
                  </a:lnTo>
                  <a:lnTo>
                    <a:pt x="45146" y="58007"/>
                  </a:lnTo>
                  <a:close/>
                  <a:moveTo>
                    <a:pt x="54195" y="51435"/>
                  </a:moveTo>
                  <a:cubicBezTo>
                    <a:pt x="61625" y="51435"/>
                    <a:pt x="70007" y="51435"/>
                    <a:pt x="70007" y="41910"/>
                  </a:cubicBezTo>
                  <a:cubicBezTo>
                    <a:pt x="70007" y="33909"/>
                    <a:pt x="63625" y="32385"/>
                    <a:pt x="57624" y="32385"/>
                  </a:cubicBezTo>
                  <a:lnTo>
                    <a:pt x="45146" y="32385"/>
                  </a:lnTo>
                  <a:lnTo>
                    <a:pt x="45146" y="51435"/>
                  </a:lnTo>
                  <a:close/>
                </a:path>
              </a:pathLst>
            </a:custGeom>
            <a:grpFill/>
            <a:ln w="9525" cap="flat">
              <a:noFill/>
              <a:prstDash val="solid"/>
              <a:miter/>
            </a:ln>
          </p:spPr>
          <p:txBody>
            <a:bodyPr rtlCol="0" anchor="ctr"/>
            <a:lstStyle/>
            <a:p>
              <a:endParaRPr lang="en-US" sz="3567">
                <a:solidFill>
                  <a:schemeClr val="bg1"/>
                </a:solidFill>
              </a:endParaRPr>
            </a:p>
          </p:txBody>
        </p:sp>
      </p:grpSp>
      <p:pic>
        <p:nvPicPr>
          <p:cNvPr id="3" name="Camera 2">
            <a:extLst>
              <a:ext uri="{FF2B5EF4-FFF2-40B4-BE49-F238E27FC236}">
                <a16:creationId xmlns:a16="http://schemas.microsoft.com/office/drawing/2014/main" id="{4461EA9D-F1DA-4842-E337-EE7B676D9C6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628242" y="192156"/>
            <a:ext cx="1348939" cy="1348939"/>
          </a:xfrm>
          <a:prstGeom prst="ellipse">
            <a:avLst/>
          </a:prstGeom>
          <a:ln w="19050" cap="rnd">
            <a:solidFill>
              <a:srgbClr val="404040"/>
            </a:solidFill>
          </a:ln>
          <a:effectLst/>
        </p:spPr>
      </p:pic>
    </p:spTree>
    <p:extLst>
      <p:ext uri="{BB962C8B-B14F-4D97-AF65-F5344CB8AC3E}">
        <p14:creationId xmlns:p14="http://schemas.microsoft.com/office/powerpoint/2010/main" val="335945540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B384F1-CA30-4F19-5940-258D1DE910C2}"/>
              </a:ext>
            </a:extLst>
          </p:cNvPr>
          <p:cNvSpPr>
            <a:spLocks noGrp="1"/>
          </p:cNvSpPr>
          <p:nvPr>
            <p:ph type="body" sz="quarter" idx="14"/>
          </p:nvPr>
        </p:nvSpPr>
        <p:spPr/>
        <p:txBody>
          <a:bodyPr/>
          <a:lstStyle/>
          <a:p>
            <a:endParaRPr lang="en-US"/>
          </a:p>
        </p:txBody>
      </p:sp>
      <p:sp>
        <p:nvSpPr>
          <p:cNvPr id="3" name="Title 2">
            <a:extLst>
              <a:ext uri="{FF2B5EF4-FFF2-40B4-BE49-F238E27FC236}">
                <a16:creationId xmlns:a16="http://schemas.microsoft.com/office/drawing/2014/main" id="{F3376318-0B04-CF5A-2B0E-3784E1B4D684}"/>
              </a:ext>
            </a:extLst>
          </p:cNvPr>
          <p:cNvSpPr>
            <a:spLocks noGrp="1"/>
          </p:cNvSpPr>
          <p:nvPr>
            <p:ph type="ctrTitle"/>
          </p:nvPr>
        </p:nvSpPr>
        <p:spPr/>
        <p:txBody>
          <a:bodyPr/>
          <a:lstStyle/>
          <a:p>
            <a:r>
              <a:rPr lang="en-US" dirty="0"/>
              <a:t>Appendix</a:t>
            </a:r>
          </a:p>
        </p:txBody>
      </p:sp>
      <p:sp>
        <p:nvSpPr>
          <p:cNvPr id="4" name="Subtitle 3">
            <a:extLst>
              <a:ext uri="{FF2B5EF4-FFF2-40B4-BE49-F238E27FC236}">
                <a16:creationId xmlns:a16="http://schemas.microsoft.com/office/drawing/2014/main" id="{F8451EF8-F0C6-3D10-94EA-25A9E90089C3}"/>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5BE0C0D6-E81B-4F9F-C08E-3B82A886EE54}"/>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74D21993-43FD-89C2-DE04-FC9C243C688F}"/>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622952837"/>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19</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185530"/>
            <a:ext cx="11814077" cy="664470"/>
          </a:xfrm>
        </p:spPr>
        <p:txBody>
          <a:bodyPr wrap="square" anchor="t">
            <a:normAutofit/>
          </a:bodyPr>
          <a:lstStyle/>
          <a:p>
            <a:r>
              <a:rPr lang="en-US" sz="2600" dirty="0"/>
              <a:t>Appendix: Full Model Comparison Table</a:t>
            </a:r>
          </a:p>
        </p:txBody>
      </p:sp>
      <p:graphicFrame>
        <p:nvGraphicFramePr>
          <p:cNvPr id="10" name="Model Comparison Table"/>
          <p:cNvGraphicFramePr>
            <a:graphicFrameLocks noGrp="1"/>
          </p:cNvGraphicFramePr>
          <p:nvPr/>
        </p:nvGraphicFramePr>
        <p:xfrm>
          <a:off x="188962" y="900000"/>
          <a:ext cx="11814078" cy="5412540"/>
        </p:xfrm>
        <a:graphic>
          <a:graphicData uri="http://schemas.openxmlformats.org/drawingml/2006/table">
            <a:tbl>
              <a:tblPr firstRow="1" bandRow="1">
                <a:tableStyleId>{5C22544A-7EE6-4342-B048-85BDC9FD1C3A}</a:tableStyleId>
              </a:tblPr>
              <a:tblGrid>
                <a:gridCol w="2740790">
                  <a:extLst>
                    <a:ext uri="{9D8B030D-6E8A-4147-A177-3AD203B41FA5}">
                      <a16:colId xmlns:a16="http://schemas.microsoft.com/office/drawing/2014/main" val="20000"/>
                    </a:ext>
                  </a:extLst>
                </a:gridCol>
                <a:gridCol w="2268322">
                  <a:extLst>
                    <a:ext uri="{9D8B030D-6E8A-4147-A177-3AD203B41FA5}">
                      <a16:colId xmlns:a16="http://schemas.microsoft.com/office/drawing/2014/main" val="20001"/>
                    </a:ext>
                  </a:extLst>
                </a:gridCol>
                <a:gridCol w="2268322">
                  <a:extLst>
                    <a:ext uri="{9D8B030D-6E8A-4147-A177-3AD203B41FA5}">
                      <a16:colId xmlns:a16="http://schemas.microsoft.com/office/drawing/2014/main" val="20002"/>
                    </a:ext>
                  </a:extLst>
                </a:gridCol>
                <a:gridCol w="2268322">
                  <a:extLst>
                    <a:ext uri="{9D8B030D-6E8A-4147-A177-3AD203B41FA5}">
                      <a16:colId xmlns:a16="http://schemas.microsoft.com/office/drawing/2014/main" val="20003"/>
                    </a:ext>
                  </a:extLst>
                </a:gridCol>
                <a:gridCol w="2268322">
                  <a:extLst>
                    <a:ext uri="{9D8B030D-6E8A-4147-A177-3AD203B41FA5}">
                      <a16:colId xmlns:a16="http://schemas.microsoft.com/office/drawing/2014/main" val="20004"/>
                    </a:ext>
                  </a:extLst>
                </a:gridCol>
              </a:tblGrid>
              <a:tr h="481818">
                <a:tc>
                  <a:txBody>
                    <a:bodyPr/>
                    <a:lstStyle/>
                    <a:p>
                      <a:pPr algn="l"/>
                      <a:r>
                        <a:rPr lang="en-US" sz="1800" b="1" dirty="0">
                          <a:solidFill>
                            <a:schemeClr val="bg1"/>
                          </a:solidFill>
                        </a:rPr>
                        <a:t>Metric</a:t>
                      </a:r>
                    </a:p>
                  </a:txBody>
                  <a:tcPr marL="45720" marR="45720" marT="22860" marB="22860" anchor="ctr"/>
                </a:tc>
                <a:tc>
                  <a:txBody>
                    <a:bodyPr/>
                    <a:lstStyle/>
                    <a:p>
                      <a:pPr algn="l"/>
                      <a:r>
                        <a:rPr lang="en-US" sz="1800" b="1" dirty="0">
                          <a:solidFill>
                            <a:schemeClr val="bg1"/>
                          </a:solidFill>
                        </a:rPr>
                        <a:t>Gradient Boosting</a:t>
                      </a:r>
                    </a:p>
                  </a:txBody>
                  <a:tcPr marL="45720" marR="45720" marT="22860" marB="22860" anchor="ctr"/>
                </a:tc>
                <a:tc>
                  <a:txBody>
                    <a:bodyPr/>
                    <a:lstStyle/>
                    <a:p>
                      <a:pPr algn="l"/>
                      <a:r>
                        <a:rPr lang="en-US" sz="1800" b="1" dirty="0">
                          <a:solidFill>
                            <a:schemeClr val="bg1"/>
                          </a:solidFill>
                        </a:rPr>
                        <a:t>Baseline Logistic Reg.</a:t>
                      </a:r>
                    </a:p>
                  </a:txBody>
                  <a:tcPr marL="45720" marR="45720" marT="22860" marB="22860" anchor="ctr"/>
                </a:tc>
                <a:tc>
                  <a:txBody>
                    <a:bodyPr/>
                    <a:lstStyle/>
                    <a:p>
                      <a:pPr algn="l"/>
                      <a:r>
                        <a:rPr lang="en-US" sz="1800" b="1" dirty="0">
                          <a:solidFill>
                            <a:schemeClr val="bg1"/>
                          </a:solidFill>
                        </a:rPr>
                        <a:t>Balanced Random Forest</a:t>
                      </a:r>
                    </a:p>
                  </a:txBody>
                  <a:tcPr marL="45720" marR="45720" marT="22860" marB="22860" anchor="ctr"/>
                </a:tc>
                <a:tc>
                  <a:txBody>
                    <a:bodyPr/>
                    <a:lstStyle/>
                    <a:p>
                      <a:pPr algn="l"/>
                      <a:r>
                        <a:rPr lang="en-US" sz="1800" b="1" dirty="0">
                          <a:solidFill>
                            <a:schemeClr val="bg1"/>
                          </a:solidFill>
                        </a:rPr>
                        <a:t>Balanced Logistic Reg.</a:t>
                      </a:r>
                    </a:p>
                  </a:txBody>
                  <a:tcPr marL="45720" marR="45720" marT="22860" marB="22860" anchor="ctr"/>
                </a:tc>
                <a:extLst>
                  <a:ext uri="{0D108BD9-81ED-4DB2-BD59-A6C34878D82A}">
                    <a16:rowId xmlns:a16="http://schemas.microsoft.com/office/drawing/2014/main" val="10000"/>
                  </a:ext>
                </a:extLst>
              </a:tr>
              <a:tr h="481818">
                <a:tc>
                  <a:txBody>
                    <a:bodyPr/>
                    <a:lstStyle/>
                    <a:p>
                      <a:pPr algn="l"/>
                      <a:r>
                        <a:rPr lang="en-US" sz="1800" b="1" dirty="0"/>
                        <a:t>Accuracy</a:t>
                      </a:r>
                    </a:p>
                  </a:txBody>
                  <a:tcPr marL="45720" marR="45720" marT="22860" marB="22860" anchor="ctr"/>
                </a:tc>
                <a:tc>
                  <a:txBody>
                    <a:bodyPr/>
                    <a:lstStyle/>
                    <a:p>
                      <a:pPr algn="l"/>
                      <a:r>
                        <a:rPr lang="en-US" sz="1800" dirty="0"/>
                        <a:t>0.8871</a:t>
                      </a:r>
                    </a:p>
                  </a:txBody>
                  <a:tcPr marL="45720" marR="45720" marT="22860" marB="22860" anchor="ctr"/>
                </a:tc>
                <a:tc>
                  <a:txBody>
                    <a:bodyPr/>
                    <a:lstStyle/>
                    <a:p>
                      <a:pPr algn="l"/>
                      <a:r>
                        <a:rPr lang="en-US" sz="1800" dirty="0"/>
                        <a:t>0.8876</a:t>
                      </a:r>
                    </a:p>
                  </a:txBody>
                  <a:tcPr marL="45720" marR="45720" marT="22860" marB="22860" anchor="ctr"/>
                </a:tc>
                <a:tc>
                  <a:txBody>
                    <a:bodyPr/>
                    <a:lstStyle/>
                    <a:p>
                      <a:pPr algn="l"/>
                      <a:r>
                        <a:rPr lang="en-US" sz="1800" dirty="0"/>
                        <a:t>0.6875</a:t>
                      </a:r>
                    </a:p>
                  </a:txBody>
                  <a:tcPr marL="45720" marR="45720" marT="22860" marB="22860" anchor="ctr"/>
                </a:tc>
                <a:tc>
                  <a:txBody>
                    <a:bodyPr/>
                    <a:lstStyle/>
                    <a:p>
                      <a:pPr algn="l"/>
                      <a:r>
                        <a:rPr lang="en-US" sz="1800" dirty="0"/>
                        <a:t>0.6632</a:t>
                      </a:r>
                    </a:p>
                  </a:txBody>
                  <a:tcPr marL="45720" marR="45720" marT="22860" marB="22860" anchor="ctr"/>
                </a:tc>
                <a:extLst>
                  <a:ext uri="{0D108BD9-81ED-4DB2-BD59-A6C34878D82A}">
                    <a16:rowId xmlns:a16="http://schemas.microsoft.com/office/drawing/2014/main" val="10001"/>
                  </a:ext>
                </a:extLst>
              </a:tr>
              <a:tr h="481818">
                <a:tc>
                  <a:txBody>
                    <a:bodyPr/>
                    <a:lstStyle/>
                    <a:p>
                      <a:pPr algn="l"/>
                      <a:r>
                        <a:rPr lang="en-US" sz="1800" b="1" dirty="0"/>
                        <a:t>Precision</a:t>
                      </a:r>
                    </a:p>
                  </a:txBody>
                  <a:tcPr marL="45720" marR="45720" marT="22860" marB="22860" anchor="ctr"/>
                </a:tc>
                <a:tc>
                  <a:txBody>
                    <a:bodyPr/>
                    <a:lstStyle/>
                    <a:p>
                      <a:pPr algn="l"/>
                      <a:r>
                        <a:rPr lang="en-US" sz="1800" dirty="0"/>
                        <a:t>0.6897</a:t>
                      </a:r>
                    </a:p>
                  </a:txBody>
                  <a:tcPr marL="45720" marR="45720" marT="22860" marB="22860" anchor="ctr"/>
                </a:tc>
                <a:tc>
                  <a:txBody>
                    <a:bodyPr/>
                    <a:lstStyle/>
                    <a:p>
                      <a:pPr algn="l"/>
                      <a:r>
                        <a:rPr lang="en-US" sz="1800" dirty="0"/>
                        <a:t>0.6400</a:t>
                      </a:r>
                    </a:p>
                  </a:txBody>
                  <a:tcPr marL="45720" marR="45720" marT="22860" marB="22860" anchor="ctr"/>
                </a:tc>
                <a:tc>
                  <a:txBody>
                    <a:bodyPr/>
                    <a:lstStyle/>
                    <a:p>
                      <a:pPr algn="l"/>
                      <a:r>
                        <a:rPr lang="en-US" sz="1800" dirty="0"/>
                        <a:t>0.1893</a:t>
                      </a:r>
                    </a:p>
                  </a:txBody>
                  <a:tcPr marL="45720" marR="45720" marT="22860" marB="22860" anchor="ctr"/>
                </a:tc>
                <a:tc>
                  <a:txBody>
                    <a:bodyPr/>
                    <a:lstStyle/>
                    <a:p>
                      <a:pPr algn="l"/>
                      <a:r>
                        <a:rPr lang="en-US" sz="1800" dirty="0"/>
                        <a:t>0.1815</a:t>
                      </a:r>
                    </a:p>
                  </a:txBody>
                  <a:tcPr marL="45720" marR="45720" marT="22860" marB="22860" anchor="ctr"/>
                </a:tc>
                <a:extLst>
                  <a:ext uri="{0D108BD9-81ED-4DB2-BD59-A6C34878D82A}">
                    <a16:rowId xmlns:a16="http://schemas.microsoft.com/office/drawing/2014/main" val="10002"/>
                  </a:ext>
                </a:extLst>
              </a:tr>
              <a:tr h="481818">
                <a:tc>
                  <a:txBody>
                    <a:bodyPr/>
                    <a:lstStyle/>
                    <a:p>
                      <a:pPr algn="l"/>
                      <a:r>
                        <a:rPr lang="en-US" sz="1800" b="1" dirty="0"/>
                        <a:t>Recall</a:t>
                      </a:r>
                    </a:p>
                  </a:txBody>
                  <a:tcPr marL="45720" marR="45720" marT="22860" marB="22860" anchor="ctr"/>
                </a:tc>
                <a:tc>
                  <a:txBody>
                    <a:bodyPr/>
                    <a:lstStyle/>
                    <a:p>
                      <a:pPr algn="l"/>
                      <a:r>
                        <a:rPr lang="en-US" sz="1800" dirty="0"/>
                        <a:t>0.0089</a:t>
                      </a:r>
                    </a:p>
                  </a:txBody>
                  <a:tcPr marL="45720" marR="45720" marT="22860" marB="22860" anchor="ctr"/>
                </a:tc>
                <a:tc>
                  <a:txBody>
                    <a:bodyPr/>
                    <a:lstStyle/>
                    <a:p>
                      <a:pPr algn="l"/>
                      <a:r>
                        <a:rPr lang="en-US" sz="1800" dirty="0"/>
                        <a:t>0.0214</a:t>
                      </a:r>
                    </a:p>
                  </a:txBody>
                  <a:tcPr marL="45720" marR="45720" marT="22860" marB="22860" anchor="ctr"/>
                </a:tc>
                <a:tc>
                  <a:txBody>
                    <a:bodyPr/>
                    <a:lstStyle/>
                    <a:p>
                      <a:pPr algn="l"/>
                      <a:r>
                        <a:rPr lang="en-US" sz="1800" dirty="0"/>
                        <a:t>0.5343</a:t>
                      </a:r>
                    </a:p>
                  </a:txBody>
                  <a:tcPr marL="45720" marR="45720" marT="22860" marB="22860" anchor="ctr"/>
                </a:tc>
                <a:tc>
                  <a:txBody>
                    <a:bodyPr/>
                    <a:lstStyle/>
                    <a:p>
                      <a:pPr algn="l"/>
                      <a:r>
                        <a:rPr lang="en-US" sz="1800" dirty="0"/>
                        <a:t>0.5606</a:t>
                      </a:r>
                    </a:p>
                  </a:txBody>
                  <a:tcPr marL="45720" marR="45720" marT="22860" marB="22860" anchor="ctr"/>
                </a:tc>
                <a:extLst>
                  <a:ext uri="{0D108BD9-81ED-4DB2-BD59-A6C34878D82A}">
                    <a16:rowId xmlns:a16="http://schemas.microsoft.com/office/drawing/2014/main" val="10003"/>
                  </a:ext>
                </a:extLst>
              </a:tr>
              <a:tr h="481818">
                <a:tc>
                  <a:txBody>
                    <a:bodyPr/>
                    <a:lstStyle/>
                    <a:p>
                      <a:pPr algn="l"/>
                      <a:r>
                        <a:rPr lang="en-US" sz="1800" b="1" dirty="0"/>
                        <a:t>F1</a:t>
                      </a:r>
                    </a:p>
                  </a:txBody>
                  <a:tcPr marL="45720" marR="45720" marT="22860" marB="22860" anchor="ctr"/>
                </a:tc>
                <a:tc>
                  <a:txBody>
                    <a:bodyPr/>
                    <a:lstStyle/>
                    <a:p>
                      <a:pPr algn="l"/>
                      <a:r>
                        <a:rPr lang="en-US" sz="1800" dirty="0"/>
                        <a:t>0.0176</a:t>
                      </a:r>
                    </a:p>
                  </a:txBody>
                  <a:tcPr marL="45720" marR="45720" marT="22860" marB="22860" anchor="ctr"/>
                </a:tc>
                <a:tc>
                  <a:txBody>
                    <a:bodyPr/>
                    <a:lstStyle/>
                    <a:p>
                      <a:pPr algn="l"/>
                      <a:r>
                        <a:rPr lang="en-US" sz="1800" dirty="0"/>
                        <a:t>0.0414</a:t>
                      </a:r>
                    </a:p>
                  </a:txBody>
                  <a:tcPr marL="45720" marR="45720" marT="22860" marB="22860" anchor="ctr"/>
                </a:tc>
                <a:tc>
                  <a:txBody>
                    <a:bodyPr/>
                    <a:lstStyle/>
                    <a:p>
                      <a:pPr algn="l"/>
                      <a:r>
                        <a:rPr lang="en-US" sz="1800" dirty="0"/>
                        <a:t>0.2796</a:t>
                      </a:r>
                    </a:p>
                  </a:txBody>
                  <a:tcPr marL="45720" marR="45720" marT="22860" marB="22860" anchor="ctr"/>
                </a:tc>
                <a:tc>
                  <a:txBody>
                    <a:bodyPr/>
                    <a:lstStyle/>
                    <a:p>
                      <a:pPr algn="l"/>
                      <a:r>
                        <a:rPr lang="en-US" sz="1800" dirty="0"/>
                        <a:t>0.2742</a:t>
                      </a:r>
                    </a:p>
                  </a:txBody>
                  <a:tcPr marL="45720" marR="45720" marT="22860" marB="22860" anchor="ctr"/>
                </a:tc>
                <a:extLst>
                  <a:ext uri="{0D108BD9-81ED-4DB2-BD59-A6C34878D82A}">
                    <a16:rowId xmlns:a16="http://schemas.microsoft.com/office/drawing/2014/main" val="10004"/>
                  </a:ext>
                </a:extLst>
              </a:tr>
              <a:tr h="481818">
                <a:tc>
                  <a:txBody>
                    <a:bodyPr/>
                    <a:lstStyle/>
                    <a:p>
                      <a:pPr algn="l"/>
                      <a:r>
                        <a:rPr lang="en-US" sz="1800" b="1" dirty="0"/>
                        <a:t>ROC-AUC</a:t>
                      </a:r>
                    </a:p>
                  </a:txBody>
                  <a:tcPr marL="45720" marR="45720" marT="22860" marB="22860" anchor="ctr"/>
                </a:tc>
                <a:tc>
                  <a:txBody>
                    <a:bodyPr/>
                    <a:lstStyle/>
                    <a:p>
                      <a:pPr algn="l"/>
                      <a:r>
                        <a:rPr lang="en-US" sz="1800" dirty="0"/>
                        <a:t>0.6756</a:t>
                      </a:r>
                    </a:p>
                  </a:txBody>
                  <a:tcPr marL="45720" marR="45720" marT="22860" marB="22860" anchor="ctr"/>
                </a:tc>
                <a:tc>
                  <a:txBody>
                    <a:bodyPr/>
                    <a:lstStyle/>
                    <a:p>
                      <a:pPr algn="l"/>
                      <a:r>
                        <a:rPr lang="en-US" sz="1800" dirty="0"/>
                        <a:t>0.6686</a:t>
                      </a:r>
                    </a:p>
                  </a:txBody>
                  <a:tcPr marL="45720" marR="45720" marT="22860" marB="22860" anchor="ctr"/>
                </a:tc>
                <a:tc>
                  <a:txBody>
                    <a:bodyPr/>
                    <a:lstStyle/>
                    <a:p>
                      <a:pPr algn="l"/>
                      <a:r>
                        <a:rPr lang="en-US" sz="1800" dirty="0"/>
                        <a:t>0.6706</a:t>
                      </a:r>
                    </a:p>
                  </a:txBody>
                  <a:tcPr marL="45720" marR="45720" marT="22860" marB="22860" anchor="ctr"/>
                </a:tc>
                <a:tc>
                  <a:txBody>
                    <a:bodyPr/>
                    <a:lstStyle/>
                    <a:p>
                      <a:pPr algn="l"/>
                      <a:r>
                        <a:rPr lang="en-US" sz="1800" dirty="0"/>
                        <a:t>0.6688</a:t>
                      </a:r>
                    </a:p>
                  </a:txBody>
                  <a:tcPr marL="45720" marR="45720" marT="22860" marB="22860" anchor="ctr"/>
                </a:tc>
                <a:extLst>
                  <a:ext uri="{0D108BD9-81ED-4DB2-BD59-A6C34878D82A}">
                    <a16:rowId xmlns:a16="http://schemas.microsoft.com/office/drawing/2014/main" val="10005"/>
                  </a:ext>
                </a:extLst>
              </a:tr>
              <a:tr h="481818">
                <a:tc>
                  <a:txBody>
                    <a:bodyPr/>
                    <a:lstStyle/>
                    <a:p>
                      <a:pPr algn="l"/>
                      <a:r>
                        <a:rPr lang="en-US" sz="1800" b="1" dirty="0"/>
                        <a:t>PR-AUC (avg precision)</a:t>
                      </a:r>
                    </a:p>
                  </a:txBody>
                  <a:tcPr marL="45720" marR="45720" marT="22860" marB="22860" anchor="ctr"/>
                </a:tc>
                <a:tc>
                  <a:txBody>
                    <a:bodyPr/>
                    <a:lstStyle/>
                    <a:p>
                      <a:pPr algn="l"/>
                      <a:r>
                        <a:rPr lang="en-US" sz="1800" dirty="0"/>
                        <a:t>0.2423</a:t>
                      </a:r>
                    </a:p>
                  </a:txBody>
                  <a:tcPr marL="45720" marR="45720" marT="22860" marB="22860" anchor="ctr"/>
                </a:tc>
                <a:tc>
                  <a:txBody>
                    <a:bodyPr/>
                    <a:lstStyle/>
                    <a:p>
                      <a:pPr algn="l"/>
                      <a:r>
                        <a:rPr lang="en-US" sz="1800" dirty="0"/>
                        <a:t>0.2239</a:t>
                      </a:r>
                    </a:p>
                  </a:txBody>
                  <a:tcPr marL="45720" marR="45720" marT="22860" marB="22860" anchor="ctr"/>
                </a:tc>
                <a:tc>
                  <a:txBody>
                    <a:bodyPr/>
                    <a:lstStyle/>
                    <a:p>
                      <a:pPr algn="l"/>
                      <a:r>
                        <a:rPr lang="en-US" sz="1800" dirty="0"/>
                        <a:t>0.2214</a:t>
                      </a:r>
                    </a:p>
                  </a:txBody>
                  <a:tcPr marL="45720" marR="45720" marT="22860" marB="22860" anchor="ctr"/>
                </a:tc>
                <a:tc>
                  <a:txBody>
                    <a:bodyPr/>
                    <a:lstStyle/>
                    <a:p>
                      <a:pPr algn="l"/>
                      <a:r>
                        <a:rPr lang="en-US" sz="1800" dirty="0"/>
                        <a:t>0.2233</a:t>
                      </a:r>
                    </a:p>
                  </a:txBody>
                  <a:tcPr marL="45720" marR="45720" marT="22860" marB="22860" anchor="ctr"/>
                </a:tc>
                <a:extLst>
                  <a:ext uri="{0D108BD9-81ED-4DB2-BD59-A6C34878D82A}">
                    <a16:rowId xmlns:a16="http://schemas.microsoft.com/office/drawing/2014/main" val="10006"/>
                  </a:ext>
                </a:extLst>
              </a:tr>
              <a:tr h="481818">
                <a:tc>
                  <a:txBody>
                    <a:bodyPr/>
                    <a:lstStyle/>
                    <a:p>
                      <a:pPr algn="l"/>
                      <a:r>
                        <a:rPr lang="en-US" sz="1800" b="1" dirty="0"/>
                        <a:t>Brier score</a:t>
                      </a:r>
                    </a:p>
                  </a:txBody>
                  <a:tcPr marL="45720" marR="45720" marT="22860" marB="22860" anchor="ctr"/>
                </a:tc>
                <a:tc>
                  <a:txBody>
                    <a:bodyPr/>
                    <a:lstStyle/>
                    <a:p>
                      <a:pPr algn="l"/>
                      <a:r>
                        <a:rPr lang="en-US" sz="1800" dirty="0"/>
                        <a:t>0.0951</a:t>
                      </a:r>
                    </a:p>
                  </a:txBody>
                  <a:tcPr marL="45720" marR="45720" marT="22860" marB="22860" anchor="ctr"/>
                </a:tc>
                <a:tc>
                  <a:txBody>
                    <a:bodyPr/>
                    <a:lstStyle/>
                    <a:p>
                      <a:pPr algn="l"/>
                      <a:r>
                        <a:rPr lang="en-US" sz="1800" dirty="0"/>
                        <a:t>0.0960</a:t>
                      </a:r>
                    </a:p>
                  </a:txBody>
                  <a:tcPr marL="45720" marR="45720" marT="22860" marB="22860" anchor="ctr"/>
                </a:tc>
                <a:tc>
                  <a:txBody>
                    <a:bodyPr/>
                    <a:lstStyle/>
                    <a:p>
                      <a:pPr algn="l"/>
                      <a:r>
                        <a:rPr lang="en-US" sz="1800" dirty="0"/>
                        <a:t>0.2086</a:t>
                      </a:r>
                    </a:p>
                  </a:txBody>
                  <a:tcPr marL="45720" marR="45720" marT="22860" marB="22860" anchor="ctr"/>
                </a:tc>
                <a:tc>
                  <a:txBody>
                    <a:bodyPr/>
                    <a:lstStyle/>
                    <a:p>
                      <a:pPr algn="l"/>
                      <a:r>
                        <a:rPr lang="en-US" sz="1800" dirty="0"/>
                        <a:t>0.2250</a:t>
                      </a:r>
                    </a:p>
                  </a:txBody>
                  <a:tcPr marL="45720" marR="45720" marT="22860" marB="22860" anchor="ctr"/>
                </a:tc>
                <a:extLst>
                  <a:ext uri="{0D108BD9-81ED-4DB2-BD59-A6C34878D82A}">
                    <a16:rowId xmlns:a16="http://schemas.microsoft.com/office/drawing/2014/main" val="10007"/>
                  </a:ext>
                </a:extLst>
              </a:tr>
              <a:tr h="481818">
                <a:tc>
                  <a:txBody>
                    <a:bodyPr/>
                    <a:lstStyle/>
                    <a:p>
                      <a:pPr algn="l"/>
                      <a:r>
                        <a:rPr lang="en-US" sz="1800" b="1" dirty="0"/>
                        <a:t>Precision@500</a:t>
                      </a:r>
                    </a:p>
                  </a:txBody>
                  <a:tcPr marL="45720" marR="45720" marT="22860" marB="22860" anchor="ctr"/>
                </a:tc>
                <a:tc>
                  <a:txBody>
                    <a:bodyPr/>
                    <a:lstStyle/>
                    <a:p>
                      <a:pPr algn="l"/>
                      <a:r>
                        <a:rPr lang="en-US" sz="1800" dirty="0"/>
                        <a:t>0.412</a:t>
                      </a:r>
                    </a:p>
                  </a:txBody>
                  <a:tcPr marL="45720" marR="45720" marT="22860" marB="22860" anchor="ctr"/>
                </a:tc>
                <a:tc>
                  <a:txBody>
                    <a:bodyPr/>
                    <a:lstStyle/>
                    <a:p>
                      <a:pPr algn="l"/>
                      <a:r>
                        <a:rPr lang="en-US" sz="1800" dirty="0"/>
                        <a:t>0.378</a:t>
                      </a:r>
                    </a:p>
                  </a:txBody>
                  <a:tcPr marL="45720" marR="45720" marT="22860" marB="22860" anchor="ctr"/>
                </a:tc>
                <a:tc>
                  <a:txBody>
                    <a:bodyPr/>
                    <a:lstStyle/>
                    <a:p>
                      <a:pPr algn="l"/>
                      <a:r>
                        <a:rPr lang="en-US" sz="1800" dirty="0"/>
                        <a:t>n/a</a:t>
                      </a:r>
                    </a:p>
                  </a:txBody>
                  <a:tcPr marL="45720" marR="45720" marT="22860" marB="22860" anchor="ctr"/>
                </a:tc>
                <a:tc>
                  <a:txBody>
                    <a:bodyPr/>
                    <a:lstStyle/>
                    <a:p>
                      <a:pPr algn="l"/>
                      <a:r>
                        <a:rPr lang="en-US" sz="1800" dirty="0"/>
                        <a:t>n/a</a:t>
                      </a:r>
                    </a:p>
                  </a:txBody>
                  <a:tcPr marL="45720" marR="45720" marT="22860" marB="22860" anchor="ctr"/>
                </a:tc>
                <a:extLst>
                  <a:ext uri="{0D108BD9-81ED-4DB2-BD59-A6C34878D82A}">
                    <a16:rowId xmlns:a16="http://schemas.microsoft.com/office/drawing/2014/main" val="10008"/>
                  </a:ext>
                </a:extLst>
              </a:tr>
              <a:tr h="481818">
                <a:tc>
                  <a:txBody>
                    <a:bodyPr/>
                    <a:lstStyle/>
                    <a:p>
                      <a:pPr algn="l"/>
                      <a:r>
                        <a:rPr lang="en-US" sz="1800" b="1" dirty="0"/>
                        <a:t>Recall@500</a:t>
                      </a:r>
                    </a:p>
                  </a:txBody>
                  <a:tcPr marL="45720" marR="45720" marT="22860" marB="22860" anchor="ctr"/>
                </a:tc>
                <a:tc>
                  <a:txBody>
                    <a:bodyPr/>
                    <a:lstStyle/>
                    <a:p>
                      <a:pPr algn="l"/>
                      <a:r>
                        <a:rPr lang="en-US" sz="1800" dirty="0"/>
                        <a:t>0.0918</a:t>
                      </a:r>
                    </a:p>
                  </a:txBody>
                  <a:tcPr marL="45720" marR="45720" marT="22860" marB="22860" anchor="ctr"/>
                </a:tc>
                <a:tc>
                  <a:txBody>
                    <a:bodyPr/>
                    <a:lstStyle/>
                    <a:p>
                      <a:pPr algn="l"/>
                      <a:r>
                        <a:rPr lang="en-US" sz="1800" dirty="0"/>
                        <a:t>0.0842</a:t>
                      </a:r>
                    </a:p>
                  </a:txBody>
                  <a:tcPr marL="45720" marR="45720" marT="22860" marB="22860" anchor="ctr"/>
                </a:tc>
                <a:tc>
                  <a:txBody>
                    <a:bodyPr/>
                    <a:lstStyle/>
                    <a:p>
                      <a:pPr algn="l"/>
                      <a:r>
                        <a:rPr lang="en-US" sz="1800" dirty="0"/>
                        <a:t>n/a</a:t>
                      </a:r>
                    </a:p>
                  </a:txBody>
                  <a:tcPr marL="45720" marR="45720" marT="22860" marB="22860" anchor="ctr"/>
                </a:tc>
                <a:tc>
                  <a:txBody>
                    <a:bodyPr/>
                    <a:lstStyle/>
                    <a:p>
                      <a:pPr algn="l"/>
                      <a:r>
                        <a:rPr lang="en-US" sz="1800" dirty="0"/>
                        <a:t>n/a</a:t>
                      </a:r>
                    </a:p>
                  </a:txBody>
                  <a:tcPr marL="45720" marR="45720" marT="22860" marB="22860" anchor="ctr"/>
                </a:tc>
                <a:extLst>
                  <a:ext uri="{0D108BD9-81ED-4DB2-BD59-A6C34878D82A}">
                    <a16:rowId xmlns:a16="http://schemas.microsoft.com/office/drawing/2014/main" val="10009"/>
                  </a:ext>
                </a:extLst>
              </a:tr>
              <a:tr h="481818">
                <a:tc>
                  <a:txBody>
                    <a:bodyPr/>
                    <a:lstStyle/>
                    <a:p>
                      <a:pPr algn="l"/>
                      <a:r>
                        <a:rPr lang="en-US" sz="1800" b="1" dirty="0"/>
                        <a:t>Lift@500 (x random)</a:t>
                      </a:r>
                    </a:p>
                  </a:txBody>
                  <a:tcPr marL="45720" marR="45720" marT="22860" marB="22860" anchor="ctr"/>
                </a:tc>
                <a:tc>
                  <a:txBody>
                    <a:bodyPr/>
                    <a:lstStyle/>
                    <a:p>
                      <a:pPr algn="l"/>
                      <a:r>
                        <a:rPr lang="en-US" sz="1800" dirty="0"/>
                        <a:t>3.6303</a:t>
                      </a:r>
                    </a:p>
                  </a:txBody>
                  <a:tcPr marL="45720" marR="45720" marT="22860" marB="22860" anchor="ctr"/>
                </a:tc>
                <a:tc>
                  <a:txBody>
                    <a:bodyPr/>
                    <a:lstStyle/>
                    <a:p>
                      <a:pPr algn="l"/>
                      <a:r>
                        <a:rPr lang="en-US" sz="1800" dirty="0"/>
                        <a:t>3.3307</a:t>
                      </a:r>
                    </a:p>
                  </a:txBody>
                  <a:tcPr marL="45720" marR="45720" marT="22860" marB="22860" anchor="ctr"/>
                </a:tc>
                <a:tc>
                  <a:txBody>
                    <a:bodyPr/>
                    <a:lstStyle/>
                    <a:p>
                      <a:pPr algn="l"/>
                      <a:r>
                        <a:rPr lang="en-US" sz="1800" dirty="0"/>
                        <a:t>n/a</a:t>
                      </a:r>
                    </a:p>
                  </a:txBody>
                  <a:tcPr marL="45720" marR="45720" marT="22860" marB="22860" anchor="ctr"/>
                </a:tc>
                <a:tc>
                  <a:txBody>
                    <a:bodyPr/>
                    <a:lstStyle/>
                    <a:p>
                      <a:pPr algn="l"/>
                      <a:r>
                        <a:rPr lang="en-US" sz="1800" dirty="0"/>
                        <a:t>n/a</a:t>
                      </a:r>
                    </a:p>
                  </a:txBody>
                  <a:tcPr marL="45720" marR="45720" marT="22860" marB="22860" anchor="ctr"/>
                </a:tc>
                <a:extLst>
                  <a:ext uri="{0D108BD9-81ED-4DB2-BD59-A6C34878D82A}">
                    <a16:rowId xmlns:a16="http://schemas.microsoft.com/office/drawing/2014/main" val="10010"/>
                  </a:ext>
                </a:extLst>
              </a:tr>
            </a:tbl>
          </a:graphicData>
        </a:graphic>
      </p:graphicFrame>
      <p:sp>
        <p:nvSpPr>
          <p:cNvPr id="20" name="Note"/>
          <p:cNvSpPr/>
          <p:nvPr/>
        </p:nvSpPr>
        <p:spPr>
          <a:xfrm>
            <a:off x="175710" y="6308000"/>
            <a:ext cx="9500000" cy="550000"/>
          </a:xfrm>
          <a:prstGeom prst="rect">
            <a:avLst/>
          </a:prstGeom>
          <a:noFill/>
        </p:spPr>
        <p:txBody>
          <a:bodyPr wrap="square"/>
          <a:lstStyle/>
          <a:p>
            <a:pPr>
              <a:buNone/>
            </a:pPr>
            <a:r>
              <a:rPr lang="en-US" sz="1100" i="1" dirty="0"/>
              <a:t>Gradient Boosting was selected: best precision/lift at fixed capacity. Raw accuracy (~0.89) is misleading since only ~11% of patients readmit: always predicting "no" would already score ~89%, so ranking metrics (PR-AUC, precision/recall/lift at capacity) drove model selection instead.</a:t>
            </a:r>
          </a:p>
        </p:txBody>
      </p:sp>
    </p:spTree>
    <p:extLst>
      <p:ext uri="{BB962C8B-B14F-4D97-AF65-F5344CB8AC3E}">
        <p14:creationId xmlns:p14="http://schemas.microsoft.com/office/powerpoint/2010/main" val="371764372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20</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225286"/>
            <a:ext cx="11814077" cy="624713"/>
          </a:xfrm>
        </p:spPr>
        <p:txBody>
          <a:bodyPr wrap="square" anchor="t">
            <a:normAutofit/>
          </a:bodyPr>
          <a:lstStyle/>
          <a:p>
            <a:pPr>
              <a:tabLst>
                <a:tab pos="3021013" algn="l"/>
              </a:tabLst>
            </a:pPr>
            <a:r>
              <a:rPr lang="en-US" sz="2600" dirty="0"/>
              <a:t>Appendix: Confusion Matrix and Threshold Table</a:t>
            </a:r>
          </a:p>
        </p:txBody>
      </p:sp>
      <p:graphicFrame>
        <p:nvGraphicFramePr>
          <p:cNvPr id="10" name="Confusion Matrix"/>
          <p:cNvGraphicFramePr>
            <a:graphicFrameLocks noGrp="1"/>
          </p:cNvGraphicFramePr>
          <p:nvPr/>
        </p:nvGraphicFramePr>
        <p:xfrm>
          <a:off x="188962" y="900000"/>
          <a:ext cx="4500000" cy="1149999"/>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50000">
                  <a:extLst>
                    <a:ext uri="{9D8B030D-6E8A-4147-A177-3AD203B41FA5}">
                      <a16:colId xmlns:a16="http://schemas.microsoft.com/office/drawing/2014/main" val="20002"/>
                    </a:ext>
                  </a:extLst>
                </a:gridCol>
              </a:tblGrid>
              <a:tr h="383333">
                <a:tc>
                  <a:txBody>
                    <a:bodyPr/>
                    <a:lstStyle/>
                    <a:p>
                      <a:pPr algn="l"/>
                      <a:r>
                        <a:rPr lang="en-US" sz="1000" b="1" dirty="0">
                          <a:solidFill>
                            <a:schemeClr val="bg1"/>
                          </a:solidFill>
                        </a:rPr>
                        <a:t>Default threshold (n=19,773)</a:t>
                      </a:r>
                    </a:p>
                  </a:txBody>
                  <a:tcPr marL="45720" marR="45720" marT="22860" marB="22860" anchor="ctr"/>
                </a:tc>
                <a:tc>
                  <a:txBody>
                    <a:bodyPr/>
                    <a:lstStyle/>
                    <a:p>
                      <a:pPr algn="l"/>
                      <a:r>
                        <a:rPr lang="en-US" sz="1000" b="1" dirty="0">
                          <a:solidFill>
                            <a:schemeClr val="bg1"/>
                          </a:solidFill>
                        </a:rPr>
                        <a:t>Predicted not &lt;30</a:t>
                      </a:r>
                    </a:p>
                  </a:txBody>
                  <a:tcPr marL="45720" marR="45720" marT="22860" marB="22860" anchor="ctr"/>
                </a:tc>
                <a:tc>
                  <a:txBody>
                    <a:bodyPr/>
                    <a:lstStyle/>
                    <a:p>
                      <a:pPr algn="l"/>
                      <a:r>
                        <a:rPr lang="en-US" sz="1000" b="1" dirty="0">
                          <a:solidFill>
                            <a:schemeClr val="bg1"/>
                          </a:solidFill>
                        </a:rPr>
                        <a:t>Predicted &lt;30</a:t>
                      </a:r>
                    </a:p>
                  </a:txBody>
                  <a:tcPr marL="45720" marR="45720" marT="22860" marB="22860" anchor="ctr"/>
                </a:tc>
                <a:extLst>
                  <a:ext uri="{0D108BD9-81ED-4DB2-BD59-A6C34878D82A}">
                    <a16:rowId xmlns:a16="http://schemas.microsoft.com/office/drawing/2014/main" val="10000"/>
                  </a:ext>
                </a:extLst>
              </a:tr>
              <a:tr h="383333">
                <a:tc>
                  <a:txBody>
                    <a:bodyPr/>
                    <a:lstStyle/>
                    <a:p>
                      <a:pPr algn="l"/>
                      <a:r>
                        <a:rPr lang="en-US" sz="1400" b="1" dirty="0"/>
                        <a:t>Actual not &lt;30</a:t>
                      </a:r>
                    </a:p>
                  </a:txBody>
                  <a:tcPr marL="45720" marR="45720" marT="22860" marB="22860" anchor="ctr"/>
                </a:tc>
                <a:tc>
                  <a:txBody>
                    <a:bodyPr/>
                    <a:lstStyle/>
                    <a:p>
                      <a:pPr algn="l"/>
                      <a:r>
                        <a:rPr lang="en-US" sz="1400" dirty="0"/>
                        <a:t>17,524</a:t>
                      </a:r>
                    </a:p>
                  </a:txBody>
                  <a:tcPr marL="45720" marR="45720" marT="22860" marB="22860" anchor="ctr"/>
                </a:tc>
                <a:tc>
                  <a:txBody>
                    <a:bodyPr/>
                    <a:lstStyle/>
                    <a:p>
                      <a:pPr algn="l"/>
                      <a:r>
                        <a:rPr lang="en-US" sz="1400" dirty="0"/>
                        <a:t>5</a:t>
                      </a:r>
                    </a:p>
                  </a:txBody>
                  <a:tcPr marL="45720" marR="45720" marT="22860" marB="22860" anchor="ctr"/>
                </a:tc>
                <a:extLst>
                  <a:ext uri="{0D108BD9-81ED-4DB2-BD59-A6C34878D82A}">
                    <a16:rowId xmlns:a16="http://schemas.microsoft.com/office/drawing/2014/main" val="10001"/>
                  </a:ext>
                </a:extLst>
              </a:tr>
              <a:tr h="383333">
                <a:tc>
                  <a:txBody>
                    <a:bodyPr/>
                    <a:lstStyle/>
                    <a:p>
                      <a:pPr algn="l"/>
                      <a:r>
                        <a:rPr lang="en-US" sz="1400" b="1" dirty="0"/>
                        <a:t>Actual &lt;30</a:t>
                      </a:r>
                    </a:p>
                  </a:txBody>
                  <a:tcPr marL="45720" marR="45720" marT="22860" marB="22860" anchor="ctr"/>
                </a:tc>
                <a:tc>
                  <a:txBody>
                    <a:bodyPr/>
                    <a:lstStyle/>
                    <a:p>
                      <a:pPr algn="l"/>
                      <a:r>
                        <a:rPr lang="en-US" sz="1400" dirty="0"/>
                        <a:t>2,235</a:t>
                      </a:r>
                    </a:p>
                  </a:txBody>
                  <a:tcPr marL="45720" marR="45720" marT="22860" marB="22860" anchor="ctr"/>
                </a:tc>
                <a:tc>
                  <a:txBody>
                    <a:bodyPr/>
                    <a:lstStyle/>
                    <a:p>
                      <a:pPr algn="l"/>
                      <a:r>
                        <a:rPr lang="en-US" sz="1400" dirty="0"/>
                        <a:t>9</a:t>
                      </a:r>
                    </a:p>
                  </a:txBody>
                  <a:tcPr marL="45720" marR="45720" marT="22860" marB="22860" anchor="ctr"/>
                </a:tc>
                <a:extLst>
                  <a:ext uri="{0D108BD9-81ED-4DB2-BD59-A6C34878D82A}">
                    <a16:rowId xmlns:a16="http://schemas.microsoft.com/office/drawing/2014/main" val="10002"/>
                  </a:ext>
                </a:extLst>
              </a:tr>
            </a:tbl>
          </a:graphicData>
        </a:graphic>
      </p:graphicFrame>
      <p:graphicFrame>
        <p:nvGraphicFramePr>
          <p:cNvPr id="11" name="Classification Report"/>
          <p:cNvGraphicFramePr>
            <a:graphicFrameLocks noGrp="1"/>
          </p:cNvGraphicFramePr>
          <p:nvPr/>
        </p:nvGraphicFramePr>
        <p:xfrm>
          <a:off x="188962" y="2249999"/>
          <a:ext cx="4800000" cy="1096314"/>
        </p:xfrm>
        <a:graphic>
          <a:graphicData uri="http://schemas.openxmlformats.org/drawingml/2006/table">
            <a:tbl>
              <a:tblPr firstRow="1" bandRow="1">
                <a:tableStyleId>{5C22544A-7EE6-4342-B048-85BDC9FD1C3A}</a:tableStyleId>
              </a:tblPr>
              <a:tblGrid>
                <a:gridCol w="120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800000">
                  <a:extLst>
                    <a:ext uri="{9D8B030D-6E8A-4147-A177-3AD203B41FA5}">
                      <a16:colId xmlns:a16="http://schemas.microsoft.com/office/drawing/2014/main" val="20003"/>
                    </a:ext>
                  </a:extLst>
                </a:gridCol>
                <a:gridCol w="950000">
                  <a:extLst>
                    <a:ext uri="{9D8B030D-6E8A-4147-A177-3AD203B41FA5}">
                      <a16:colId xmlns:a16="http://schemas.microsoft.com/office/drawing/2014/main" val="20004"/>
                    </a:ext>
                  </a:extLst>
                </a:gridCol>
              </a:tblGrid>
              <a:tr h="365438">
                <a:tc>
                  <a:txBody>
                    <a:bodyPr/>
                    <a:lstStyle/>
                    <a:p>
                      <a:pPr algn="l"/>
                      <a:r>
                        <a:rPr lang="en-US" sz="1400" b="1" dirty="0">
                          <a:solidFill>
                            <a:schemeClr val="bg1"/>
                          </a:solidFill>
                        </a:rPr>
                        <a:t>Class</a:t>
                      </a:r>
                    </a:p>
                  </a:txBody>
                  <a:tcPr marL="45720" marR="45720" marT="22860" marB="22860" anchor="ctr"/>
                </a:tc>
                <a:tc>
                  <a:txBody>
                    <a:bodyPr/>
                    <a:lstStyle/>
                    <a:p>
                      <a:pPr algn="l"/>
                      <a:r>
                        <a:rPr lang="en-US" sz="1400" b="1" dirty="0">
                          <a:solidFill>
                            <a:schemeClr val="bg1"/>
                          </a:solidFill>
                        </a:rPr>
                        <a:t>Precision</a:t>
                      </a:r>
                    </a:p>
                  </a:txBody>
                  <a:tcPr marL="45720" marR="45720" marT="22860" marB="22860" anchor="ctr"/>
                </a:tc>
                <a:tc>
                  <a:txBody>
                    <a:bodyPr/>
                    <a:lstStyle/>
                    <a:p>
                      <a:pPr algn="l"/>
                      <a:r>
                        <a:rPr lang="en-US" sz="1400" b="1" dirty="0">
                          <a:solidFill>
                            <a:schemeClr val="bg1"/>
                          </a:solidFill>
                        </a:rPr>
                        <a:t>Recall</a:t>
                      </a:r>
                    </a:p>
                  </a:txBody>
                  <a:tcPr marL="45720" marR="45720" marT="22860" marB="22860" anchor="ctr"/>
                </a:tc>
                <a:tc>
                  <a:txBody>
                    <a:bodyPr/>
                    <a:lstStyle/>
                    <a:p>
                      <a:pPr algn="l"/>
                      <a:r>
                        <a:rPr lang="en-US" sz="1400" b="1" dirty="0">
                          <a:solidFill>
                            <a:schemeClr val="bg1"/>
                          </a:solidFill>
                        </a:rPr>
                        <a:t>F1</a:t>
                      </a:r>
                    </a:p>
                  </a:txBody>
                  <a:tcPr marL="45720" marR="45720" marT="22860" marB="22860" anchor="ctr"/>
                </a:tc>
                <a:tc>
                  <a:txBody>
                    <a:bodyPr/>
                    <a:lstStyle/>
                    <a:p>
                      <a:pPr algn="l"/>
                      <a:r>
                        <a:rPr lang="en-US" sz="1400" b="1" dirty="0">
                          <a:solidFill>
                            <a:schemeClr val="bg1"/>
                          </a:solidFill>
                        </a:rPr>
                        <a:t>Support</a:t>
                      </a:r>
                    </a:p>
                  </a:txBody>
                  <a:tcPr marL="45720" marR="45720" marT="22860" marB="22860" anchor="ctr"/>
                </a:tc>
                <a:extLst>
                  <a:ext uri="{0D108BD9-81ED-4DB2-BD59-A6C34878D82A}">
                    <a16:rowId xmlns:a16="http://schemas.microsoft.com/office/drawing/2014/main" val="10000"/>
                  </a:ext>
                </a:extLst>
              </a:tr>
              <a:tr h="365438">
                <a:tc>
                  <a:txBody>
                    <a:bodyPr/>
                    <a:lstStyle/>
                    <a:p>
                      <a:pPr algn="l"/>
                      <a:r>
                        <a:rPr lang="en-US" sz="1400" b="1" dirty="0"/>
                        <a:t>Not &lt;30</a:t>
                      </a:r>
                    </a:p>
                  </a:txBody>
                  <a:tcPr marL="45720" marR="45720" marT="22860" marB="22860" anchor="ctr"/>
                </a:tc>
                <a:tc>
                  <a:txBody>
                    <a:bodyPr/>
                    <a:lstStyle/>
                    <a:p>
                      <a:pPr algn="l"/>
                      <a:r>
                        <a:rPr lang="en-US" sz="1400" dirty="0"/>
                        <a:t>0.89</a:t>
                      </a:r>
                    </a:p>
                  </a:txBody>
                  <a:tcPr marL="45720" marR="45720" marT="22860" marB="22860" anchor="ctr"/>
                </a:tc>
                <a:tc>
                  <a:txBody>
                    <a:bodyPr/>
                    <a:lstStyle/>
                    <a:p>
                      <a:pPr algn="l"/>
                      <a:r>
                        <a:rPr lang="en-US" sz="1400" dirty="0"/>
                        <a:t>1.00</a:t>
                      </a:r>
                    </a:p>
                  </a:txBody>
                  <a:tcPr marL="45720" marR="45720" marT="22860" marB="22860" anchor="ctr"/>
                </a:tc>
                <a:tc>
                  <a:txBody>
                    <a:bodyPr/>
                    <a:lstStyle/>
                    <a:p>
                      <a:pPr algn="l"/>
                      <a:r>
                        <a:rPr lang="en-US" sz="1400" dirty="0"/>
                        <a:t>0.94</a:t>
                      </a:r>
                    </a:p>
                  </a:txBody>
                  <a:tcPr marL="45720" marR="45720" marT="22860" marB="22860" anchor="ctr"/>
                </a:tc>
                <a:tc>
                  <a:txBody>
                    <a:bodyPr/>
                    <a:lstStyle/>
                    <a:p>
                      <a:pPr algn="l"/>
                      <a:r>
                        <a:rPr lang="en-US" sz="1400" dirty="0"/>
                        <a:t>17,529</a:t>
                      </a:r>
                    </a:p>
                  </a:txBody>
                  <a:tcPr marL="45720" marR="45720" marT="22860" marB="22860" anchor="ctr"/>
                </a:tc>
                <a:extLst>
                  <a:ext uri="{0D108BD9-81ED-4DB2-BD59-A6C34878D82A}">
                    <a16:rowId xmlns:a16="http://schemas.microsoft.com/office/drawing/2014/main" val="10001"/>
                  </a:ext>
                </a:extLst>
              </a:tr>
              <a:tr h="365438">
                <a:tc>
                  <a:txBody>
                    <a:bodyPr/>
                    <a:lstStyle/>
                    <a:p>
                      <a:pPr algn="l"/>
                      <a:r>
                        <a:rPr lang="en-US" sz="1400" b="1" dirty="0"/>
                        <a:t>&lt;30</a:t>
                      </a:r>
                    </a:p>
                  </a:txBody>
                  <a:tcPr marL="45720" marR="45720" marT="22860" marB="22860" anchor="ctr"/>
                </a:tc>
                <a:tc>
                  <a:txBody>
                    <a:bodyPr/>
                    <a:lstStyle/>
                    <a:p>
                      <a:pPr algn="l"/>
                      <a:r>
                        <a:rPr lang="en-US" sz="1400" dirty="0"/>
                        <a:t>0.64</a:t>
                      </a:r>
                    </a:p>
                  </a:txBody>
                  <a:tcPr marL="45720" marR="45720" marT="22860" marB="22860" anchor="ctr"/>
                </a:tc>
                <a:tc>
                  <a:txBody>
                    <a:bodyPr/>
                    <a:lstStyle/>
                    <a:p>
                      <a:pPr algn="l"/>
                      <a:r>
                        <a:rPr lang="en-US" sz="1400" dirty="0"/>
                        <a:t>0.00</a:t>
                      </a:r>
                    </a:p>
                  </a:txBody>
                  <a:tcPr marL="45720" marR="45720" marT="22860" marB="22860" anchor="ctr"/>
                </a:tc>
                <a:tc>
                  <a:txBody>
                    <a:bodyPr/>
                    <a:lstStyle/>
                    <a:p>
                      <a:pPr algn="l"/>
                      <a:r>
                        <a:rPr lang="en-US" sz="1400" dirty="0"/>
                        <a:t>0.01</a:t>
                      </a:r>
                    </a:p>
                  </a:txBody>
                  <a:tcPr marL="45720" marR="45720" marT="22860" marB="22860" anchor="ctr"/>
                </a:tc>
                <a:tc>
                  <a:txBody>
                    <a:bodyPr/>
                    <a:lstStyle/>
                    <a:p>
                      <a:pPr algn="l"/>
                      <a:r>
                        <a:rPr lang="en-US" sz="1400" dirty="0"/>
                        <a:t>2,244</a:t>
                      </a:r>
                    </a:p>
                  </a:txBody>
                  <a:tcPr marL="45720" marR="45720" marT="22860" marB="22860" anchor="ctr"/>
                </a:tc>
                <a:extLst>
                  <a:ext uri="{0D108BD9-81ED-4DB2-BD59-A6C34878D82A}">
                    <a16:rowId xmlns:a16="http://schemas.microsoft.com/office/drawing/2014/main" val="10002"/>
                  </a:ext>
                </a:extLst>
              </a:tr>
            </a:tbl>
          </a:graphicData>
        </a:graphic>
      </p:graphicFrame>
      <p:sp>
        <p:nvSpPr>
          <p:cNvPr id="12" name="AccNote"/>
          <p:cNvSpPr/>
          <p:nvPr/>
        </p:nvSpPr>
        <p:spPr>
          <a:xfrm>
            <a:off x="169506" y="3786383"/>
            <a:ext cx="4800000" cy="500000"/>
          </a:xfrm>
          <a:prstGeom prst="rect">
            <a:avLst/>
          </a:prstGeom>
          <a:noFill/>
        </p:spPr>
        <p:txBody>
          <a:bodyPr wrap="square"/>
          <a:lstStyle/>
          <a:p>
            <a:pPr>
              <a:buNone/>
            </a:pPr>
            <a:r>
              <a:rPr lang="en-US" sz="2000" i="1" dirty="0"/>
              <a:t>Overall accuracy at default threshold: 0.89. </a:t>
            </a:r>
          </a:p>
          <a:p>
            <a:pPr>
              <a:buNone/>
            </a:pPr>
            <a:endParaRPr lang="en-US" sz="2000" i="1" dirty="0"/>
          </a:p>
          <a:p>
            <a:pPr>
              <a:buNone/>
            </a:pPr>
            <a:r>
              <a:rPr lang="en-US" sz="2000" i="1" dirty="0"/>
              <a:t>Near-zero default-threshold recall is expected for a ranking model with a rare positive class.</a:t>
            </a:r>
          </a:p>
        </p:txBody>
      </p:sp>
      <p:graphicFrame>
        <p:nvGraphicFramePr>
          <p:cNvPr id="13" name="Threshold Table"/>
          <p:cNvGraphicFramePr>
            <a:graphicFrameLocks noGrp="1"/>
          </p:cNvGraphicFramePr>
          <p:nvPr>
            <p:extLst>
              <p:ext uri="{D42A27DB-BD31-4B8C-83A1-F6EECF244321}">
                <p14:modId xmlns:p14="http://schemas.microsoft.com/office/powerpoint/2010/main" val="3654879140"/>
              </p:ext>
            </p:extLst>
          </p:nvPr>
        </p:nvGraphicFramePr>
        <p:xfrm>
          <a:off x="5102087" y="900000"/>
          <a:ext cx="6697914" cy="5399999"/>
        </p:xfrm>
        <a:graphic>
          <a:graphicData uri="http://schemas.openxmlformats.org/drawingml/2006/table">
            <a:tbl>
              <a:tblPr firstRow="1" bandRow="1">
                <a:tableStyleId>{5C22544A-7EE6-4342-B048-85BDC9FD1C3A}</a:tableStyleId>
              </a:tblPr>
              <a:tblGrid>
                <a:gridCol w="913352">
                  <a:extLst>
                    <a:ext uri="{9D8B030D-6E8A-4147-A177-3AD203B41FA5}">
                      <a16:colId xmlns:a16="http://schemas.microsoft.com/office/drawing/2014/main" val="20000"/>
                    </a:ext>
                  </a:extLst>
                </a:gridCol>
                <a:gridCol w="913352">
                  <a:extLst>
                    <a:ext uri="{9D8B030D-6E8A-4147-A177-3AD203B41FA5}">
                      <a16:colId xmlns:a16="http://schemas.microsoft.com/office/drawing/2014/main" val="20001"/>
                    </a:ext>
                  </a:extLst>
                </a:gridCol>
                <a:gridCol w="964094">
                  <a:extLst>
                    <a:ext uri="{9D8B030D-6E8A-4147-A177-3AD203B41FA5}">
                      <a16:colId xmlns:a16="http://schemas.microsoft.com/office/drawing/2014/main" val="20002"/>
                    </a:ext>
                  </a:extLst>
                </a:gridCol>
                <a:gridCol w="964094">
                  <a:extLst>
                    <a:ext uri="{9D8B030D-6E8A-4147-A177-3AD203B41FA5}">
                      <a16:colId xmlns:a16="http://schemas.microsoft.com/office/drawing/2014/main" val="20003"/>
                    </a:ext>
                  </a:extLst>
                </a:gridCol>
                <a:gridCol w="913352">
                  <a:extLst>
                    <a:ext uri="{9D8B030D-6E8A-4147-A177-3AD203B41FA5}">
                      <a16:colId xmlns:a16="http://schemas.microsoft.com/office/drawing/2014/main" val="20004"/>
                    </a:ext>
                  </a:extLst>
                </a:gridCol>
                <a:gridCol w="811868">
                  <a:extLst>
                    <a:ext uri="{9D8B030D-6E8A-4147-A177-3AD203B41FA5}">
                      <a16:colId xmlns:a16="http://schemas.microsoft.com/office/drawing/2014/main" val="20005"/>
                    </a:ext>
                  </a:extLst>
                </a:gridCol>
                <a:gridCol w="1217802">
                  <a:extLst>
                    <a:ext uri="{9D8B030D-6E8A-4147-A177-3AD203B41FA5}">
                      <a16:colId xmlns:a16="http://schemas.microsoft.com/office/drawing/2014/main" val="20006"/>
                    </a:ext>
                  </a:extLst>
                </a:gridCol>
              </a:tblGrid>
              <a:tr h="490909">
                <a:tc>
                  <a:txBody>
                    <a:bodyPr/>
                    <a:lstStyle/>
                    <a:p>
                      <a:pPr algn="l"/>
                      <a:r>
                        <a:rPr lang="en-US" sz="1400" b="1" dirty="0">
                          <a:solidFill>
                            <a:schemeClr val="bg1"/>
                          </a:solidFill>
                        </a:rPr>
                        <a:t>Threshold</a:t>
                      </a:r>
                    </a:p>
                  </a:txBody>
                  <a:tcPr marL="45720" marR="45720" marT="22860" marB="22860" anchor="ctr"/>
                </a:tc>
                <a:tc>
                  <a:txBody>
                    <a:bodyPr/>
                    <a:lstStyle/>
                    <a:p>
                      <a:pPr algn="l"/>
                      <a:r>
                        <a:rPr lang="en-US" sz="1400" b="1" dirty="0">
                          <a:solidFill>
                            <a:schemeClr val="bg1"/>
                          </a:solidFill>
                        </a:rPr>
                        <a:t>Flagged</a:t>
                      </a:r>
                    </a:p>
                  </a:txBody>
                  <a:tcPr marL="45720" marR="45720" marT="22860" marB="22860" anchor="ctr"/>
                </a:tc>
                <a:tc>
                  <a:txBody>
                    <a:bodyPr/>
                    <a:lstStyle/>
                    <a:p>
                      <a:pPr algn="l"/>
                      <a:r>
                        <a:rPr lang="en-US" sz="1400" b="1" dirty="0">
                          <a:solidFill>
                            <a:schemeClr val="bg1"/>
                          </a:solidFill>
                        </a:rPr>
                        <a:t>Flagged %</a:t>
                      </a:r>
                    </a:p>
                  </a:txBody>
                  <a:tcPr marL="45720" marR="45720" marT="22860" marB="22860" anchor="ctr"/>
                </a:tc>
                <a:tc>
                  <a:txBody>
                    <a:bodyPr/>
                    <a:lstStyle/>
                    <a:p>
                      <a:pPr algn="l"/>
                      <a:r>
                        <a:rPr lang="en-US" sz="1400" b="1" dirty="0">
                          <a:solidFill>
                            <a:schemeClr val="bg1"/>
                          </a:solidFill>
                        </a:rPr>
                        <a:t>Precision</a:t>
                      </a:r>
                    </a:p>
                  </a:txBody>
                  <a:tcPr marL="45720" marR="45720" marT="22860" marB="22860" anchor="ctr"/>
                </a:tc>
                <a:tc>
                  <a:txBody>
                    <a:bodyPr/>
                    <a:lstStyle/>
                    <a:p>
                      <a:pPr algn="l"/>
                      <a:r>
                        <a:rPr lang="en-US" sz="1400" b="1" dirty="0">
                          <a:solidFill>
                            <a:schemeClr val="bg1"/>
                          </a:solidFill>
                        </a:rPr>
                        <a:t>Recall</a:t>
                      </a:r>
                    </a:p>
                  </a:txBody>
                  <a:tcPr marL="45720" marR="45720" marT="22860" marB="22860" anchor="ctr"/>
                </a:tc>
                <a:tc>
                  <a:txBody>
                    <a:bodyPr/>
                    <a:lstStyle/>
                    <a:p>
                      <a:pPr algn="l"/>
                      <a:r>
                        <a:rPr lang="en-US" sz="1400" b="1" dirty="0">
                          <a:solidFill>
                            <a:schemeClr val="bg1"/>
                          </a:solidFill>
                        </a:rPr>
                        <a:t>F1</a:t>
                      </a:r>
                    </a:p>
                  </a:txBody>
                  <a:tcPr marL="45720" marR="45720" marT="22860" marB="22860" anchor="ctr"/>
                </a:tc>
                <a:tc>
                  <a:txBody>
                    <a:bodyPr/>
                    <a:lstStyle/>
                    <a:p>
                      <a:pPr algn="l"/>
                      <a:r>
                        <a:rPr lang="en-US" sz="1400" b="1" dirty="0">
                          <a:solidFill>
                            <a:schemeClr val="bg1"/>
                          </a:solidFill>
                        </a:rPr>
                        <a:t>Readmit. captured</a:t>
                      </a:r>
                    </a:p>
                  </a:txBody>
                  <a:tcPr marL="45720" marR="45720" marT="22860" marB="22860" anchor="ctr"/>
                </a:tc>
                <a:extLst>
                  <a:ext uri="{0D108BD9-81ED-4DB2-BD59-A6C34878D82A}">
                    <a16:rowId xmlns:a16="http://schemas.microsoft.com/office/drawing/2014/main" val="10000"/>
                  </a:ext>
                </a:extLst>
              </a:tr>
              <a:tr h="490909">
                <a:tc>
                  <a:txBody>
                    <a:bodyPr/>
                    <a:lstStyle/>
                    <a:p>
                      <a:pPr algn="l"/>
                      <a:r>
                        <a:rPr lang="en-US" sz="1400" b="1" dirty="0"/>
                        <a:t>0.05</a:t>
                      </a:r>
                    </a:p>
                  </a:txBody>
                  <a:tcPr marL="45720" marR="45720" marT="22860" marB="22860" anchor="ctr"/>
                </a:tc>
                <a:tc>
                  <a:txBody>
                    <a:bodyPr/>
                    <a:lstStyle/>
                    <a:p>
                      <a:pPr algn="l"/>
                      <a:r>
                        <a:rPr lang="en-US" sz="1400" dirty="0"/>
                        <a:t>17,649</a:t>
                      </a:r>
                    </a:p>
                  </a:txBody>
                  <a:tcPr marL="45720" marR="45720" marT="22860" marB="22860" anchor="ctr"/>
                </a:tc>
                <a:tc>
                  <a:txBody>
                    <a:bodyPr/>
                    <a:lstStyle/>
                    <a:p>
                      <a:pPr algn="l"/>
                      <a:r>
                        <a:rPr lang="en-US" sz="1400" dirty="0"/>
                        <a:t>89.26%</a:t>
                      </a:r>
                    </a:p>
                  </a:txBody>
                  <a:tcPr marL="45720" marR="45720" marT="22860" marB="22860" anchor="ctr"/>
                </a:tc>
                <a:tc>
                  <a:txBody>
                    <a:bodyPr/>
                    <a:lstStyle/>
                    <a:p>
                      <a:pPr algn="l"/>
                      <a:r>
                        <a:rPr lang="en-US" sz="1400" dirty="0"/>
                        <a:t>0.1231</a:t>
                      </a:r>
                    </a:p>
                  </a:txBody>
                  <a:tcPr marL="45720" marR="45720" marT="22860" marB="22860" anchor="ctr"/>
                </a:tc>
                <a:tc>
                  <a:txBody>
                    <a:bodyPr/>
                    <a:lstStyle/>
                    <a:p>
                      <a:pPr algn="l"/>
                      <a:r>
                        <a:rPr lang="en-US" sz="1400" dirty="0"/>
                        <a:t>0.9684</a:t>
                      </a:r>
                    </a:p>
                  </a:txBody>
                  <a:tcPr marL="45720" marR="45720" marT="22860" marB="22860" anchor="ctr"/>
                </a:tc>
                <a:tc>
                  <a:txBody>
                    <a:bodyPr/>
                    <a:lstStyle/>
                    <a:p>
                      <a:pPr algn="l"/>
                      <a:r>
                        <a:rPr lang="en-US" sz="1400" dirty="0"/>
                        <a:t>0.2185</a:t>
                      </a:r>
                    </a:p>
                  </a:txBody>
                  <a:tcPr marL="45720" marR="45720" marT="22860" marB="22860" anchor="ctr"/>
                </a:tc>
                <a:tc>
                  <a:txBody>
                    <a:bodyPr/>
                    <a:lstStyle/>
                    <a:p>
                      <a:pPr algn="l"/>
                      <a:r>
                        <a:rPr lang="en-US" sz="1400" dirty="0"/>
                        <a:t>2,173</a:t>
                      </a:r>
                    </a:p>
                  </a:txBody>
                  <a:tcPr marL="45720" marR="45720" marT="22860" marB="22860" anchor="ctr"/>
                </a:tc>
                <a:extLst>
                  <a:ext uri="{0D108BD9-81ED-4DB2-BD59-A6C34878D82A}">
                    <a16:rowId xmlns:a16="http://schemas.microsoft.com/office/drawing/2014/main" val="10001"/>
                  </a:ext>
                </a:extLst>
              </a:tr>
              <a:tr h="490909">
                <a:tc>
                  <a:txBody>
                    <a:bodyPr/>
                    <a:lstStyle/>
                    <a:p>
                      <a:pPr algn="l"/>
                      <a:r>
                        <a:rPr lang="en-US" sz="1400" b="1" dirty="0"/>
                        <a:t>0.10</a:t>
                      </a:r>
                    </a:p>
                  </a:txBody>
                  <a:tcPr marL="45720" marR="45720" marT="22860" marB="22860" anchor="ctr"/>
                </a:tc>
                <a:tc>
                  <a:txBody>
                    <a:bodyPr/>
                    <a:lstStyle/>
                    <a:p>
                      <a:pPr algn="l"/>
                      <a:r>
                        <a:rPr lang="en-US" sz="1400" dirty="0"/>
                        <a:t>10,098</a:t>
                      </a:r>
                    </a:p>
                  </a:txBody>
                  <a:tcPr marL="45720" marR="45720" marT="22860" marB="22860" anchor="ctr"/>
                </a:tc>
                <a:tc>
                  <a:txBody>
                    <a:bodyPr/>
                    <a:lstStyle/>
                    <a:p>
                      <a:pPr algn="l"/>
                      <a:r>
                        <a:rPr lang="en-US" sz="1400" dirty="0"/>
                        <a:t>51.07%</a:t>
                      </a:r>
                    </a:p>
                  </a:txBody>
                  <a:tcPr marL="45720" marR="45720" marT="22860" marB="22860" anchor="ctr"/>
                </a:tc>
                <a:tc>
                  <a:txBody>
                    <a:bodyPr/>
                    <a:lstStyle/>
                    <a:p>
                      <a:pPr algn="l"/>
                      <a:r>
                        <a:rPr lang="en-US" sz="1400" dirty="0"/>
                        <a:t>0.1606</a:t>
                      </a:r>
                    </a:p>
                  </a:txBody>
                  <a:tcPr marL="45720" marR="45720" marT="22860" marB="22860" anchor="ctr"/>
                </a:tc>
                <a:tc>
                  <a:txBody>
                    <a:bodyPr/>
                    <a:lstStyle/>
                    <a:p>
                      <a:pPr algn="l"/>
                      <a:r>
                        <a:rPr lang="en-US" sz="1400" dirty="0"/>
                        <a:t>0.7228</a:t>
                      </a:r>
                    </a:p>
                  </a:txBody>
                  <a:tcPr marL="45720" marR="45720" marT="22860" marB="22860" anchor="ctr"/>
                </a:tc>
                <a:tc>
                  <a:txBody>
                    <a:bodyPr/>
                    <a:lstStyle/>
                    <a:p>
                      <a:pPr algn="l"/>
                      <a:r>
                        <a:rPr lang="en-US" sz="1400" dirty="0"/>
                        <a:t>0.2628</a:t>
                      </a:r>
                    </a:p>
                  </a:txBody>
                  <a:tcPr marL="45720" marR="45720" marT="22860" marB="22860" anchor="ctr"/>
                </a:tc>
                <a:tc>
                  <a:txBody>
                    <a:bodyPr/>
                    <a:lstStyle/>
                    <a:p>
                      <a:pPr algn="l"/>
                      <a:r>
                        <a:rPr lang="en-US" sz="1400" dirty="0"/>
                        <a:t>1,622</a:t>
                      </a:r>
                    </a:p>
                  </a:txBody>
                  <a:tcPr marL="45720" marR="45720" marT="22860" marB="22860" anchor="ctr"/>
                </a:tc>
                <a:extLst>
                  <a:ext uri="{0D108BD9-81ED-4DB2-BD59-A6C34878D82A}">
                    <a16:rowId xmlns:a16="http://schemas.microsoft.com/office/drawing/2014/main" val="10002"/>
                  </a:ext>
                </a:extLst>
              </a:tr>
              <a:tr h="490909">
                <a:tc>
                  <a:txBody>
                    <a:bodyPr/>
                    <a:lstStyle/>
                    <a:p>
                      <a:pPr algn="l"/>
                      <a:r>
                        <a:rPr lang="en-US" sz="1400" b="1" dirty="0"/>
                        <a:t>0.15</a:t>
                      </a:r>
                    </a:p>
                  </a:txBody>
                  <a:tcPr marL="45720" marR="45720" marT="22860" marB="22860" anchor="ctr"/>
                </a:tc>
                <a:tc>
                  <a:txBody>
                    <a:bodyPr/>
                    <a:lstStyle/>
                    <a:p>
                      <a:pPr algn="l"/>
                      <a:r>
                        <a:rPr lang="en-US" sz="1400" dirty="0"/>
                        <a:t>3,557</a:t>
                      </a:r>
                    </a:p>
                  </a:txBody>
                  <a:tcPr marL="45720" marR="45720" marT="22860" marB="22860" anchor="ctr"/>
                </a:tc>
                <a:tc>
                  <a:txBody>
                    <a:bodyPr/>
                    <a:lstStyle/>
                    <a:p>
                      <a:pPr algn="l"/>
                      <a:r>
                        <a:rPr lang="en-US" sz="1400" dirty="0"/>
                        <a:t>17.99%</a:t>
                      </a:r>
                    </a:p>
                  </a:txBody>
                  <a:tcPr marL="45720" marR="45720" marT="22860" marB="22860" anchor="ctr"/>
                </a:tc>
                <a:tc>
                  <a:txBody>
                    <a:bodyPr/>
                    <a:lstStyle/>
                    <a:p>
                      <a:pPr algn="l"/>
                      <a:r>
                        <a:rPr lang="en-US" sz="1400" dirty="0"/>
                        <a:t>0.2407</a:t>
                      </a:r>
                    </a:p>
                  </a:txBody>
                  <a:tcPr marL="45720" marR="45720" marT="22860" marB="22860" anchor="ctr"/>
                </a:tc>
                <a:tc>
                  <a:txBody>
                    <a:bodyPr/>
                    <a:lstStyle/>
                    <a:p>
                      <a:pPr algn="l"/>
                      <a:r>
                        <a:rPr lang="en-US" sz="1400" dirty="0"/>
                        <a:t>0.3815</a:t>
                      </a:r>
                    </a:p>
                  </a:txBody>
                  <a:tcPr marL="45720" marR="45720" marT="22860" marB="22860" anchor="ctr"/>
                </a:tc>
                <a:tc>
                  <a:txBody>
                    <a:bodyPr/>
                    <a:lstStyle/>
                    <a:p>
                      <a:pPr algn="l"/>
                      <a:r>
                        <a:rPr lang="en-US" sz="1400" dirty="0"/>
                        <a:t>0.2951</a:t>
                      </a:r>
                    </a:p>
                  </a:txBody>
                  <a:tcPr marL="45720" marR="45720" marT="22860" marB="22860" anchor="ctr"/>
                </a:tc>
                <a:tc>
                  <a:txBody>
                    <a:bodyPr/>
                    <a:lstStyle/>
                    <a:p>
                      <a:pPr algn="l"/>
                      <a:r>
                        <a:rPr lang="en-US" sz="1400" dirty="0"/>
                        <a:t>856</a:t>
                      </a:r>
                    </a:p>
                  </a:txBody>
                  <a:tcPr marL="45720" marR="45720" marT="22860" marB="22860" anchor="ctr"/>
                </a:tc>
                <a:extLst>
                  <a:ext uri="{0D108BD9-81ED-4DB2-BD59-A6C34878D82A}">
                    <a16:rowId xmlns:a16="http://schemas.microsoft.com/office/drawing/2014/main" val="10003"/>
                  </a:ext>
                </a:extLst>
              </a:tr>
              <a:tr h="490909">
                <a:tc>
                  <a:txBody>
                    <a:bodyPr/>
                    <a:lstStyle/>
                    <a:p>
                      <a:pPr algn="l"/>
                      <a:r>
                        <a:rPr lang="en-US" sz="1400" b="1" dirty="0"/>
                        <a:t>0.20</a:t>
                      </a:r>
                    </a:p>
                  </a:txBody>
                  <a:tcPr marL="45720" marR="45720" marT="22860" marB="22860" anchor="ctr"/>
                </a:tc>
                <a:tc>
                  <a:txBody>
                    <a:bodyPr/>
                    <a:lstStyle/>
                    <a:p>
                      <a:pPr algn="l"/>
                      <a:r>
                        <a:rPr lang="en-US" sz="1400" dirty="0"/>
                        <a:t>1,133</a:t>
                      </a:r>
                    </a:p>
                  </a:txBody>
                  <a:tcPr marL="45720" marR="45720" marT="22860" marB="22860" anchor="ctr"/>
                </a:tc>
                <a:tc>
                  <a:txBody>
                    <a:bodyPr/>
                    <a:lstStyle/>
                    <a:p>
                      <a:pPr algn="l"/>
                      <a:r>
                        <a:rPr lang="en-US" sz="1400" dirty="0"/>
                        <a:t>5.73%</a:t>
                      </a:r>
                    </a:p>
                  </a:txBody>
                  <a:tcPr marL="45720" marR="45720" marT="22860" marB="22860" anchor="ctr"/>
                </a:tc>
                <a:tc>
                  <a:txBody>
                    <a:bodyPr/>
                    <a:lstStyle/>
                    <a:p>
                      <a:pPr algn="l"/>
                      <a:r>
                        <a:rPr lang="en-US" sz="1400" dirty="0"/>
                        <a:t>0.3345</a:t>
                      </a:r>
                    </a:p>
                  </a:txBody>
                  <a:tcPr marL="45720" marR="45720" marT="22860" marB="22860" anchor="ctr"/>
                </a:tc>
                <a:tc>
                  <a:txBody>
                    <a:bodyPr/>
                    <a:lstStyle/>
                    <a:p>
                      <a:pPr algn="l"/>
                      <a:r>
                        <a:rPr lang="en-US" sz="1400" dirty="0"/>
                        <a:t>0.1689</a:t>
                      </a:r>
                    </a:p>
                  </a:txBody>
                  <a:tcPr marL="45720" marR="45720" marT="22860" marB="22860" anchor="ctr"/>
                </a:tc>
                <a:tc>
                  <a:txBody>
                    <a:bodyPr/>
                    <a:lstStyle/>
                    <a:p>
                      <a:pPr algn="l"/>
                      <a:r>
                        <a:rPr lang="en-US" sz="1400" dirty="0"/>
                        <a:t>0.2245</a:t>
                      </a:r>
                    </a:p>
                  </a:txBody>
                  <a:tcPr marL="45720" marR="45720" marT="22860" marB="22860" anchor="ctr"/>
                </a:tc>
                <a:tc>
                  <a:txBody>
                    <a:bodyPr/>
                    <a:lstStyle/>
                    <a:p>
                      <a:pPr algn="l"/>
                      <a:r>
                        <a:rPr lang="en-US" sz="1400" dirty="0"/>
                        <a:t>379</a:t>
                      </a:r>
                    </a:p>
                  </a:txBody>
                  <a:tcPr marL="45720" marR="45720" marT="22860" marB="22860" anchor="ctr"/>
                </a:tc>
                <a:extLst>
                  <a:ext uri="{0D108BD9-81ED-4DB2-BD59-A6C34878D82A}">
                    <a16:rowId xmlns:a16="http://schemas.microsoft.com/office/drawing/2014/main" val="10004"/>
                  </a:ext>
                </a:extLst>
              </a:tr>
              <a:tr h="490909">
                <a:tc>
                  <a:txBody>
                    <a:bodyPr/>
                    <a:lstStyle/>
                    <a:p>
                      <a:pPr algn="l"/>
                      <a:r>
                        <a:rPr lang="en-US" sz="1400" b="1" dirty="0"/>
                        <a:t>0.25</a:t>
                      </a:r>
                    </a:p>
                  </a:txBody>
                  <a:tcPr marL="45720" marR="45720" marT="22860" marB="22860" anchor="ctr"/>
                </a:tc>
                <a:tc>
                  <a:txBody>
                    <a:bodyPr/>
                    <a:lstStyle/>
                    <a:p>
                      <a:pPr algn="l"/>
                      <a:r>
                        <a:rPr lang="en-US" sz="1400" dirty="0"/>
                        <a:t>626</a:t>
                      </a:r>
                    </a:p>
                  </a:txBody>
                  <a:tcPr marL="45720" marR="45720" marT="22860" marB="22860" anchor="ctr"/>
                </a:tc>
                <a:tc>
                  <a:txBody>
                    <a:bodyPr/>
                    <a:lstStyle/>
                    <a:p>
                      <a:pPr algn="l"/>
                      <a:r>
                        <a:rPr lang="en-US" sz="1400" dirty="0"/>
                        <a:t>3.17%</a:t>
                      </a:r>
                    </a:p>
                  </a:txBody>
                  <a:tcPr marL="45720" marR="45720" marT="22860" marB="22860" anchor="ctr"/>
                </a:tc>
                <a:tc>
                  <a:txBody>
                    <a:bodyPr/>
                    <a:lstStyle/>
                    <a:p>
                      <a:pPr algn="l"/>
                      <a:r>
                        <a:rPr lang="en-US" sz="1400" dirty="0"/>
                        <a:t>0.3882</a:t>
                      </a:r>
                    </a:p>
                  </a:txBody>
                  <a:tcPr marL="45720" marR="45720" marT="22860" marB="22860" anchor="ctr"/>
                </a:tc>
                <a:tc>
                  <a:txBody>
                    <a:bodyPr/>
                    <a:lstStyle/>
                    <a:p>
                      <a:pPr algn="l"/>
                      <a:r>
                        <a:rPr lang="en-US" sz="1400" dirty="0"/>
                        <a:t>0.1083</a:t>
                      </a:r>
                    </a:p>
                  </a:txBody>
                  <a:tcPr marL="45720" marR="45720" marT="22860" marB="22860" anchor="ctr"/>
                </a:tc>
                <a:tc>
                  <a:txBody>
                    <a:bodyPr/>
                    <a:lstStyle/>
                    <a:p>
                      <a:pPr algn="l"/>
                      <a:r>
                        <a:rPr lang="en-US" sz="1400" dirty="0"/>
                        <a:t>0.1693</a:t>
                      </a:r>
                    </a:p>
                  </a:txBody>
                  <a:tcPr marL="45720" marR="45720" marT="22860" marB="22860" anchor="ctr"/>
                </a:tc>
                <a:tc>
                  <a:txBody>
                    <a:bodyPr/>
                    <a:lstStyle/>
                    <a:p>
                      <a:pPr algn="l"/>
                      <a:r>
                        <a:rPr lang="en-US" sz="1400" dirty="0"/>
                        <a:t>243</a:t>
                      </a:r>
                    </a:p>
                  </a:txBody>
                  <a:tcPr marL="45720" marR="45720" marT="22860" marB="22860" anchor="ctr"/>
                </a:tc>
                <a:extLst>
                  <a:ext uri="{0D108BD9-81ED-4DB2-BD59-A6C34878D82A}">
                    <a16:rowId xmlns:a16="http://schemas.microsoft.com/office/drawing/2014/main" val="10005"/>
                  </a:ext>
                </a:extLst>
              </a:tr>
              <a:tr h="490909">
                <a:tc>
                  <a:txBody>
                    <a:bodyPr/>
                    <a:lstStyle/>
                    <a:p>
                      <a:pPr algn="l"/>
                      <a:r>
                        <a:rPr lang="en-US" sz="1400" b="1" dirty="0"/>
                        <a:t>0.30</a:t>
                      </a:r>
                    </a:p>
                  </a:txBody>
                  <a:tcPr marL="45720" marR="45720" marT="22860" marB="22860" anchor="ctr"/>
                </a:tc>
                <a:tc>
                  <a:txBody>
                    <a:bodyPr/>
                    <a:lstStyle/>
                    <a:p>
                      <a:pPr algn="l"/>
                      <a:r>
                        <a:rPr lang="en-US" sz="1400" dirty="0"/>
                        <a:t>359</a:t>
                      </a:r>
                    </a:p>
                  </a:txBody>
                  <a:tcPr marL="45720" marR="45720" marT="22860" marB="22860" anchor="ctr"/>
                </a:tc>
                <a:tc>
                  <a:txBody>
                    <a:bodyPr/>
                    <a:lstStyle/>
                    <a:p>
                      <a:pPr algn="l"/>
                      <a:r>
                        <a:rPr lang="en-US" sz="1400" dirty="0"/>
                        <a:t>1.82%</a:t>
                      </a:r>
                    </a:p>
                  </a:txBody>
                  <a:tcPr marL="45720" marR="45720" marT="22860" marB="22860" anchor="ctr"/>
                </a:tc>
                <a:tc>
                  <a:txBody>
                    <a:bodyPr/>
                    <a:lstStyle/>
                    <a:p>
                      <a:pPr algn="l"/>
                      <a:r>
                        <a:rPr lang="en-US" sz="1400" dirty="0"/>
                        <a:t>0.4596</a:t>
                      </a:r>
                    </a:p>
                  </a:txBody>
                  <a:tcPr marL="45720" marR="45720" marT="22860" marB="22860" anchor="ctr"/>
                </a:tc>
                <a:tc>
                  <a:txBody>
                    <a:bodyPr/>
                    <a:lstStyle/>
                    <a:p>
                      <a:pPr algn="l"/>
                      <a:r>
                        <a:rPr lang="en-US" sz="1400" dirty="0"/>
                        <a:t>0.0735</a:t>
                      </a:r>
                    </a:p>
                  </a:txBody>
                  <a:tcPr marL="45720" marR="45720" marT="22860" marB="22860" anchor="ctr"/>
                </a:tc>
                <a:tc>
                  <a:txBody>
                    <a:bodyPr/>
                    <a:lstStyle/>
                    <a:p>
                      <a:pPr algn="l"/>
                      <a:r>
                        <a:rPr lang="en-US" sz="1400" dirty="0"/>
                        <a:t>0.1268</a:t>
                      </a:r>
                    </a:p>
                  </a:txBody>
                  <a:tcPr marL="45720" marR="45720" marT="22860" marB="22860" anchor="ctr"/>
                </a:tc>
                <a:tc>
                  <a:txBody>
                    <a:bodyPr/>
                    <a:lstStyle/>
                    <a:p>
                      <a:pPr algn="l"/>
                      <a:r>
                        <a:rPr lang="en-US" sz="1400" dirty="0"/>
                        <a:t>~165</a:t>
                      </a:r>
                    </a:p>
                  </a:txBody>
                  <a:tcPr marL="45720" marR="45720" marT="22860" marB="22860" anchor="ctr"/>
                </a:tc>
                <a:extLst>
                  <a:ext uri="{0D108BD9-81ED-4DB2-BD59-A6C34878D82A}">
                    <a16:rowId xmlns:a16="http://schemas.microsoft.com/office/drawing/2014/main" val="10006"/>
                  </a:ext>
                </a:extLst>
              </a:tr>
              <a:tr h="490909">
                <a:tc>
                  <a:txBody>
                    <a:bodyPr/>
                    <a:lstStyle/>
                    <a:p>
                      <a:pPr algn="l"/>
                      <a:r>
                        <a:rPr lang="en-US" sz="1400" b="1" dirty="0"/>
                        <a:t>0.35</a:t>
                      </a:r>
                    </a:p>
                  </a:txBody>
                  <a:tcPr marL="45720" marR="45720" marT="22860" marB="22860" anchor="ctr"/>
                </a:tc>
                <a:tc>
                  <a:txBody>
                    <a:bodyPr/>
                    <a:lstStyle/>
                    <a:p>
                      <a:pPr algn="l"/>
                      <a:r>
                        <a:rPr lang="en-US" sz="1400" dirty="0"/>
                        <a:t>178</a:t>
                      </a:r>
                    </a:p>
                  </a:txBody>
                  <a:tcPr marL="45720" marR="45720" marT="22860" marB="22860" anchor="ctr"/>
                </a:tc>
                <a:tc>
                  <a:txBody>
                    <a:bodyPr/>
                    <a:lstStyle/>
                    <a:p>
                      <a:pPr algn="l"/>
                      <a:r>
                        <a:rPr lang="en-US" sz="1400" dirty="0"/>
                        <a:t>0.90%</a:t>
                      </a:r>
                    </a:p>
                  </a:txBody>
                  <a:tcPr marL="45720" marR="45720" marT="22860" marB="22860" anchor="ctr"/>
                </a:tc>
                <a:tc>
                  <a:txBody>
                    <a:bodyPr/>
                    <a:lstStyle/>
                    <a:p>
                      <a:pPr algn="l"/>
                      <a:r>
                        <a:rPr lang="en-US" sz="1400" dirty="0"/>
                        <a:t>0.5506</a:t>
                      </a:r>
                    </a:p>
                  </a:txBody>
                  <a:tcPr marL="45720" marR="45720" marT="22860" marB="22860" anchor="ctr"/>
                </a:tc>
                <a:tc>
                  <a:txBody>
                    <a:bodyPr/>
                    <a:lstStyle/>
                    <a:p>
                      <a:pPr algn="l"/>
                      <a:r>
                        <a:rPr lang="en-US" sz="1400" dirty="0"/>
                        <a:t>0.0437</a:t>
                      </a:r>
                    </a:p>
                  </a:txBody>
                  <a:tcPr marL="45720" marR="45720" marT="22860" marB="22860" anchor="ctr"/>
                </a:tc>
                <a:tc>
                  <a:txBody>
                    <a:bodyPr/>
                    <a:lstStyle/>
                    <a:p>
                      <a:pPr algn="l"/>
                      <a:r>
                        <a:rPr lang="en-US" sz="1400" dirty="0"/>
                        <a:t>0.0809</a:t>
                      </a:r>
                    </a:p>
                  </a:txBody>
                  <a:tcPr marL="45720" marR="45720" marT="22860" marB="22860" anchor="ctr"/>
                </a:tc>
                <a:tc>
                  <a:txBody>
                    <a:bodyPr/>
                    <a:lstStyle/>
                    <a:p>
                      <a:pPr algn="l"/>
                      <a:r>
                        <a:rPr lang="en-US" sz="1400" dirty="0"/>
                        <a:t>~98</a:t>
                      </a:r>
                    </a:p>
                  </a:txBody>
                  <a:tcPr marL="45720" marR="45720" marT="22860" marB="22860" anchor="ctr"/>
                </a:tc>
                <a:extLst>
                  <a:ext uri="{0D108BD9-81ED-4DB2-BD59-A6C34878D82A}">
                    <a16:rowId xmlns:a16="http://schemas.microsoft.com/office/drawing/2014/main" val="10007"/>
                  </a:ext>
                </a:extLst>
              </a:tr>
              <a:tr h="490909">
                <a:tc>
                  <a:txBody>
                    <a:bodyPr/>
                    <a:lstStyle/>
                    <a:p>
                      <a:pPr algn="l"/>
                      <a:r>
                        <a:rPr lang="en-US" sz="1400" b="1" dirty="0"/>
                        <a:t>0.40</a:t>
                      </a:r>
                    </a:p>
                  </a:txBody>
                  <a:tcPr marL="45720" marR="45720" marT="22860" marB="22860" anchor="ctr"/>
                </a:tc>
                <a:tc>
                  <a:txBody>
                    <a:bodyPr/>
                    <a:lstStyle/>
                    <a:p>
                      <a:pPr algn="l"/>
                      <a:r>
                        <a:rPr lang="en-US" sz="1400" dirty="0"/>
                        <a:t>80</a:t>
                      </a:r>
                    </a:p>
                  </a:txBody>
                  <a:tcPr marL="45720" marR="45720" marT="22860" marB="22860" anchor="ctr"/>
                </a:tc>
                <a:tc>
                  <a:txBody>
                    <a:bodyPr/>
                    <a:lstStyle/>
                    <a:p>
                      <a:pPr algn="l"/>
                      <a:r>
                        <a:rPr lang="en-US" sz="1400" dirty="0"/>
                        <a:t>0.40%</a:t>
                      </a:r>
                    </a:p>
                  </a:txBody>
                  <a:tcPr marL="45720" marR="45720" marT="22860" marB="22860" anchor="ctr"/>
                </a:tc>
                <a:tc>
                  <a:txBody>
                    <a:bodyPr/>
                    <a:lstStyle/>
                    <a:p>
                      <a:pPr algn="l"/>
                      <a:r>
                        <a:rPr lang="en-US" sz="1400" dirty="0"/>
                        <a:t>0.6500</a:t>
                      </a:r>
                    </a:p>
                  </a:txBody>
                  <a:tcPr marL="45720" marR="45720" marT="22860" marB="22860" anchor="ctr"/>
                </a:tc>
                <a:tc>
                  <a:txBody>
                    <a:bodyPr/>
                    <a:lstStyle/>
                    <a:p>
                      <a:pPr algn="l"/>
                      <a:r>
                        <a:rPr lang="en-US" sz="1400" dirty="0"/>
                        <a:t>0.0232</a:t>
                      </a:r>
                    </a:p>
                  </a:txBody>
                  <a:tcPr marL="45720" marR="45720" marT="22860" marB="22860" anchor="ctr"/>
                </a:tc>
                <a:tc>
                  <a:txBody>
                    <a:bodyPr/>
                    <a:lstStyle/>
                    <a:p>
                      <a:pPr algn="l"/>
                      <a:r>
                        <a:rPr lang="en-US" sz="1400" dirty="0"/>
                        <a:t>0.0448</a:t>
                      </a:r>
                    </a:p>
                  </a:txBody>
                  <a:tcPr marL="45720" marR="45720" marT="22860" marB="22860" anchor="ctr"/>
                </a:tc>
                <a:tc>
                  <a:txBody>
                    <a:bodyPr/>
                    <a:lstStyle/>
                    <a:p>
                      <a:pPr algn="l"/>
                      <a:r>
                        <a:rPr lang="en-US" sz="1400" dirty="0"/>
                        <a:t>~52</a:t>
                      </a:r>
                    </a:p>
                  </a:txBody>
                  <a:tcPr marL="45720" marR="45720" marT="22860" marB="22860" anchor="ctr"/>
                </a:tc>
                <a:extLst>
                  <a:ext uri="{0D108BD9-81ED-4DB2-BD59-A6C34878D82A}">
                    <a16:rowId xmlns:a16="http://schemas.microsoft.com/office/drawing/2014/main" val="10008"/>
                  </a:ext>
                </a:extLst>
              </a:tr>
              <a:tr h="490909">
                <a:tc>
                  <a:txBody>
                    <a:bodyPr/>
                    <a:lstStyle/>
                    <a:p>
                      <a:pPr algn="l"/>
                      <a:r>
                        <a:rPr lang="en-US" sz="1400" b="1" dirty="0"/>
                        <a:t>0.45</a:t>
                      </a:r>
                    </a:p>
                  </a:txBody>
                  <a:tcPr marL="45720" marR="45720" marT="22860" marB="22860" anchor="ctr"/>
                </a:tc>
                <a:tc>
                  <a:txBody>
                    <a:bodyPr/>
                    <a:lstStyle/>
                    <a:p>
                      <a:pPr algn="l"/>
                      <a:r>
                        <a:rPr lang="en-US" sz="1400" dirty="0"/>
                        <a:t>33</a:t>
                      </a:r>
                    </a:p>
                  </a:txBody>
                  <a:tcPr marL="45720" marR="45720" marT="22860" marB="22860" anchor="ctr"/>
                </a:tc>
                <a:tc>
                  <a:txBody>
                    <a:bodyPr/>
                    <a:lstStyle/>
                    <a:p>
                      <a:pPr algn="l"/>
                      <a:r>
                        <a:rPr lang="en-US" sz="1400" dirty="0"/>
                        <a:t>0.17%</a:t>
                      </a:r>
                    </a:p>
                  </a:txBody>
                  <a:tcPr marL="45720" marR="45720" marT="22860" marB="22860" anchor="ctr"/>
                </a:tc>
                <a:tc>
                  <a:txBody>
                    <a:bodyPr/>
                    <a:lstStyle/>
                    <a:p>
                      <a:pPr algn="l"/>
                      <a:r>
                        <a:rPr lang="en-US" sz="1400" dirty="0"/>
                        <a:t>0.6970</a:t>
                      </a:r>
                    </a:p>
                  </a:txBody>
                  <a:tcPr marL="45720" marR="45720" marT="22860" marB="22860" anchor="ctr"/>
                </a:tc>
                <a:tc>
                  <a:txBody>
                    <a:bodyPr/>
                    <a:lstStyle/>
                    <a:p>
                      <a:pPr algn="l"/>
                      <a:r>
                        <a:rPr lang="en-US" sz="1400" dirty="0"/>
                        <a:t>0.0102</a:t>
                      </a:r>
                    </a:p>
                  </a:txBody>
                  <a:tcPr marL="45720" marR="45720" marT="22860" marB="22860" anchor="ctr"/>
                </a:tc>
                <a:tc>
                  <a:txBody>
                    <a:bodyPr/>
                    <a:lstStyle/>
                    <a:p>
                      <a:pPr algn="l"/>
                      <a:r>
                        <a:rPr lang="en-US" sz="1400" dirty="0"/>
                        <a:t>0.0202</a:t>
                      </a:r>
                    </a:p>
                  </a:txBody>
                  <a:tcPr marL="45720" marR="45720" marT="22860" marB="22860" anchor="ctr"/>
                </a:tc>
                <a:tc>
                  <a:txBody>
                    <a:bodyPr/>
                    <a:lstStyle/>
                    <a:p>
                      <a:pPr algn="l"/>
                      <a:r>
                        <a:rPr lang="en-US" sz="1400" dirty="0"/>
                        <a:t>~23</a:t>
                      </a:r>
                    </a:p>
                  </a:txBody>
                  <a:tcPr marL="45720" marR="45720" marT="22860" marB="22860" anchor="ctr"/>
                </a:tc>
                <a:extLst>
                  <a:ext uri="{0D108BD9-81ED-4DB2-BD59-A6C34878D82A}">
                    <a16:rowId xmlns:a16="http://schemas.microsoft.com/office/drawing/2014/main" val="10009"/>
                  </a:ext>
                </a:extLst>
              </a:tr>
              <a:tr h="490909">
                <a:tc>
                  <a:txBody>
                    <a:bodyPr/>
                    <a:lstStyle/>
                    <a:p>
                      <a:pPr algn="l"/>
                      <a:r>
                        <a:rPr lang="en-US" sz="1400" b="1" dirty="0"/>
                        <a:t>0.50</a:t>
                      </a:r>
                    </a:p>
                  </a:txBody>
                  <a:tcPr marL="45720" marR="45720" marT="22860" marB="22860" anchor="ctr"/>
                </a:tc>
                <a:tc>
                  <a:txBody>
                    <a:bodyPr/>
                    <a:lstStyle/>
                    <a:p>
                      <a:pPr algn="l"/>
                      <a:r>
                        <a:rPr lang="en-US" sz="1400" dirty="0"/>
                        <a:t>14</a:t>
                      </a:r>
                    </a:p>
                  </a:txBody>
                  <a:tcPr marL="45720" marR="45720" marT="22860" marB="22860" anchor="ctr"/>
                </a:tc>
                <a:tc>
                  <a:txBody>
                    <a:bodyPr/>
                    <a:lstStyle/>
                    <a:p>
                      <a:pPr algn="l"/>
                      <a:r>
                        <a:rPr lang="en-US" sz="1400" dirty="0"/>
                        <a:t>0.07%</a:t>
                      </a:r>
                    </a:p>
                  </a:txBody>
                  <a:tcPr marL="45720" marR="45720" marT="22860" marB="22860" anchor="ctr"/>
                </a:tc>
                <a:tc>
                  <a:txBody>
                    <a:bodyPr/>
                    <a:lstStyle/>
                    <a:p>
                      <a:pPr algn="l"/>
                      <a:r>
                        <a:rPr lang="en-US" sz="1400" dirty="0"/>
                        <a:t>0.6429</a:t>
                      </a:r>
                    </a:p>
                  </a:txBody>
                  <a:tcPr marL="45720" marR="45720" marT="22860" marB="22860" anchor="ctr"/>
                </a:tc>
                <a:tc>
                  <a:txBody>
                    <a:bodyPr/>
                    <a:lstStyle/>
                    <a:p>
                      <a:pPr algn="l"/>
                      <a:r>
                        <a:rPr lang="en-US" sz="1400" dirty="0"/>
                        <a:t>0.0040</a:t>
                      </a:r>
                    </a:p>
                  </a:txBody>
                  <a:tcPr marL="45720" marR="45720" marT="22860" marB="22860" anchor="ctr"/>
                </a:tc>
                <a:tc>
                  <a:txBody>
                    <a:bodyPr/>
                    <a:lstStyle/>
                    <a:p>
                      <a:pPr algn="l"/>
                      <a:r>
                        <a:rPr lang="en-US" sz="1400" dirty="0"/>
                        <a:t>0.0080</a:t>
                      </a:r>
                    </a:p>
                  </a:txBody>
                  <a:tcPr marL="45720" marR="45720" marT="22860" marB="22860" anchor="ctr"/>
                </a:tc>
                <a:tc>
                  <a:txBody>
                    <a:bodyPr/>
                    <a:lstStyle/>
                    <a:p>
                      <a:pPr algn="l"/>
                      <a:r>
                        <a:rPr lang="en-US" sz="1400" dirty="0"/>
                        <a:t>~9</a:t>
                      </a:r>
                    </a:p>
                  </a:txBody>
                  <a:tcPr marL="45720" marR="45720" marT="22860" marB="2286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0829356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21</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0"/>
            <a:ext cx="11814077" cy="850000"/>
          </a:xfrm>
        </p:spPr>
        <p:txBody>
          <a:bodyPr wrap="square" anchor="t">
            <a:normAutofit/>
          </a:bodyPr>
          <a:lstStyle/>
          <a:p>
            <a:r>
              <a:rPr lang="en-US" sz="2600" dirty="0"/>
              <a:t>Appendix: Capacity Table by Patient Volume</a:t>
            </a:r>
          </a:p>
        </p:txBody>
      </p:sp>
      <p:graphicFrame>
        <p:nvGraphicFramePr>
          <p:cNvPr id="10" name="Capacity Table"/>
          <p:cNvGraphicFramePr>
            <a:graphicFrameLocks noGrp="1"/>
          </p:cNvGraphicFramePr>
          <p:nvPr/>
        </p:nvGraphicFramePr>
        <p:xfrm>
          <a:off x="700000" y="1500000"/>
          <a:ext cx="10622996" cy="2600000"/>
        </p:xfrm>
        <a:graphic>
          <a:graphicData uri="http://schemas.openxmlformats.org/drawingml/2006/table">
            <a:tbl>
              <a:tblPr firstRow="1" bandRow="1">
                <a:tableStyleId>{5C22544A-7EE6-4342-B048-85BDC9FD1C3A}</a:tableStyleId>
              </a:tblPr>
              <a:tblGrid>
                <a:gridCol w="1530432">
                  <a:extLst>
                    <a:ext uri="{9D8B030D-6E8A-4147-A177-3AD203B41FA5}">
                      <a16:colId xmlns:a16="http://schemas.microsoft.com/office/drawing/2014/main" val="20000"/>
                    </a:ext>
                  </a:extLst>
                </a:gridCol>
                <a:gridCol w="2340660">
                  <a:extLst>
                    <a:ext uri="{9D8B030D-6E8A-4147-A177-3AD203B41FA5}">
                      <a16:colId xmlns:a16="http://schemas.microsoft.com/office/drawing/2014/main" val="20001"/>
                    </a:ext>
                  </a:extLst>
                </a:gridCol>
                <a:gridCol w="2160609">
                  <a:extLst>
                    <a:ext uri="{9D8B030D-6E8A-4147-A177-3AD203B41FA5}">
                      <a16:colId xmlns:a16="http://schemas.microsoft.com/office/drawing/2014/main" val="20002"/>
                    </a:ext>
                  </a:extLst>
                </a:gridCol>
                <a:gridCol w="2160609">
                  <a:extLst>
                    <a:ext uri="{9D8B030D-6E8A-4147-A177-3AD203B41FA5}">
                      <a16:colId xmlns:a16="http://schemas.microsoft.com/office/drawing/2014/main" val="20003"/>
                    </a:ext>
                  </a:extLst>
                </a:gridCol>
                <a:gridCol w="2430686">
                  <a:extLst>
                    <a:ext uri="{9D8B030D-6E8A-4147-A177-3AD203B41FA5}">
                      <a16:colId xmlns:a16="http://schemas.microsoft.com/office/drawing/2014/main" val="20004"/>
                    </a:ext>
                  </a:extLst>
                </a:gridCol>
              </a:tblGrid>
              <a:tr h="600000">
                <a:tc>
                  <a:txBody>
                    <a:bodyPr/>
                    <a:lstStyle/>
                    <a:p>
                      <a:pPr algn="l"/>
                      <a:r>
                        <a:rPr lang="en-US" sz="1600" b="1" dirty="0">
                          <a:solidFill>
                            <a:schemeClr val="bg1"/>
                          </a:solidFill>
                        </a:rPr>
                        <a:t>Capacity</a:t>
                      </a:r>
                    </a:p>
                  </a:txBody>
                  <a:tcPr marL="45720" marR="45720" marT="22860" marB="22860" anchor="ctr"/>
                </a:tc>
                <a:tc>
                  <a:txBody>
                    <a:bodyPr/>
                    <a:lstStyle/>
                    <a:p>
                      <a:pPr algn="l"/>
                      <a:r>
                        <a:rPr lang="en-US" sz="1600" b="1" dirty="0">
                          <a:solidFill>
                            <a:schemeClr val="bg1"/>
                          </a:solidFill>
                        </a:rPr>
                        <a:t>Precision@capacity</a:t>
                      </a:r>
                    </a:p>
                  </a:txBody>
                  <a:tcPr marL="45720" marR="45720" marT="22860" marB="22860" anchor="ctr"/>
                </a:tc>
                <a:tc>
                  <a:txBody>
                    <a:bodyPr/>
                    <a:lstStyle/>
                    <a:p>
                      <a:pPr algn="l"/>
                      <a:r>
                        <a:rPr lang="en-US" sz="1600" b="1" dirty="0">
                          <a:solidFill>
                            <a:schemeClr val="bg1"/>
                          </a:solidFill>
                        </a:rPr>
                        <a:t>Recall@capacity</a:t>
                      </a:r>
                    </a:p>
                  </a:txBody>
                  <a:tcPr marL="45720" marR="45720" marT="22860" marB="22860" anchor="ctr"/>
                </a:tc>
                <a:tc>
                  <a:txBody>
                    <a:bodyPr/>
                    <a:lstStyle/>
                    <a:p>
                      <a:pPr algn="l"/>
                      <a:r>
                        <a:rPr lang="en-US" sz="1600" b="1" dirty="0">
                          <a:solidFill>
                            <a:schemeClr val="bg1"/>
                          </a:solidFill>
                        </a:rPr>
                        <a:t>Lift over random</a:t>
                      </a:r>
                    </a:p>
                  </a:txBody>
                  <a:tcPr marL="45720" marR="45720" marT="22860" marB="22860" anchor="ctr"/>
                </a:tc>
                <a:tc>
                  <a:txBody>
                    <a:bodyPr/>
                    <a:lstStyle/>
                    <a:p>
                      <a:pPr algn="l"/>
                      <a:r>
                        <a:rPr lang="en-US" sz="1600" b="1" dirty="0">
                          <a:solidFill>
                            <a:schemeClr val="bg1"/>
                          </a:solidFill>
                        </a:rPr>
                        <a:t>Readmissions captured</a:t>
                      </a:r>
                    </a:p>
                  </a:txBody>
                  <a:tcPr marL="45720" marR="45720" marT="22860" marB="22860" anchor="ctr"/>
                </a:tc>
                <a:extLst>
                  <a:ext uri="{0D108BD9-81ED-4DB2-BD59-A6C34878D82A}">
                    <a16:rowId xmlns:a16="http://schemas.microsoft.com/office/drawing/2014/main" val="10000"/>
                  </a:ext>
                </a:extLst>
              </a:tr>
              <a:tr h="400000">
                <a:tc>
                  <a:txBody>
                    <a:bodyPr/>
                    <a:lstStyle/>
                    <a:p>
                      <a:pPr algn="l"/>
                      <a:r>
                        <a:rPr lang="en-US" sz="1800" b="1" dirty="0"/>
                        <a:t>100</a:t>
                      </a:r>
                    </a:p>
                  </a:txBody>
                  <a:tcPr marL="45720" marR="45720" marT="22860" marB="22860" anchor="ctr"/>
                </a:tc>
                <a:tc>
                  <a:txBody>
                    <a:bodyPr/>
                    <a:lstStyle/>
                    <a:p>
                      <a:pPr algn="l"/>
                      <a:r>
                        <a:rPr lang="en-US" sz="1800" dirty="0"/>
                        <a:t>0.6400</a:t>
                      </a:r>
                    </a:p>
                  </a:txBody>
                  <a:tcPr marL="45720" marR="45720" marT="22860" marB="22860" anchor="ctr"/>
                </a:tc>
                <a:tc>
                  <a:txBody>
                    <a:bodyPr/>
                    <a:lstStyle/>
                    <a:p>
                      <a:pPr algn="l"/>
                      <a:r>
                        <a:rPr lang="en-US" sz="1800" dirty="0"/>
                        <a:t>0.0285</a:t>
                      </a:r>
                    </a:p>
                  </a:txBody>
                  <a:tcPr marL="45720" marR="45720" marT="22860" marB="22860" anchor="ctr"/>
                </a:tc>
                <a:tc>
                  <a:txBody>
                    <a:bodyPr/>
                    <a:lstStyle/>
                    <a:p>
                      <a:pPr algn="l"/>
                      <a:r>
                        <a:rPr lang="en-US" sz="1800" dirty="0"/>
                        <a:t>5.64x</a:t>
                      </a:r>
                    </a:p>
                  </a:txBody>
                  <a:tcPr marL="45720" marR="45720" marT="22860" marB="22860" anchor="ctr"/>
                </a:tc>
                <a:tc>
                  <a:txBody>
                    <a:bodyPr/>
                    <a:lstStyle/>
                    <a:p>
                      <a:pPr algn="l"/>
                      <a:r>
                        <a:rPr lang="en-US" sz="1800" dirty="0"/>
                        <a:t>64</a:t>
                      </a:r>
                    </a:p>
                  </a:txBody>
                  <a:tcPr marL="45720" marR="45720" marT="22860" marB="22860" anchor="ctr"/>
                </a:tc>
                <a:extLst>
                  <a:ext uri="{0D108BD9-81ED-4DB2-BD59-A6C34878D82A}">
                    <a16:rowId xmlns:a16="http://schemas.microsoft.com/office/drawing/2014/main" val="10001"/>
                  </a:ext>
                </a:extLst>
              </a:tr>
              <a:tr h="400000">
                <a:tc>
                  <a:txBody>
                    <a:bodyPr/>
                    <a:lstStyle/>
                    <a:p>
                      <a:pPr algn="l"/>
                      <a:r>
                        <a:rPr lang="en-US" sz="1800" b="1" dirty="0"/>
                        <a:t>250</a:t>
                      </a:r>
                    </a:p>
                  </a:txBody>
                  <a:tcPr marL="45720" marR="45720" marT="22860" marB="22860" anchor="ctr"/>
                </a:tc>
                <a:tc>
                  <a:txBody>
                    <a:bodyPr/>
                    <a:lstStyle/>
                    <a:p>
                      <a:pPr algn="l"/>
                      <a:r>
                        <a:rPr lang="en-US" sz="1800" dirty="0"/>
                        <a:t>0.5040</a:t>
                      </a:r>
                    </a:p>
                  </a:txBody>
                  <a:tcPr marL="45720" marR="45720" marT="22860" marB="22860" anchor="ctr"/>
                </a:tc>
                <a:tc>
                  <a:txBody>
                    <a:bodyPr/>
                    <a:lstStyle/>
                    <a:p>
                      <a:pPr algn="l"/>
                      <a:r>
                        <a:rPr lang="en-US" sz="1800" dirty="0"/>
                        <a:t>0.0561</a:t>
                      </a:r>
                    </a:p>
                  </a:txBody>
                  <a:tcPr marL="45720" marR="45720" marT="22860" marB="22860" anchor="ctr"/>
                </a:tc>
                <a:tc>
                  <a:txBody>
                    <a:bodyPr/>
                    <a:lstStyle/>
                    <a:p>
                      <a:pPr algn="l"/>
                      <a:r>
                        <a:rPr lang="en-US" sz="1800" dirty="0"/>
                        <a:t>4.44x</a:t>
                      </a:r>
                    </a:p>
                  </a:txBody>
                  <a:tcPr marL="45720" marR="45720" marT="22860" marB="22860" anchor="ctr"/>
                </a:tc>
                <a:tc>
                  <a:txBody>
                    <a:bodyPr/>
                    <a:lstStyle/>
                    <a:p>
                      <a:pPr algn="l"/>
                      <a:r>
                        <a:rPr lang="en-US" sz="1800" dirty="0"/>
                        <a:t>126</a:t>
                      </a:r>
                    </a:p>
                  </a:txBody>
                  <a:tcPr marL="45720" marR="45720" marT="22860" marB="22860" anchor="ctr"/>
                </a:tc>
                <a:extLst>
                  <a:ext uri="{0D108BD9-81ED-4DB2-BD59-A6C34878D82A}">
                    <a16:rowId xmlns:a16="http://schemas.microsoft.com/office/drawing/2014/main" val="10002"/>
                  </a:ext>
                </a:extLst>
              </a:tr>
              <a:tr h="400000">
                <a:tc>
                  <a:txBody>
                    <a:bodyPr/>
                    <a:lstStyle/>
                    <a:p>
                      <a:pPr algn="l"/>
                      <a:r>
                        <a:rPr lang="en-US" sz="1800" b="1" dirty="0"/>
                        <a:t>500</a:t>
                      </a:r>
                    </a:p>
                  </a:txBody>
                  <a:tcPr marL="45720" marR="45720" marT="22860" marB="22860" anchor="ctr"/>
                </a:tc>
                <a:tc>
                  <a:txBody>
                    <a:bodyPr/>
                    <a:lstStyle/>
                    <a:p>
                      <a:pPr algn="l"/>
                      <a:r>
                        <a:rPr lang="en-US" sz="1800" dirty="0"/>
                        <a:t>0.4200</a:t>
                      </a:r>
                    </a:p>
                  </a:txBody>
                  <a:tcPr marL="45720" marR="45720" marT="22860" marB="22860" anchor="ctr"/>
                </a:tc>
                <a:tc>
                  <a:txBody>
                    <a:bodyPr/>
                    <a:lstStyle/>
                    <a:p>
                      <a:pPr algn="l"/>
                      <a:r>
                        <a:rPr lang="en-US" sz="1800" dirty="0"/>
                        <a:t>0.0936</a:t>
                      </a:r>
                    </a:p>
                  </a:txBody>
                  <a:tcPr marL="45720" marR="45720" marT="22860" marB="22860" anchor="ctr"/>
                </a:tc>
                <a:tc>
                  <a:txBody>
                    <a:bodyPr/>
                    <a:lstStyle/>
                    <a:p>
                      <a:pPr algn="l"/>
                      <a:r>
                        <a:rPr lang="en-US" sz="1800" dirty="0"/>
                        <a:t>3.70x</a:t>
                      </a:r>
                    </a:p>
                  </a:txBody>
                  <a:tcPr marL="45720" marR="45720" marT="22860" marB="22860" anchor="ctr"/>
                </a:tc>
                <a:tc>
                  <a:txBody>
                    <a:bodyPr/>
                    <a:lstStyle/>
                    <a:p>
                      <a:pPr algn="l"/>
                      <a:r>
                        <a:rPr lang="en-US" sz="1800" dirty="0"/>
                        <a:t>210</a:t>
                      </a:r>
                    </a:p>
                  </a:txBody>
                  <a:tcPr marL="45720" marR="45720" marT="22860" marB="22860" anchor="ctr"/>
                </a:tc>
                <a:extLst>
                  <a:ext uri="{0D108BD9-81ED-4DB2-BD59-A6C34878D82A}">
                    <a16:rowId xmlns:a16="http://schemas.microsoft.com/office/drawing/2014/main" val="10003"/>
                  </a:ext>
                </a:extLst>
              </a:tr>
              <a:tr h="400000">
                <a:tc>
                  <a:txBody>
                    <a:bodyPr/>
                    <a:lstStyle/>
                    <a:p>
                      <a:pPr algn="l"/>
                      <a:r>
                        <a:rPr lang="en-US" sz="1800" b="1" dirty="0"/>
                        <a:t>1,000</a:t>
                      </a:r>
                    </a:p>
                  </a:txBody>
                  <a:tcPr marL="45720" marR="45720" marT="22860" marB="22860" anchor="ctr"/>
                </a:tc>
                <a:tc>
                  <a:txBody>
                    <a:bodyPr/>
                    <a:lstStyle/>
                    <a:p>
                      <a:pPr algn="l"/>
                      <a:r>
                        <a:rPr lang="en-US" sz="1800" dirty="0"/>
                        <a:t>0.3520</a:t>
                      </a:r>
                    </a:p>
                  </a:txBody>
                  <a:tcPr marL="45720" marR="45720" marT="22860" marB="22860" anchor="ctr"/>
                </a:tc>
                <a:tc>
                  <a:txBody>
                    <a:bodyPr/>
                    <a:lstStyle/>
                    <a:p>
                      <a:pPr algn="l"/>
                      <a:r>
                        <a:rPr lang="en-US" sz="1800" dirty="0"/>
                        <a:t>0.1569</a:t>
                      </a:r>
                    </a:p>
                  </a:txBody>
                  <a:tcPr marL="45720" marR="45720" marT="22860" marB="22860" anchor="ctr"/>
                </a:tc>
                <a:tc>
                  <a:txBody>
                    <a:bodyPr/>
                    <a:lstStyle/>
                    <a:p>
                      <a:pPr algn="l"/>
                      <a:r>
                        <a:rPr lang="en-US" sz="1800" dirty="0"/>
                        <a:t>3.10x</a:t>
                      </a:r>
                    </a:p>
                  </a:txBody>
                  <a:tcPr marL="45720" marR="45720" marT="22860" marB="22860" anchor="ctr"/>
                </a:tc>
                <a:tc>
                  <a:txBody>
                    <a:bodyPr/>
                    <a:lstStyle/>
                    <a:p>
                      <a:pPr algn="l"/>
                      <a:r>
                        <a:rPr lang="en-US" sz="1800" dirty="0"/>
                        <a:t>352</a:t>
                      </a:r>
                    </a:p>
                  </a:txBody>
                  <a:tcPr marL="45720" marR="45720" marT="22860" marB="22860" anchor="ctr"/>
                </a:tc>
                <a:extLst>
                  <a:ext uri="{0D108BD9-81ED-4DB2-BD59-A6C34878D82A}">
                    <a16:rowId xmlns:a16="http://schemas.microsoft.com/office/drawing/2014/main" val="10004"/>
                  </a:ext>
                </a:extLst>
              </a:tr>
              <a:tr h="400000">
                <a:tc>
                  <a:txBody>
                    <a:bodyPr/>
                    <a:lstStyle/>
                    <a:p>
                      <a:pPr algn="l"/>
                      <a:r>
                        <a:rPr lang="en-US" sz="1800" b="1" dirty="0"/>
                        <a:t>2,000</a:t>
                      </a:r>
                    </a:p>
                  </a:txBody>
                  <a:tcPr marL="45720" marR="45720" marT="22860" marB="22860" anchor="ctr"/>
                </a:tc>
                <a:tc>
                  <a:txBody>
                    <a:bodyPr/>
                    <a:lstStyle/>
                    <a:p>
                      <a:pPr algn="l"/>
                      <a:r>
                        <a:rPr lang="en-US" sz="1800" dirty="0"/>
                        <a:t>0.2835</a:t>
                      </a:r>
                    </a:p>
                  </a:txBody>
                  <a:tcPr marL="45720" marR="45720" marT="22860" marB="22860" anchor="ctr"/>
                </a:tc>
                <a:tc>
                  <a:txBody>
                    <a:bodyPr/>
                    <a:lstStyle/>
                    <a:p>
                      <a:pPr algn="l"/>
                      <a:r>
                        <a:rPr lang="en-US" sz="1800" dirty="0"/>
                        <a:t>0.2527</a:t>
                      </a:r>
                    </a:p>
                  </a:txBody>
                  <a:tcPr marL="45720" marR="45720" marT="22860" marB="22860" anchor="ctr"/>
                </a:tc>
                <a:tc>
                  <a:txBody>
                    <a:bodyPr/>
                    <a:lstStyle/>
                    <a:p>
                      <a:pPr algn="l"/>
                      <a:r>
                        <a:rPr lang="en-US" sz="1800" dirty="0"/>
                        <a:t>2.50x</a:t>
                      </a:r>
                    </a:p>
                  </a:txBody>
                  <a:tcPr marL="45720" marR="45720" marT="22860" marB="22860" anchor="ctr"/>
                </a:tc>
                <a:tc>
                  <a:txBody>
                    <a:bodyPr/>
                    <a:lstStyle/>
                    <a:p>
                      <a:pPr algn="l"/>
                      <a:r>
                        <a:rPr lang="en-US" sz="1800" dirty="0"/>
                        <a:t>567</a:t>
                      </a:r>
                    </a:p>
                  </a:txBody>
                  <a:tcPr marL="45720" marR="45720" marT="22860" marB="22860" anchor="ctr"/>
                </a:tc>
                <a:extLst>
                  <a:ext uri="{0D108BD9-81ED-4DB2-BD59-A6C34878D82A}">
                    <a16:rowId xmlns:a16="http://schemas.microsoft.com/office/drawing/2014/main" val="10005"/>
                  </a:ext>
                </a:extLst>
              </a:tr>
            </a:tbl>
          </a:graphicData>
        </a:graphic>
      </p:graphicFrame>
      <p:sp>
        <p:nvSpPr>
          <p:cNvPr id="20" name="Note"/>
          <p:cNvSpPr/>
          <p:nvPr/>
        </p:nvSpPr>
        <p:spPr>
          <a:xfrm>
            <a:off x="700000" y="4450000"/>
            <a:ext cx="10800000" cy="1500000"/>
          </a:xfrm>
          <a:prstGeom prst="rect">
            <a:avLst/>
          </a:prstGeom>
          <a:noFill/>
        </p:spPr>
        <p:txBody>
          <a:bodyPr wrap="square">
            <a:normAutofit/>
          </a:bodyPr>
          <a:lstStyle/>
          <a:p>
            <a:pPr>
              <a:buNone/>
            </a:pPr>
            <a:r>
              <a:rPr lang="en-US" sz="2000" dirty="0"/>
              <a:t>As capacity grows, precision falls and recall rises: this tradeoff shapes staffing decisions. model_summary.json reports recall@500 as 0.0918 with 204 captured (a very slightly different run than the notebook figures above); the deployed app uses the notebook capacity table.</a:t>
            </a:r>
          </a:p>
        </p:txBody>
      </p:sp>
    </p:spTree>
    <p:extLst>
      <p:ext uri="{BB962C8B-B14F-4D97-AF65-F5344CB8AC3E}">
        <p14:creationId xmlns:p14="http://schemas.microsoft.com/office/powerpoint/2010/main" val="504084008"/>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22</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172278"/>
            <a:ext cx="11814077" cy="677722"/>
          </a:xfrm>
        </p:spPr>
        <p:txBody>
          <a:bodyPr wrap="square" anchor="t">
            <a:normAutofit/>
          </a:bodyPr>
          <a:lstStyle/>
          <a:p>
            <a:r>
              <a:rPr lang="en-US" sz="2600" dirty="0"/>
              <a:t>Appendix: Feature Importance (Top 15)</a:t>
            </a:r>
          </a:p>
        </p:txBody>
      </p:sp>
      <p:pic>
        <p:nvPicPr>
          <p:cNvPr id="10" name="Feature Importance Chart"/>
          <p:cNvPicPr>
            <a:picLocks noChangeAspect="1"/>
          </p:cNvPicPr>
          <p:nvPr/>
        </p:nvPicPr>
        <p:blipFill>
          <a:blip r:embed="rId2"/>
          <a:stretch>
            <a:fillRect/>
          </a:stretch>
        </p:blipFill>
        <p:spPr>
          <a:xfrm>
            <a:off x="257975" y="772179"/>
            <a:ext cx="10400000" cy="5850000"/>
          </a:xfrm>
          <a:prstGeom prst="rect">
            <a:avLst/>
          </a:prstGeom>
        </p:spPr>
      </p:pic>
    </p:spTree>
    <p:extLst>
      <p:ext uri="{BB962C8B-B14F-4D97-AF65-F5344CB8AC3E}">
        <p14:creationId xmlns:p14="http://schemas.microsoft.com/office/powerpoint/2010/main" val="188635489"/>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23</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0"/>
            <a:ext cx="11814077" cy="850000"/>
          </a:xfrm>
        </p:spPr>
        <p:txBody>
          <a:bodyPr wrap="square" anchor="t">
            <a:normAutofit/>
          </a:bodyPr>
          <a:lstStyle/>
          <a:p>
            <a:r>
              <a:rPr lang="en-US" sz="2600" dirty="0"/>
              <a:t>Appendix: Fairness by Race, Gender, and Age</a:t>
            </a:r>
          </a:p>
        </p:txBody>
      </p:sp>
      <p:graphicFrame>
        <p:nvGraphicFramePr>
          <p:cNvPr id="10" name="Race Table"/>
          <p:cNvGraphicFramePr>
            <a:graphicFrameLocks noGrp="1"/>
          </p:cNvGraphicFramePr>
          <p:nvPr>
            <p:extLst>
              <p:ext uri="{D42A27DB-BD31-4B8C-83A1-F6EECF244321}">
                <p14:modId xmlns:p14="http://schemas.microsoft.com/office/powerpoint/2010/main" val="2536649116"/>
              </p:ext>
            </p:extLst>
          </p:nvPr>
        </p:nvGraphicFramePr>
        <p:xfrm>
          <a:off x="188962" y="850000"/>
          <a:ext cx="5250000" cy="1999998"/>
        </p:xfrm>
        <a:graphic>
          <a:graphicData uri="http://schemas.openxmlformats.org/drawingml/2006/table">
            <a:tbl>
              <a:tblPr firstRow="1" bandRow="1">
                <a:tableStyleId>{5C22544A-7EE6-4342-B048-85BDC9FD1C3A}</a:tableStyleId>
              </a:tblPr>
              <a:tblGrid>
                <a:gridCol w="1650000">
                  <a:extLst>
                    <a:ext uri="{9D8B030D-6E8A-4147-A177-3AD203B41FA5}">
                      <a16:colId xmlns:a16="http://schemas.microsoft.com/office/drawing/2014/main" val="20000"/>
                    </a:ext>
                  </a:extLst>
                </a:gridCol>
                <a:gridCol w="7500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850000">
                  <a:extLst>
                    <a:ext uri="{9D8B030D-6E8A-4147-A177-3AD203B41FA5}">
                      <a16:colId xmlns:a16="http://schemas.microsoft.com/office/drawing/2014/main" val="20004"/>
                    </a:ext>
                  </a:extLst>
                </a:gridCol>
              </a:tblGrid>
              <a:tr h="285714">
                <a:tc>
                  <a:txBody>
                    <a:bodyPr/>
                    <a:lstStyle/>
                    <a:p>
                      <a:pPr algn="l"/>
                      <a:r>
                        <a:rPr lang="en-US" sz="1050" b="1" dirty="0">
                          <a:solidFill>
                            <a:schemeClr val="bg1"/>
                          </a:solidFill>
                        </a:rPr>
                        <a:t>Race</a:t>
                      </a:r>
                    </a:p>
                  </a:txBody>
                  <a:tcPr marL="45720" marR="45720" marT="22860" marB="22860" anchor="ctr"/>
                </a:tc>
                <a:tc>
                  <a:txBody>
                    <a:bodyPr/>
                    <a:lstStyle/>
                    <a:p>
                      <a:pPr algn="l"/>
                      <a:r>
                        <a:rPr lang="en-US" sz="1050" b="1" dirty="0">
                          <a:solidFill>
                            <a:schemeClr val="bg1"/>
                          </a:solidFill>
                        </a:rPr>
                        <a:t>n</a:t>
                      </a:r>
                    </a:p>
                  </a:txBody>
                  <a:tcPr marL="45720" marR="45720" marT="22860" marB="22860" anchor="ctr"/>
                </a:tc>
                <a:tc>
                  <a:txBody>
                    <a:bodyPr/>
                    <a:lstStyle/>
                    <a:p>
                      <a:pPr algn="l"/>
                      <a:r>
                        <a:rPr lang="en-US" sz="1050" b="1" dirty="0">
                          <a:solidFill>
                            <a:schemeClr val="bg1"/>
                          </a:solidFill>
                        </a:rPr>
                        <a:t>Actual rate</a:t>
                      </a:r>
                    </a:p>
                  </a:txBody>
                  <a:tcPr marL="45720" marR="45720" marT="22860" marB="22860" anchor="ctr"/>
                </a:tc>
                <a:tc>
                  <a:txBody>
                    <a:bodyPr/>
                    <a:lstStyle/>
                    <a:p>
                      <a:pPr algn="l"/>
                      <a:r>
                        <a:rPr lang="en-US" sz="1050" b="1" dirty="0">
                          <a:solidFill>
                            <a:schemeClr val="bg1"/>
                          </a:solidFill>
                        </a:rPr>
                        <a:t>Avg risk</a:t>
                      </a:r>
                    </a:p>
                  </a:txBody>
                  <a:tcPr marL="45720" marR="45720" marT="22860" marB="22860" anchor="ctr"/>
                </a:tc>
                <a:tc>
                  <a:txBody>
                    <a:bodyPr/>
                    <a:lstStyle/>
                    <a:p>
                      <a:pPr algn="l"/>
                      <a:r>
                        <a:rPr lang="en-US" sz="1050" b="1" dirty="0">
                          <a:solidFill>
                            <a:schemeClr val="bg1"/>
                          </a:solidFill>
                        </a:rPr>
                        <a:t>Recall</a:t>
                      </a:r>
                    </a:p>
                  </a:txBody>
                  <a:tcPr marL="45720" marR="45720" marT="22860" marB="22860" anchor="ctr"/>
                </a:tc>
                <a:extLst>
                  <a:ext uri="{0D108BD9-81ED-4DB2-BD59-A6C34878D82A}">
                    <a16:rowId xmlns:a16="http://schemas.microsoft.com/office/drawing/2014/main" val="10000"/>
                  </a:ext>
                </a:extLst>
              </a:tr>
              <a:tr h="285714">
                <a:tc>
                  <a:txBody>
                    <a:bodyPr/>
                    <a:lstStyle/>
                    <a:p>
                      <a:pPr algn="l"/>
                      <a:r>
                        <a:rPr lang="en-US" sz="1050" b="1" dirty="0"/>
                        <a:t>Caucasian</a:t>
                      </a:r>
                    </a:p>
                  </a:txBody>
                  <a:tcPr marL="45720" marR="45720" marT="22860" marB="22860" anchor="ctr"/>
                </a:tc>
                <a:tc>
                  <a:txBody>
                    <a:bodyPr/>
                    <a:lstStyle/>
                    <a:p>
                      <a:pPr algn="l"/>
                      <a:r>
                        <a:rPr lang="en-US" sz="1050" dirty="0"/>
                        <a:t>14,813</a:t>
                      </a:r>
                    </a:p>
                  </a:txBody>
                  <a:tcPr marL="45720" marR="45720" marT="22860" marB="22860" anchor="ctr"/>
                </a:tc>
                <a:tc>
                  <a:txBody>
                    <a:bodyPr/>
                    <a:lstStyle/>
                    <a:p>
                      <a:pPr algn="l"/>
                      <a:r>
                        <a:rPr lang="en-US" sz="1050" dirty="0"/>
                        <a:t>11.72%</a:t>
                      </a:r>
                    </a:p>
                  </a:txBody>
                  <a:tcPr marL="45720" marR="45720" marT="22860" marB="22860" anchor="ctr"/>
                </a:tc>
                <a:tc>
                  <a:txBody>
                    <a:bodyPr/>
                    <a:lstStyle/>
                    <a:p>
                      <a:pPr algn="l"/>
                      <a:r>
                        <a:rPr lang="en-US" sz="1050" dirty="0"/>
                        <a:t>11.22%</a:t>
                      </a:r>
                    </a:p>
                  </a:txBody>
                  <a:tcPr marL="45720" marR="45720" marT="22860" marB="22860" anchor="ctr"/>
                </a:tc>
                <a:tc>
                  <a:txBody>
                    <a:bodyPr/>
                    <a:lstStyle/>
                    <a:p>
                      <a:pPr algn="l"/>
                      <a:r>
                        <a:rPr lang="en-US" sz="1050" dirty="0"/>
                        <a:t>0.52%</a:t>
                      </a:r>
                    </a:p>
                  </a:txBody>
                  <a:tcPr marL="45720" marR="45720" marT="22860" marB="22860" anchor="ctr"/>
                </a:tc>
                <a:extLst>
                  <a:ext uri="{0D108BD9-81ED-4DB2-BD59-A6C34878D82A}">
                    <a16:rowId xmlns:a16="http://schemas.microsoft.com/office/drawing/2014/main" val="10001"/>
                  </a:ext>
                </a:extLst>
              </a:tr>
              <a:tr h="285714">
                <a:tc>
                  <a:txBody>
                    <a:bodyPr/>
                    <a:lstStyle/>
                    <a:p>
                      <a:pPr algn="l"/>
                      <a:r>
                        <a:rPr lang="en-US" sz="1050" b="1" dirty="0"/>
                        <a:t>African American</a:t>
                      </a:r>
                    </a:p>
                  </a:txBody>
                  <a:tcPr marL="45720" marR="45720" marT="22860" marB="22860" anchor="ctr"/>
                </a:tc>
                <a:tc>
                  <a:txBody>
                    <a:bodyPr/>
                    <a:lstStyle/>
                    <a:p>
                      <a:pPr algn="l"/>
                      <a:r>
                        <a:rPr lang="en-US" sz="1050" dirty="0"/>
                        <a:t>3,697</a:t>
                      </a:r>
                    </a:p>
                  </a:txBody>
                  <a:tcPr marL="45720" marR="45720" marT="22860" marB="22860" anchor="ctr"/>
                </a:tc>
                <a:tc>
                  <a:txBody>
                    <a:bodyPr/>
                    <a:lstStyle/>
                    <a:p>
                      <a:pPr algn="l"/>
                      <a:r>
                        <a:rPr lang="en-US" sz="1050" dirty="0"/>
                        <a:t>10.79%</a:t>
                      </a:r>
                    </a:p>
                  </a:txBody>
                  <a:tcPr marL="45720" marR="45720" marT="22860" marB="22860" anchor="ctr"/>
                </a:tc>
                <a:tc>
                  <a:txBody>
                    <a:bodyPr/>
                    <a:lstStyle/>
                    <a:p>
                      <a:pPr algn="l"/>
                      <a:r>
                        <a:rPr lang="en-US" sz="1050" dirty="0"/>
                        <a:t>10.94%</a:t>
                      </a:r>
                    </a:p>
                  </a:txBody>
                  <a:tcPr marL="45720" marR="45720" marT="22860" marB="22860" anchor="ctr"/>
                </a:tc>
                <a:tc>
                  <a:txBody>
                    <a:bodyPr/>
                    <a:lstStyle/>
                    <a:p>
                      <a:pPr algn="l"/>
                      <a:r>
                        <a:rPr lang="en-US" sz="1050" dirty="0"/>
                        <a:t>0.00%</a:t>
                      </a:r>
                    </a:p>
                  </a:txBody>
                  <a:tcPr marL="45720" marR="45720" marT="22860" marB="22860" anchor="ctr"/>
                </a:tc>
                <a:extLst>
                  <a:ext uri="{0D108BD9-81ED-4DB2-BD59-A6C34878D82A}">
                    <a16:rowId xmlns:a16="http://schemas.microsoft.com/office/drawing/2014/main" val="10002"/>
                  </a:ext>
                </a:extLst>
              </a:tr>
              <a:tr h="285714">
                <a:tc>
                  <a:txBody>
                    <a:bodyPr/>
                    <a:lstStyle/>
                    <a:p>
                      <a:pPr algn="l"/>
                      <a:r>
                        <a:rPr lang="en-US" sz="1050" b="1" dirty="0"/>
                        <a:t>Unknown</a:t>
                      </a:r>
                    </a:p>
                  </a:txBody>
                  <a:tcPr marL="45720" marR="45720" marT="22860" marB="22860" anchor="ctr"/>
                </a:tc>
                <a:tc>
                  <a:txBody>
                    <a:bodyPr/>
                    <a:lstStyle/>
                    <a:p>
                      <a:pPr algn="l"/>
                      <a:r>
                        <a:rPr lang="en-US" sz="1050" dirty="0"/>
                        <a:t>447</a:t>
                      </a:r>
                    </a:p>
                  </a:txBody>
                  <a:tcPr marL="45720" marR="45720" marT="22860" marB="22860" anchor="ctr"/>
                </a:tc>
                <a:tc>
                  <a:txBody>
                    <a:bodyPr/>
                    <a:lstStyle/>
                    <a:p>
                      <a:pPr algn="l"/>
                      <a:r>
                        <a:rPr lang="en-US" sz="1050" dirty="0"/>
                        <a:t>7.16%</a:t>
                      </a:r>
                    </a:p>
                  </a:txBody>
                  <a:tcPr marL="45720" marR="45720" marT="22860" marB="22860" anchor="ctr"/>
                </a:tc>
                <a:tc>
                  <a:txBody>
                    <a:bodyPr/>
                    <a:lstStyle/>
                    <a:p>
                      <a:pPr algn="l"/>
                      <a:r>
                        <a:rPr lang="en-US" sz="1050" dirty="0"/>
                        <a:t>9.62%</a:t>
                      </a:r>
                    </a:p>
                  </a:txBody>
                  <a:tcPr marL="45720" marR="45720" marT="22860" marB="22860" anchor="ctr"/>
                </a:tc>
                <a:tc>
                  <a:txBody>
                    <a:bodyPr/>
                    <a:lstStyle/>
                    <a:p>
                      <a:pPr algn="l"/>
                      <a:r>
                        <a:rPr lang="en-US" sz="1050" dirty="0"/>
                        <a:t>0.00%</a:t>
                      </a:r>
                    </a:p>
                  </a:txBody>
                  <a:tcPr marL="45720" marR="45720" marT="22860" marB="22860" anchor="ctr"/>
                </a:tc>
                <a:extLst>
                  <a:ext uri="{0D108BD9-81ED-4DB2-BD59-A6C34878D82A}">
                    <a16:rowId xmlns:a16="http://schemas.microsoft.com/office/drawing/2014/main" val="10003"/>
                  </a:ext>
                </a:extLst>
              </a:tr>
              <a:tr h="285714">
                <a:tc>
                  <a:txBody>
                    <a:bodyPr/>
                    <a:lstStyle/>
                    <a:p>
                      <a:pPr algn="l"/>
                      <a:r>
                        <a:rPr lang="en-US" sz="1050" b="1" dirty="0"/>
                        <a:t>Hispanic</a:t>
                      </a:r>
                    </a:p>
                  </a:txBody>
                  <a:tcPr marL="45720" marR="45720" marT="22860" marB="22860" anchor="ctr"/>
                </a:tc>
                <a:tc>
                  <a:txBody>
                    <a:bodyPr/>
                    <a:lstStyle/>
                    <a:p>
                      <a:pPr algn="l"/>
                      <a:r>
                        <a:rPr lang="en-US" sz="1050" dirty="0"/>
                        <a:t>398</a:t>
                      </a:r>
                    </a:p>
                  </a:txBody>
                  <a:tcPr marL="45720" marR="45720" marT="22860" marB="22860" anchor="ctr"/>
                </a:tc>
                <a:tc>
                  <a:txBody>
                    <a:bodyPr/>
                    <a:lstStyle/>
                    <a:p>
                      <a:pPr algn="l"/>
                      <a:r>
                        <a:rPr lang="en-US" sz="1050" dirty="0"/>
                        <a:t>9.05%</a:t>
                      </a:r>
                    </a:p>
                  </a:txBody>
                  <a:tcPr marL="45720" marR="45720" marT="22860" marB="22860" anchor="ctr"/>
                </a:tc>
                <a:tc>
                  <a:txBody>
                    <a:bodyPr/>
                    <a:lstStyle/>
                    <a:p>
                      <a:pPr algn="l"/>
                      <a:r>
                        <a:rPr lang="en-US" sz="1050" dirty="0"/>
                        <a:t>10.27%</a:t>
                      </a:r>
                    </a:p>
                  </a:txBody>
                  <a:tcPr marL="45720" marR="45720" marT="22860" marB="22860" anchor="ctr"/>
                </a:tc>
                <a:tc>
                  <a:txBody>
                    <a:bodyPr/>
                    <a:lstStyle/>
                    <a:p>
                      <a:pPr algn="l"/>
                      <a:r>
                        <a:rPr lang="en-US" sz="1050" dirty="0"/>
                        <a:t>0.00%</a:t>
                      </a:r>
                    </a:p>
                  </a:txBody>
                  <a:tcPr marL="45720" marR="45720" marT="22860" marB="22860" anchor="ctr"/>
                </a:tc>
                <a:extLst>
                  <a:ext uri="{0D108BD9-81ED-4DB2-BD59-A6C34878D82A}">
                    <a16:rowId xmlns:a16="http://schemas.microsoft.com/office/drawing/2014/main" val="10004"/>
                  </a:ext>
                </a:extLst>
              </a:tr>
              <a:tr h="285714">
                <a:tc>
                  <a:txBody>
                    <a:bodyPr/>
                    <a:lstStyle/>
                    <a:p>
                      <a:pPr algn="l"/>
                      <a:r>
                        <a:rPr lang="en-US" sz="1050" b="1" dirty="0"/>
                        <a:t>Other</a:t>
                      </a:r>
                    </a:p>
                  </a:txBody>
                  <a:tcPr marL="45720" marR="45720" marT="22860" marB="22860" anchor="ctr"/>
                </a:tc>
                <a:tc>
                  <a:txBody>
                    <a:bodyPr/>
                    <a:lstStyle/>
                    <a:p>
                      <a:pPr algn="l"/>
                      <a:r>
                        <a:rPr lang="en-US" sz="1050" dirty="0"/>
                        <a:t>302</a:t>
                      </a:r>
                    </a:p>
                  </a:txBody>
                  <a:tcPr marL="45720" marR="45720" marT="22860" marB="22860" anchor="ctr"/>
                </a:tc>
                <a:tc>
                  <a:txBody>
                    <a:bodyPr/>
                    <a:lstStyle/>
                    <a:p>
                      <a:pPr algn="l"/>
                      <a:r>
                        <a:rPr lang="en-US" sz="1050" dirty="0"/>
                        <a:t>10.26%</a:t>
                      </a:r>
                    </a:p>
                  </a:txBody>
                  <a:tcPr marL="45720" marR="45720" marT="22860" marB="22860" anchor="ctr"/>
                </a:tc>
                <a:tc>
                  <a:txBody>
                    <a:bodyPr/>
                    <a:lstStyle/>
                    <a:p>
                      <a:pPr algn="l"/>
                      <a:r>
                        <a:rPr lang="en-US" sz="1050" dirty="0"/>
                        <a:t>9.87%</a:t>
                      </a:r>
                    </a:p>
                  </a:txBody>
                  <a:tcPr marL="45720" marR="45720" marT="22860" marB="22860" anchor="ctr"/>
                </a:tc>
                <a:tc>
                  <a:txBody>
                    <a:bodyPr/>
                    <a:lstStyle/>
                    <a:p>
                      <a:pPr algn="l"/>
                      <a:r>
                        <a:rPr lang="en-US" sz="1050" dirty="0"/>
                        <a:t>0.00%</a:t>
                      </a:r>
                    </a:p>
                  </a:txBody>
                  <a:tcPr marL="45720" marR="45720" marT="22860" marB="22860" anchor="ctr"/>
                </a:tc>
                <a:extLst>
                  <a:ext uri="{0D108BD9-81ED-4DB2-BD59-A6C34878D82A}">
                    <a16:rowId xmlns:a16="http://schemas.microsoft.com/office/drawing/2014/main" val="10005"/>
                  </a:ext>
                </a:extLst>
              </a:tr>
              <a:tr h="285714">
                <a:tc>
                  <a:txBody>
                    <a:bodyPr/>
                    <a:lstStyle/>
                    <a:p>
                      <a:pPr algn="l"/>
                      <a:r>
                        <a:rPr lang="en-US" sz="1050" b="1" dirty="0"/>
                        <a:t>Asian</a:t>
                      </a:r>
                    </a:p>
                  </a:txBody>
                  <a:tcPr marL="45720" marR="45720" marT="22860" marB="22860" anchor="ctr"/>
                </a:tc>
                <a:tc>
                  <a:txBody>
                    <a:bodyPr/>
                    <a:lstStyle/>
                    <a:p>
                      <a:pPr algn="l"/>
                      <a:r>
                        <a:rPr lang="en-US" sz="1050" dirty="0"/>
                        <a:t>116</a:t>
                      </a:r>
                    </a:p>
                  </a:txBody>
                  <a:tcPr marL="45720" marR="45720" marT="22860" marB="22860" anchor="ctr"/>
                </a:tc>
                <a:tc>
                  <a:txBody>
                    <a:bodyPr/>
                    <a:lstStyle/>
                    <a:p>
                      <a:pPr algn="l"/>
                      <a:r>
                        <a:rPr lang="en-US" sz="1050" dirty="0"/>
                        <a:t>8.62%</a:t>
                      </a:r>
                    </a:p>
                  </a:txBody>
                  <a:tcPr marL="45720" marR="45720" marT="22860" marB="22860" anchor="ctr"/>
                </a:tc>
                <a:tc>
                  <a:txBody>
                    <a:bodyPr/>
                    <a:lstStyle/>
                    <a:p>
                      <a:pPr algn="l"/>
                      <a:r>
                        <a:rPr lang="en-US" sz="1050" dirty="0"/>
                        <a:t>9.50%</a:t>
                      </a:r>
                    </a:p>
                  </a:txBody>
                  <a:tcPr marL="45720" marR="45720" marT="22860" marB="22860" anchor="ctr"/>
                </a:tc>
                <a:tc>
                  <a:txBody>
                    <a:bodyPr/>
                    <a:lstStyle/>
                    <a:p>
                      <a:pPr algn="l"/>
                      <a:r>
                        <a:rPr lang="en-US" sz="1050" dirty="0"/>
                        <a:t>0.00%</a:t>
                      </a:r>
                    </a:p>
                  </a:txBody>
                  <a:tcPr marL="45720" marR="45720" marT="22860" marB="22860" anchor="ctr"/>
                </a:tc>
                <a:extLst>
                  <a:ext uri="{0D108BD9-81ED-4DB2-BD59-A6C34878D82A}">
                    <a16:rowId xmlns:a16="http://schemas.microsoft.com/office/drawing/2014/main" val="10006"/>
                  </a:ext>
                </a:extLst>
              </a:tr>
            </a:tbl>
          </a:graphicData>
        </a:graphic>
      </p:graphicFrame>
      <p:graphicFrame>
        <p:nvGraphicFramePr>
          <p:cNvPr id="11" name="Gender Table"/>
          <p:cNvGraphicFramePr>
            <a:graphicFrameLocks noGrp="1"/>
          </p:cNvGraphicFramePr>
          <p:nvPr>
            <p:extLst>
              <p:ext uri="{D42A27DB-BD31-4B8C-83A1-F6EECF244321}">
                <p14:modId xmlns:p14="http://schemas.microsoft.com/office/powerpoint/2010/main" val="3999381510"/>
              </p:ext>
            </p:extLst>
          </p:nvPr>
        </p:nvGraphicFramePr>
        <p:xfrm>
          <a:off x="188962" y="3150000"/>
          <a:ext cx="5250000" cy="750000"/>
        </p:xfrm>
        <a:graphic>
          <a:graphicData uri="http://schemas.openxmlformats.org/drawingml/2006/table">
            <a:tbl>
              <a:tblPr firstRow="1" bandRow="1">
                <a:tableStyleId>{5C22544A-7EE6-4342-B048-85BDC9FD1C3A}</a:tableStyleId>
              </a:tblPr>
              <a:tblGrid>
                <a:gridCol w="1650000">
                  <a:extLst>
                    <a:ext uri="{9D8B030D-6E8A-4147-A177-3AD203B41FA5}">
                      <a16:colId xmlns:a16="http://schemas.microsoft.com/office/drawing/2014/main" val="20000"/>
                    </a:ext>
                  </a:extLst>
                </a:gridCol>
                <a:gridCol w="7500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850000">
                  <a:extLst>
                    <a:ext uri="{9D8B030D-6E8A-4147-A177-3AD203B41FA5}">
                      <a16:colId xmlns:a16="http://schemas.microsoft.com/office/drawing/2014/main" val="20004"/>
                    </a:ext>
                  </a:extLst>
                </a:gridCol>
              </a:tblGrid>
              <a:tr h="250000">
                <a:tc>
                  <a:txBody>
                    <a:bodyPr/>
                    <a:lstStyle/>
                    <a:p>
                      <a:pPr algn="l"/>
                      <a:r>
                        <a:rPr lang="en-US" sz="1000" b="1" dirty="0">
                          <a:solidFill>
                            <a:schemeClr val="bg1"/>
                          </a:solidFill>
                        </a:rPr>
                        <a:t>Gender</a:t>
                      </a:r>
                    </a:p>
                  </a:txBody>
                  <a:tcPr marL="45720" marR="45720" marT="22860" marB="22860" anchor="ctr"/>
                </a:tc>
                <a:tc>
                  <a:txBody>
                    <a:bodyPr/>
                    <a:lstStyle/>
                    <a:p>
                      <a:pPr algn="l"/>
                      <a:r>
                        <a:rPr lang="en-US" sz="1000" b="1" dirty="0">
                          <a:solidFill>
                            <a:schemeClr val="bg1"/>
                          </a:solidFill>
                        </a:rPr>
                        <a:t>n</a:t>
                      </a:r>
                    </a:p>
                  </a:txBody>
                  <a:tcPr marL="45720" marR="45720" marT="22860" marB="22860" anchor="ctr"/>
                </a:tc>
                <a:tc>
                  <a:txBody>
                    <a:bodyPr/>
                    <a:lstStyle/>
                    <a:p>
                      <a:pPr algn="l"/>
                      <a:r>
                        <a:rPr lang="en-US" sz="1000" b="1" dirty="0">
                          <a:solidFill>
                            <a:schemeClr val="bg1"/>
                          </a:solidFill>
                        </a:rPr>
                        <a:t>Actual rate</a:t>
                      </a:r>
                    </a:p>
                  </a:txBody>
                  <a:tcPr marL="45720" marR="45720" marT="22860" marB="22860" anchor="ctr"/>
                </a:tc>
                <a:tc>
                  <a:txBody>
                    <a:bodyPr/>
                    <a:lstStyle/>
                    <a:p>
                      <a:pPr algn="l"/>
                      <a:r>
                        <a:rPr lang="en-US" sz="1000" b="1" dirty="0">
                          <a:solidFill>
                            <a:schemeClr val="bg1"/>
                          </a:solidFill>
                        </a:rPr>
                        <a:t>Avg risk</a:t>
                      </a:r>
                    </a:p>
                  </a:txBody>
                  <a:tcPr marL="45720" marR="45720" marT="22860" marB="22860" anchor="ctr"/>
                </a:tc>
                <a:tc>
                  <a:txBody>
                    <a:bodyPr/>
                    <a:lstStyle/>
                    <a:p>
                      <a:pPr algn="l"/>
                      <a:r>
                        <a:rPr lang="en-US" sz="1000" b="1" dirty="0">
                          <a:solidFill>
                            <a:schemeClr val="bg1"/>
                          </a:solidFill>
                        </a:rPr>
                        <a:t>Recall</a:t>
                      </a:r>
                    </a:p>
                  </a:txBody>
                  <a:tcPr marL="45720" marR="45720" marT="22860" marB="22860" anchor="ctr"/>
                </a:tc>
                <a:extLst>
                  <a:ext uri="{0D108BD9-81ED-4DB2-BD59-A6C34878D82A}">
                    <a16:rowId xmlns:a16="http://schemas.microsoft.com/office/drawing/2014/main" val="10000"/>
                  </a:ext>
                </a:extLst>
              </a:tr>
              <a:tr h="250000">
                <a:tc>
                  <a:txBody>
                    <a:bodyPr/>
                    <a:lstStyle/>
                    <a:p>
                      <a:pPr algn="l"/>
                      <a:r>
                        <a:rPr lang="en-US" sz="1000" b="1" dirty="0"/>
                        <a:t>Female</a:t>
                      </a:r>
                    </a:p>
                  </a:txBody>
                  <a:tcPr marL="45720" marR="45720" marT="22860" marB="22860" anchor="ctr"/>
                </a:tc>
                <a:tc>
                  <a:txBody>
                    <a:bodyPr/>
                    <a:lstStyle/>
                    <a:p>
                      <a:pPr algn="l"/>
                      <a:r>
                        <a:rPr lang="en-US" sz="1000" dirty="0"/>
                        <a:t>10,726</a:t>
                      </a:r>
                    </a:p>
                  </a:txBody>
                  <a:tcPr marL="45720" marR="45720" marT="22860" marB="22860" anchor="ctr"/>
                </a:tc>
                <a:tc>
                  <a:txBody>
                    <a:bodyPr/>
                    <a:lstStyle/>
                    <a:p>
                      <a:pPr algn="l"/>
                      <a:r>
                        <a:rPr lang="en-US" sz="1000" dirty="0"/>
                        <a:t>11.45%</a:t>
                      </a:r>
                    </a:p>
                  </a:txBody>
                  <a:tcPr marL="45720" marR="45720" marT="22860" marB="22860" anchor="ctr"/>
                </a:tc>
                <a:tc>
                  <a:txBody>
                    <a:bodyPr/>
                    <a:lstStyle/>
                    <a:p>
                      <a:pPr algn="l"/>
                      <a:r>
                        <a:rPr lang="en-US" sz="1000" dirty="0"/>
                        <a:t>11.28%</a:t>
                      </a:r>
                    </a:p>
                  </a:txBody>
                  <a:tcPr marL="45720" marR="45720" marT="22860" marB="22860" anchor="ctr"/>
                </a:tc>
                <a:tc>
                  <a:txBody>
                    <a:bodyPr/>
                    <a:lstStyle/>
                    <a:p>
                      <a:pPr algn="l"/>
                      <a:r>
                        <a:rPr lang="en-US" sz="1000" dirty="0"/>
                        <a:t>0.65%</a:t>
                      </a:r>
                    </a:p>
                  </a:txBody>
                  <a:tcPr marL="45720" marR="45720" marT="22860" marB="22860" anchor="ctr"/>
                </a:tc>
                <a:extLst>
                  <a:ext uri="{0D108BD9-81ED-4DB2-BD59-A6C34878D82A}">
                    <a16:rowId xmlns:a16="http://schemas.microsoft.com/office/drawing/2014/main" val="10001"/>
                  </a:ext>
                </a:extLst>
              </a:tr>
              <a:tr h="250000">
                <a:tc>
                  <a:txBody>
                    <a:bodyPr/>
                    <a:lstStyle/>
                    <a:p>
                      <a:pPr algn="l"/>
                      <a:r>
                        <a:rPr lang="en-US" sz="1000" b="1" dirty="0"/>
                        <a:t>Male</a:t>
                      </a:r>
                    </a:p>
                  </a:txBody>
                  <a:tcPr marL="45720" marR="45720" marT="22860" marB="22860" anchor="ctr"/>
                </a:tc>
                <a:tc>
                  <a:txBody>
                    <a:bodyPr/>
                    <a:lstStyle/>
                    <a:p>
                      <a:pPr algn="l"/>
                      <a:r>
                        <a:rPr lang="en-US" sz="1000" dirty="0"/>
                        <a:t>9,047</a:t>
                      </a:r>
                    </a:p>
                  </a:txBody>
                  <a:tcPr marL="45720" marR="45720" marT="22860" marB="22860" anchor="ctr"/>
                </a:tc>
                <a:tc>
                  <a:txBody>
                    <a:bodyPr/>
                    <a:lstStyle/>
                    <a:p>
                      <a:pPr algn="l"/>
                      <a:r>
                        <a:rPr lang="en-US" sz="1000" dirty="0"/>
                        <a:t>11.23%</a:t>
                      </a:r>
                    </a:p>
                  </a:txBody>
                  <a:tcPr marL="45720" marR="45720" marT="22860" marB="22860" anchor="ctr"/>
                </a:tc>
                <a:tc>
                  <a:txBody>
                    <a:bodyPr/>
                    <a:lstStyle/>
                    <a:p>
                      <a:pPr algn="l"/>
                      <a:r>
                        <a:rPr lang="en-US" sz="1000" dirty="0"/>
                        <a:t>10.84%</a:t>
                      </a:r>
                    </a:p>
                  </a:txBody>
                  <a:tcPr marL="45720" marR="45720" marT="22860" marB="22860" anchor="ctr"/>
                </a:tc>
                <a:tc>
                  <a:txBody>
                    <a:bodyPr/>
                    <a:lstStyle/>
                    <a:p>
                      <a:pPr algn="l"/>
                      <a:r>
                        <a:rPr lang="en-US" sz="1000" dirty="0"/>
                        <a:t>0.10%</a:t>
                      </a:r>
                    </a:p>
                  </a:txBody>
                  <a:tcPr marL="45720" marR="45720" marT="22860" marB="22860" anchor="ctr"/>
                </a:tc>
                <a:extLst>
                  <a:ext uri="{0D108BD9-81ED-4DB2-BD59-A6C34878D82A}">
                    <a16:rowId xmlns:a16="http://schemas.microsoft.com/office/drawing/2014/main" val="10002"/>
                  </a:ext>
                </a:extLst>
              </a:tr>
            </a:tbl>
          </a:graphicData>
        </a:graphic>
      </p:graphicFrame>
      <p:graphicFrame>
        <p:nvGraphicFramePr>
          <p:cNvPr id="12" name="Age Table"/>
          <p:cNvGraphicFramePr>
            <a:graphicFrameLocks noGrp="1"/>
          </p:cNvGraphicFramePr>
          <p:nvPr/>
        </p:nvGraphicFramePr>
        <p:xfrm>
          <a:off x="6606447" y="903788"/>
          <a:ext cx="3400000" cy="50500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80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tblGrid>
              <a:tr h="505000">
                <a:tc>
                  <a:txBody>
                    <a:bodyPr/>
                    <a:lstStyle/>
                    <a:p>
                      <a:pPr algn="l"/>
                      <a:r>
                        <a:rPr lang="en-US" sz="1400" b="1" dirty="0">
                          <a:solidFill>
                            <a:schemeClr val="bg1"/>
                          </a:solidFill>
                        </a:rPr>
                        <a:t>Age group</a:t>
                      </a:r>
                    </a:p>
                  </a:txBody>
                  <a:tcPr marL="45720" marR="45720" marT="22860" marB="22860" anchor="ctr"/>
                </a:tc>
                <a:tc>
                  <a:txBody>
                    <a:bodyPr/>
                    <a:lstStyle/>
                    <a:p>
                      <a:pPr algn="l"/>
                      <a:r>
                        <a:rPr lang="en-US" sz="1400" b="1" dirty="0">
                          <a:solidFill>
                            <a:schemeClr val="bg1"/>
                          </a:solidFill>
                        </a:rPr>
                        <a:t>n</a:t>
                      </a:r>
                    </a:p>
                  </a:txBody>
                  <a:tcPr marL="45720" marR="45720" marT="22860" marB="22860" anchor="ctr"/>
                </a:tc>
                <a:tc>
                  <a:txBody>
                    <a:bodyPr/>
                    <a:lstStyle/>
                    <a:p>
                      <a:pPr algn="l"/>
                      <a:r>
                        <a:rPr lang="en-US" sz="1400" b="1" dirty="0">
                          <a:solidFill>
                            <a:schemeClr val="bg1"/>
                          </a:solidFill>
                        </a:rPr>
                        <a:t>Actual rate</a:t>
                      </a:r>
                    </a:p>
                  </a:txBody>
                  <a:tcPr marL="45720" marR="45720" marT="22860" marB="22860" anchor="ctr"/>
                </a:tc>
                <a:extLst>
                  <a:ext uri="{0D108BD9-81ED-4DB2-BD59-A6C34878D82A}">
                    <a16:rowId xmlns:a16="http://schemas.microsoft.com/office/drawing/2014/main" val="10000"/>
                  </a:ext>
                </a:extLst>
              </a:tr>
              <a:tr h="505000">
                <a:tc>
                  <a:txBody>
                    <a:bodyPr/>
                    <a:lstStyle/>
                    <a:p>
                      <a:pPr algn="l"/>
                      <a:r>
                        <a:rPr lang="en-US" sz="1400" b="1" dirty="0"/>
                        <a:t>[10-20)</a:t>
                      </a:r>
                    </a:p>
                  </a:txBody>
                  <a:tcPr marL="45720" marR="45720" marT="22860" marB="22860" anchor="ctr"/>
                </a:tc>
                <a:tc>
                  <a:txBody>
                    <a:bodyPr/>
                    <a:lstStyle/>
                    <a:p>
                      <a:pPr algn="l"/>
                      <a:r>
                        <a:rPr lang="en-US" sz="1400" dirty="0"/>
                        <a:t>137</a:t>
                      </a:r>
                    </a:p>
                  </a:txBody>
                  <a:tcPr marL="45720" marR="45720" marT="22860" marB="22860" anchor="ctr"/>
                </a:tc>
                <a:tc>
                  <a:txBody>
                    <a:bodyPr/>
                    <a:lstStyle/>
                    <a:p>
                      <a:pPr algn="l"/>
                      <a:r>
                        <a:rPr lang="en-US" sz="1400" dirty="0"/>
                        <a:t>5.84%</a:t>
                      </a:r>
                    </a:p>
                  </a:txBody>
                  <a:tcPr marL="45720" marR="45720" marT="22860" marB="22860" anchor="ctr"/>
                </a:tc>
                <a:extLst>
                  <a:ext uri="{0D108BD9-81ED-4DB2-BD59-A6C34878D82A}">
                    <a16:rowId xmlns:a16="http://schemas.microsoft.com/office/drawing/2014/main" val="10001"/>
                  </a:ext>
                </a:extLst>
              </a:tr>
              <a:tr h="505000">
                <a:tc>
                  <a:txBody>
                    <a:bodyPr/>
                    <a:lstStyle/>
                    <a:p>
                      <a:pPr algn="l"/>
                      <a:r>
                        <a:rPr lang="en-US" sz="1400" b="1" dirty="0"/>
                        <a:t>[20-30)</a:t>
                      </a:r>
                    </a:p>
                  </a:txBody>
                  <a:tcPr marL="45720" marR="45720" marT="22860" marB="22860" anchor="ctr"/>
                </a:tc>
                <a:tc>
                  <a:txBody>
                    <a:bodyPr/>
                    <a:lstStyle/>
                    <a:p>
                      <a:pPr algn="l"/>
                      <a:r>
                        <a:rPr lang="en-US" sz="1400" dirty="0"/>
                        <a:t>369</a:t>
                      </a:r>
                    </a:p>
                  </a:txBody>
                  <a:tcPr marL="45720" marR="45720" marT="22860" marB="22860" anchor="ctr"/>
                </a:tc>
                <a:tc>
                  <a:txBody>
                    <a:bodyPr/>
                    <a:lstStyle/>
                    <a:p>
                      <a:pPr algn="l"/>
                      <a:r>
                        <a:rPr lang="en-US" sz="1400" dirty="0"/>
                        <a:t>16.26%</a:t>
                      </a:r>
                    </a:p>
                  </a:txBody>
                  <a:tcPr marL="45720" marR="45720" marT="22860" marB="22860" anchor="ctr"/>
                </a:tc>
                <a:extLst>
                  <a:ext uri="{0D108BD9-81ED-4DB2-BD59-A6C34878D82A}">
                    <a16:rowId xmlns:a16="http://schemas.microsoft.com/office/drawing/2014/main" val="10002"/>
                  </a:ext>
                </a:extLst>
              </a:tr>
              <a:tr h="505000">
                <a:tc>
                  <a:txBody>
                    <a:bodyPr/>
                    <a:lstStyle/>
                    <a:p>
                      <a:pPr algn="l"/>
                      <a:r>
                        <a:rPr lang="en-US" sz="1400" b="1" dirty="0"/>
                        <a:t>[30-40)</a:t>
                      </a:r>
                    </a:p>
                  </a:txBody>
                  <a:tcPr marL="45720" marR="45720" marT="22860" marB="22860" anchor="ctr"/>
                </a:tc>
                <a:tc>
                  <a:txBody>
                    <a:bodyPr/>
                    <a:lstStyle/>
                    <a:p>
                      <a:pPr algn="l"/>
                      <a:r>
                        <a:rPr lang="en-US" sz="1400" dirty="0"/>
                        <a:t>757</a:t>
                      </a:r>
                    </a:p>
                  </a:txBody>
                  <a:tcPr marL="45720" marR="45720" marT="22860" marB="22860" anchor="ctr"/>
                </a:tc>
                <a:tc>
                  <a:txBody>
                    <a:bodyPr/>
                    <a:lstStyle/>
                    <a:p>
                      <a:pPr algn="l"/>
                      <a:r>
                        <a:rPr lang="en-US" sz="1400" dirty="0"/>
                        <a:t>11.49%</a:t>
                      </a:r>
                    </a:p>
                  </a:txBody>
                  <a:tcPr marL="45720" marR="45720" marT="22860" marB="22860" anchor="ctr"/>
                </a:tc>
                <a:extLst>
                  <a:ext uri="{0D108BD9-81ED-4DB2-BD59-A6C34878D82A}">
                    <a16:rowId xmlns:a16="http://schemas.microsoft.com/office/drawing/2014/main" val="10003"/>
                  </a:ext>
                </a:extLst>
              </a:tr>
              <a:tr h="505000">
                <a:tc>
                  <a:txBody>
                    <a:bodyPr/>
                    <a:lstStyle/>
                    <a:p>
                      <a:pPr algn="l"/>
                      <a:r>
                        <a:rPr lang="en-US" sz="1400" b="1" dirty="0"/>
                        <a:t>[40-50)</a:t>
                      </a:r>
                    </a:p>
                  </a:txBody>
                  <a:tcPr marL="45720" marR="45720" marT="22860" marB="22860" anchor="ctr"/>
                </a:tc>
                <a:tc>
                  <a:txBody>
                    <a:bodyPr/>
                    <a:lstStyle/>
                    <a:p>
                      <a:pPr algn="l"/>
                      <a:r>
                        <a:rPr lang="en-US" sz="1400" dirty="0"/>
                        <a:t>1,909</a:t>
                      </a:r>
                    </a:p>
                  </a:txBody>
                  <a:tcPr marL="45720" marR="45720" marT="22860" marB="22860" anchor="ctr"/>
                </a:tc>
                <a:tc>
                  <a:txBody>
                    <a:bodyPr/>
                    <a:lstStyle/>
                    <a:p>
                      <a:pPr algn="l"/>
                      <a:r>
                        <a:rPr lang="en-US" sz="1400" dirty="0"/>
                        <a:t>9.59%</a:t>
                      </a:r>
                    </a:p>
                  </a:txBody>
                  <a:tcPr marL="45720" marR="45720" marT="22860" marB="22860" anchor="ctr"/>
                </a:tc>
                <a:extLst>
                  <a:ext uri="{0D108BD9-81ED-4DB2-BD59-A6C34878D82A}">
                    <a16:rowId xmlns:a16="http://schemas.microsoft.com/office/drawing/2014/main" val="10004"/>
                  </a:ext>
                </a:extLst>
              </a:tr>
              <a:tr h="505000">
                <a:tc>
                  <a:txBody>
                    <a:bodyPr/>
                    <a:lstStyle/>
                    <a:p>
                      <a:pPr algn="l"/>
                      <a:r>
                        <a:rPr lang="en-US" sz="1400" b="1" dirty="0"/>
                        <a:t>[50-60)</a:t>
                      </a:r>
                    </a:p>
                  </a:txBody>
                  <a:tcPr marL="45720" marR="45720" marT="22860" marB="22860" anchor="ctr"/>
                </a:tc>
                <a:tc>
                  <a:txBody>
                    <a:bodyPr/>
                    <a:lstStyle/>
                    <a:p>
                      <a:pPr algn="l"/>
                      <a:r>
                        <a:rPr lang="en-US" sz="1400" dirty="0"/>
                        <a:t>3,467</a:t>
                      </a:r>
                    </a:p>
                  </a:txBody>
                  <a:tcPr marL="45720" marR="45720" marT="22860" marB="22860" anchor="ctr"/>
                </a:tc>
                <a:tc>
                  <a:txBody>
                    <a:bodyPr/>
                    <a:lstStyle/>
                    <a:p>
                      <a:pPr algn="l"/>
                      <a:r>
                        <a:rPr lang="en-US" sz="1400" dirty="0"/>
                        <a:t>10.87%</a:t>
                      </a:r>
                    </a:p>
                  </a:txBody>
                  <a:tcPr marL="45720" marR="45720" marT="22860" marB="22860" anchor="ctr"/>
                </a:tc>
                <a:extLst>
                  <a:ext uri="{0D108BD9-81ED-4DB2-BD59-A6C34878D82A}">
                    <a16:rowId xmlns:a16="http://schemas.microsoft.com/office/drawing/2014/main" val="10005"/>
                  </a:ext>
                </a:extLst>
              </a:tr>
              <a:tr h="505000">
                <a:tc>
                  <a:txBody>
                    <a:bodyPr/>
                    <a:lstStyle/>
                    <a:p>
                      <a:pPr algn="l"/>
                      <a:r>
                        <a:rPr lang="en-US" sz="1400" b="1" dirty="0"/>
                        <a:t>[60-70)</a:t>
                      </a:r>
                    </a:p>
                  </a:txBody>
                  <a:tcPr marL="45720" marR="45720" marT="22860" marB="22860" anchor="ctr"/>
                </a:tc>
                <a:tc>
                  <a:txBody>
                    <a:bodyPr/>
                    <a:lstStyle/>
                    <a:p>
                      <a:pPr algn="l"/>
                      <a:r>
                        <a:rPr lang="en-US" sz="1400" dirty="0"/>
                        <a:t>4,356</a:t>
                      </a:r>
                    </a:p>
                  </a:txBody>
                  <a:tcPr marL="45720" marR="45720" marT="22860" marB="22860" anchor="ctr"/>
                </a:tc>
                <a:tc>
                  <a:txBody>
                    <a:bodyPr/>
                    <a:lstStyle/>
                    <a:p>
                      <a:pPr algn="l"/>
                      <a:r>
                        <a:rPr lang="en-US" sz="1400" dirty="0"/>
                        <a:t>11.57%</a:t>
                      </a:r>
                    </a:p>
                  </a:txBody>
                  <a:tcPr marL="45720" marR="45720" marT="22860" marB="22860" anchor="ctr"/>
                </a:tc>
                <a:extLst>
                  <a:ext uri="{0D108BD9-81ED-4DB2-BD59-A6C34878D82A}">
                    <a16:rowId xmlns:a16="http://schemas.microsoft.com/office/drawing/2014/main" val="10006"/>
                  </a:ext>
                </a:extLst>
              </a:tr>
              <a:tr h="505000">
                <a:tc>
                  <a:txBody>
                    <a:bodyPr/>
                    <a:lstStyle/>
                    <a:p>
                      <a:pPr algn="l"/>
                      <a:r>
                        <a:rPr lang="en-US" sz="1400" b="1" dirty="0"/>
                        <a:t>[70-80)</a:t>
                      </a:r>
                    </a:p>
                  </a:txBody>
                  <a:tcPr marL="45720" marR="45720" marT="22860" marB="22860" anchor="ctr"/>
                </a:tc>
                <a:tc>
                  <a:txBody>
                    <a:bodyPr/>
                    <a:lstStyle/>
                    <a:p>
                      <a:pPr algn="l"/>
                      <a:r>
                        <a:rPr lang="en-US" sz="1400" dirty="0"/>
                        <a:t>4,921</a:t>
                      </a:r>
                    </a:p>
                  </a:txBody>
                  <a:tcPr marL="45720" marR="45720" marT="22860" marB="22860" anchor="ctr"/>
                </a:tc>
                <a:tc>
                  <a:txBody>
                    <a:bodyPr/>
                    <a:lstStyle/>
                    <a:p>
                      <a:pPr algn="l"/>
                      <a:r>
                        <a:rPr lang="en-US" sz="1400" dirty="0"/>
                        <a:t>11.30%</a:t>
                      </a:r>
                    </a:p>
                  </a:txBody>
                  <a:tcPr marL="45720" marR="45720" marT="22860" marB="22860" anchor="ctr"/>
                </a:tc>
                <a:extLst>
                  <a:ext uri="{0D108BD9-81ED-4DB2-BD59-A6C34878D82A}">
                    <a16:rowId xmlns:a16="http://schemas.microsoft.com/office/drawing/2014/main" val="10007"/>
                  </a:ext>
                </a:extLst>
              </a:tr>
              <a:tr h="505000">
                <a:tc>
                  <a:txBody>
                    <a:bodyPr/>
                    <a:lstStyle/>
                    <a:p>
                      <a:pPr algn="l"/>
                      <a:r>
                        <a:rPr lang="en-US" sz="1400" b="1" dirty="0"/>
                        <a:t>[80-90)</a:t>
                      </a:r>
                    </a:p>
                  </a:txBody>
                  <a:tcPr marL="45720" marR="45720" marT="22860" marB="22860" anchor="ctr"/>
                </a:tc>
                <a:tc>
                  <a:txBody>
                    <a:bodyPr/>
                    <a:lstStyle/>
                    <a:p>
                      <a:pPr algn="l"/>
                      <a:r>
                        <a:rPr lang="en-US" sz="1400" dirty="0"/>
                        <a:t>3,284</a:t>
                      </a:r>
                    </a:p>
                  </a:txBody>
                  <a:tcPr marL="45720" marR="45720" marT="22860" marB="22860" anchor="ctr"/>
                </a:tc>
                <a:tc>
                  <a:txBody>
                    <a:bodyPr/>
                    <a:lstStyle/>
                    <a:p>
                      <a:pPr algn="l"/>
                      <a:r>
                        <a:rPr lang="en-US" sz="1400" dirty="0"/>
                        <a:t>12.15%</a:t>
                      </a:r>
                    </a:p>
                  </a:txBody>
                  <a:tcPr marL="45720" marR="45720" marT="22860" marB="22860" anchor="ctr"/>
                </a:tc>
                <a:extLst>
                  <a:ext uri="{0D108BD9-81ED-4DB2-BD59-A6C34878D82A}">
                    <a16:rowId xmlns:a16="http://schemas.microsoft.com/office/drawing/2014/main" val="10008"/>
                  </a:ext>
                </a:extLst>
              </a:tr>
              <a:tr h="505000">
                <a:tc>
                  <a:txBody>
                    <a:bodyPr/>
                    <a:lstStyle/>
                    <a:p>
                      <a:pPr algn="l"/>
                      <a:r>
                        <a:rPr lang="en-US" sz="1400" b="1" dirty="0"/>
                        <a:t>[90-100)</a:t>
                      </a:r>
                    </a:p>
                  </a:txBody>
                  <a:tcPr marL="45720" marR="45720" marT="22860" marB="22860" anchor="ctr"/>
                </a:tc>
                <a:tc>
                  <a:txBody>
                    <a:bodyPr/>
                    <a:lstStyle/>
                    <a:p>
                      <a:pPr algn="l"/>
                      <a:r>
                        <a:rPr lang="en-US" sz="1400" dirty="0"/>
                        <a:t>547</a:t>
                      </a:r>
                    </a:p>
                  </a:txBody>
                  <a:tcPr marL="45720" marR="45720" marT="22860" marB="22860" anchor="ctr"/>
                </a:tc>
                <a:tc>
                  <a:txBody>
                    <a:bodyPr/>
                    <a:lstStyle/>
                    <a:p>
                      <a:pPr algn="l"/>
                      <a:r>
                        <a:rPr lang="en-US" sz="1400" dirty="0"/>
                        <a:t>12.43%</a:t>
                      </a:r>
                    </a:p>
                  </a:txBody>
                  <a:tcPr marL="45720" marR="45720" marT="22860" marB="22860" anchor="ctr"/>
                </a:tc>
                <a:extLst>
                  <a:ext uri="{0D108BD9-81ED-4DB2-BD59-A6C34878D82A}">
                    <a16:rowId xmlns:a16="http://schemas.microsoft.com/office/drawing/2014/main" val="10009"/>
                  </a:ext>
                </a:extLst>
              </a:tr>
            </a:tbl>
          </a:graphicData>
        </a:graphic>
      </p:graphicFrame>
      <p:sp>
        <p:nvSpPr>
          <p:cNvPr id="13" name="Takeaway"/>
          <p:cNvSpPr/>
          <p:nvPr/>
        </p:nvSpPr>
        <p:spPr>
          <a:xfrm>
            <a:off x="188962" y="4100000"/>
            <a:ext cx="5100000" cy="2650000"/>
          </a:xfrm>
          <a:prstGeom prst="rect">
            <a:avLst/>
          </a:prstGeom>
          <a:noFill/>
        </p:spPr>
        <p:txBody>
          <a:bodyPr wrap="square">
            <a:normAutofit/>
          </a:bodyPr>
          <a:lstStyle/>
          <a:p>
            <a:r>
              <a:rPr lang="en-US" sz="1800" b="1" dirty="0"/>
              <a:t>Key takeaway</a:t>
            </a:r>
          </a:p>
          <a:p>
            <a:r>
              <a:rPr lang="en-US" sz="1600" dirty="0"/>
              <a:t>Predicted risk scores track closely with actual observed rates across race, gender, and age; no group is wildly over- or under-scored. But recall at the default 0.5 classifier threshold is near zero for every group, because this is a ranking model, not a threshold classifier. Fairness should be evaluated on the ranked list / top-K, not on default-threshold recall. The [20-30) group has the highest actual rate but a small sample size (n=369).</a:t>
            </a:r>
          </a:p>
        </p:txBody>
      </p:sp>
    </p:spTree>
    <p:extLst>
      <p:ext uri="{BB962C8B-B14F-4D97-AF65-F5344CB8AC3E}">
        <p14:creationId xmlns:p14="http://schemas.microsoft.com/office/powerpoint/2010/main" val="3259485016"/>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mtClean="0"/>
              <a:pPr/>
              <a:t>24</a:t>
            </a:fld>
            <a:endParaRPr lang="en-US"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212034"/>
            <a:ext cx="11814077" cy="637965"/>
          </a:xfrm>
        </p:spPr>
        <p:txBody>
          <a:bodyPr wrap="square" anchor="t">
            <a:normAutofit/>
          </a:bodyPr>
          <a:lstStyle/>
          <a:p>
            <a:r>
              <a:rPr lang="en-US" sz="2600" dirty="0"/>
              <a:t>Appendix: Cost / Value Formulas</a:t>
            </a:r>
          </a:p>
        </p:txBody>
      </p:sp>
      <p:graphicFrame>
        <p:nvGraphicFramePr>
          <p:cNvPr id="10" name="Cost Formulas"/>
          <p:cNvGraphicFramePr>
            <a:graphicFrameLocks noGrp="1"/>
          </p:cNvGraphicFramePr>
          <p:nvPr/>
        </p:nvGraphicFramePr>
        <p:xfrm>
          <a:off x="188962" y="1000000"/>
          <a:ext cx="11800000" cy="3903005"/>
        </p:xfrm>
        <a:graphic>
          <a:graphicData uri="http://schemas.openxmlformats.org/drawingml/2006/table">
            <a:tbl>
              <a:tblPr firstRow="1" bandRow="1">
                <a:tableStyleId>{5C22544A-7EE6-4342-B048-85BDC9FD1C3A}</a:tableStyleId>
              </a:tblPr>
              <a:tblGrid>
                <a:gridCol w="4200000">
                  <a:extLst>
                    <a:ext uri="{9D8B030D-6E8A-4147-A177-3AD203B41FA5}">
                      <a16:colId xmlns:a16="http://schemas.microsoft.com/office/drawing/2014/main" val="20000"/>
                    </a:ext>
                  </a:extLst>
                </a:gridCol>
                <a:gridCol w="7600000">
                  <a:extLst>
                    <a:ext uri="{9D8B030D-6E8A-4147-A177-3AD203B41FA5}">
                      <a16:colId xmlns:a16="http://schemas.microsoft.com/office/drawing/2014/main" val="20001"/>
                    </a:ext>
                  </a:extLst>
                </a:gridCol>
              </a:tblGrid>
              <a:tr h="542857">
                <a:tc>
                  <a:txBody>
                    <a:bodyPr/>
                    <a:lstStyle/>
                    <a:p>
                      <a:pPr algn="l"/>
                      <a:r>
                        <a:rPr lang="en-US" sz="1800" b="1" dirty="0">
                          <a:solidFill>
                            <a:schemeClr val="bg1"/>
                          </a:solidFill>
                        </a:rPr>
                        <a:t>Quantity</a:t>
                      </a:r>
                    </a:p>
                  </a:txBody>
                  <a:tcPr marL="45720" marR="45720" marT="22860" marB="22860" anchor="ctr"/>
                </a:tc>
                <a:tc>
                  <a:txBody>
                    <a:bodyPr/>
                    <a:lstStyle/>
                    <a:p>
                      <a:pPr algn="l"/>
                      <a:r>
                        <a:rPr lang="en-US" sz="1800" b="1" dirty="0">
                          <a:solidFill>
                            <a:schemeClr val="bg1"/>
                          </a:solidFill>
                        </a:rPr>
                        <a:t>Formula</a:t>
                      </a:r>
                    </a:p>
                  </a:txBody>
                  <a:tcPr marL="45720" marR="45720" marT="22860" marB="22860" anchor="ctr"/>
                </a:tc>
                <a:extLst>
                  <a:ext uri="{0D108BD9-81ED-4DB2-BD59-A6C34878D82A}">
                    <a16:rowId xmlns:a16="http://schemas.microsoft.com/office/drawing/2014/main" val="10000"/>
                  </a:ext>
                </a:extLst>
              </a:tr>
              <a:tr h="542857">
                <a:tc>
                  <a:txBody>
                    <a:bodyPr/>
                    <a:lstStyle/>
                    <a:p>
                      <a:pPr algn="l"/>
                      <a:r>
                        <a:rPr lang="en-US" sz="1800" b="1" dirty="0"/>
                        <a:t>Expected readmissions without intervention</a:t>
                      </a:r>
                    </a:p>
                  </a:txBody>
                  <a:tcPr marL="45720" marR="45720" marT="22860" marB="22860" anchor="ctr"/>
                </a:tc>
                <a:tc>
                  <a:txBody>
                    <a:bodyPr/>
                    <a:lstStyle/>
                    <a:p>
                      <a:pPr algn="l"/>
                      <a:r>
                        <a:rPr lang="en-US" sz="1800" dirty="0"/>
                        <a:t>capacity x baseline_readmission_rate_among_selected</a:t>
                      </a:r>
                    </a:p>
                  </a:txBody>
                  <a:tcPr marL="45720" marR="45720" marT="22860" marB="22860" anchor="ctr"/>
                </a:tc>
                <a:extLst>
                  <a:ext uri="{0D108BD9-81ED-4DB2-BD59-A6C34878D82A}">
                    <a16:rowId xmlns:a16="http://schemas.microsoft.com/office/drawing/2014/main" val="10001"/>
                  </a:ext>
                </a:extLst>
              </a:tr>
              <a:tr h="542857">
                <a:tc>
                  <a:txBody>
                    <a:bodyPr/>
                    <a:lstStyle/>
                    <a:p>
                      <a:pPr algn="l"/>
                      <a:r>
                        <a:rPr lang="en-US" sz="1800" b="1" dirty="0"/>
                        <a:t>Expected readmissions avoided</a:t>
                      </a:r>
                    </a:p>
                  </a:txBody>
                  <a:tcPr marL="45720" marR="45720" marT="22860" marB="22860" anchor="ctr"/>
                </a:tc>
                <a:tc>
                  <a:txBody>
                    <a:bodyPr/>
                    <a:lstStyle/>
                    <a:p>
                      <a:pPr algn="l"/>
                      <a:r>
                        <a:rPr lang="en-US" sz="1800" dirty="0"/>
                        <a:t>expected_readmissions_without_intervention x intervention_effectiveness</a:t>
                      </a:r>
                    </a:p>
                  </a:txBody>
                  <a:tcPr marL="45720" marR="45720" marT="22860" marB="22860" anchor="ctr"/>
                </a:tc>
                <a:extLst>
                  <a:ext uri="{0D108BD9-81ED-4DB2-BD59-A6C34878D82A}">
                    <a16:rowId xmlns:a16="http://schemas.microsoft.com/office/drawing/2014/main" val="10002"/>
                  </a:ext>
                </a:extLst>
              </a:tr>
              <a:tr h="542857">
                <a:tc>
                  <a:txBody>
                    <a:bodyPr/>
                    <a:lstStyle/>
                    <a:p>
                      <a:pPr algn="l"/>
                      <a:r>
                        <a:rPr lang="en-US" sz="1800" b="1" dirty="0"/>
                        <a:t>Gross avoided readmission cost</a:t>
                      </a:r>
                    </a:p>
                  </a:txBody>
                  <a:tcPr marL="45720" marR="45720" marT="22860" marB="22860" anchor="ctr"/>
                </a:tc>
                <a:tc>
                  <a:txBody>
                    <a:bodyPr/>
                    <a:lstStyle/>
                    <a:p>
                      <a:pPr algn="l"/>
                      <a:r>
                        <a:rPr lang="en-US" sz="1800" dirty="0"/>
                        <a:t>expected_readmissions_avoided x readmission_cost</a:t>
                      </a:r>
                    </a:p>
                  </a:txBody>
                  <a:tcPr marL="45720" marR="45720" marT="22860" marB="22860" anchor="ctr"/>
                </a:tc>
                <a:extLst>
                  <a:ext uri="{0D108BD9-81ED-4DB2-BD59-A6C34878D82A}">
                    <a16:rowId xmlns:a16="http://schemas.microsoft.com/office/drawing/2014/main" val="10003"/>
                  </a:ext>
                </a:extLst>
              </a:tr>
              <a:tr h="542857">
                <a:tc>
                  <a:txBody>
                    <a:bodyPr/>
                    <a:lstStyle/>
                    <a:p>
                      <a:pPr algn="l"/>
                      <a:r>
                        <a:rPr lang="en-US" sz="1800" b="1" dirty="0"/>
                        <a:t>Total intervention cost</a:t>
                      </a:r>
                    </a:p>
                  </a:txBody>
                  <a:tcPr marL="45720" marR="45720" marT="22860" marB="22860" anchor="ctr"/>
                </a:tc>
                <a:tc>
                  <a:txBody>
                    <a:bodyPr/>
                    <a:lstStyle/>
                    <a:p>
                      <a:pPr algn="l"/>
                      <a:r>
                        <a:rPr lang="en-US" sz="1800" dirty="0"/>
                        <a:t>capacity x intervention_cost</a:t>
                      </a:r>
                    </a:p>
                  </a:txBody>
                  <a:tcPr marL="45720" marR="45720" marT="22860" marB="22860" anchor="ctr"/>
                </a:tc>
                <a:extLst>
                  <a:ext uri="{0D108BD9-81ED-4DB2-BD59-A6C34878D82A}">
                    <a16:rowId xmlns:a16="http://schemas.microsoft.com/office/drawing/2014/main" val="10004"/>
                  </a:ext>
                </a:extLst>
              </a:tr>
              <a:tr h="542857">
                <a:tc>
                  <a:txBody>
                    <a:bodyPr/>
                    <a:lstStyle/>
                    <a:p>
                      <a:pPr algn="l"/>
                      <a:r>
                        <a:rPr lang="en-US" sz="1800" b="1" dirty="0"/>
                        <a:t>Net value</a:t>
                      </a:r>
                    </a:p>
                  </a:txBody>
                  <a:tcPr marL="45720" marR="45720" marT="22860" marB="22860" anchor="ctr"/>
                </a:tc>
                <a:tc>
                  <a:txBody>
                    <a:bodyPr/>
                    <a:lstStyle/>
                    <a:p>
                      <a:pPr algn="l"/>
                      <a:r>
                        <a:rPr lang="en-US" sz="1800" dirty="0"/>
                        <a:t>gross_avoided_readmission_cost - total_intervention_cost</a:t>
                      </a:r>
                    </a:p>
                  </a:txBody>
                  <a:tcPr marL="45720" marR="45720" marT="22860" marB="22860" anchor="ctr"/>
                </a:tc>
                <a:extLst>
                  <a:ext uri="{0D108BD9-81ED-4DB2-BD59-A6C34878D82A}">
                    <a16:rowId xmlns:a16="http://schemas.microsoft.com/office/drawing/2014/main" val="10005"/>
                  </a:ext>
                </a:extLst>
              </a:tr>
              <a:tr h="542857">
                <a:tc>
                  <a:txBody>
                    <a:bodyPr/>
                    <a:lstStyle/>
                    <a:p>
                      <a:pPr algn="l"/>
                      <a:r>
                        <a:rPr lang="en-US" sz="1800" b="1" dirty="0"/>
                        <a:t>Break-even effectiveness</a:t>
                      </a:r>
                    </a:p>
                  </a:txBody>
                  <a:tcPr marL="45720" marR="45720" marT="22860" marB="22860" anchor="ctr"/>
                </a:tc>
                <a:tc>
                  <a:txBody>
                    <a:bodyPr/>
                    <a:lstStyle/>
                    <a:p>
                      <a:pPr algn="l"/>
                      <a:r>
                        <a:rPr lang="en-US" sz="1800" dirty="0"/>
                        <a:t>total_intervention_cost / (expected_readmissions_without_intervention x readmission_cost)</a:t>
                      </a:r>
                    </a:p>
                  </a:txBody>
                  <a:tcPr marL="45720" marR="45720" marT="22860" marB="22860" anchor="ctr"/>
                </a:tc>
                <a:extLst>
                  <a:ext uri="{0D108BD9-81ED-4DB2-BD59-A6C34878D82A}">
                    <a16:rowId xmlns:a16="http://schemas.microsoft.com/office/drawing/2014/main" val="10006"/>
                  </a:ext>
                </a:extLst>
              </a:tr>
            </a:tbl>
          </a:graphicData>
        </a:graphic>
      </p:graphicFrame>
      <p:sp>
        <p:nvSpPr>
          <p:cNvPr id="20" name="Note"/>
          <p:cNvSpPr/>
          <p:nvPr/>
        </p:nvSpPr>
        <p:spPr>
          <a:xfrm>
            <a:off x="188962" y="5100000"/>
            <a:ext cx="11802028" cy="1200000"/>
          </a:xfrm>
          <a:prstGeom prst="rect">
            <a:avLst/>
          </a:prstGeom>
          <a:noFill/>
        </p:spPr>
        <p:txBody>
          <a:bodyPr wrap="square">
            <a:normAutofit/>
          </a:bodyPr>
          <a:lstStyle/>
          <a:p>
            <a:r>
              <a:rPr lang="en-US" sz="1400" dirty="0"/>
              <a:t>Default assumptions: readmission cost $15,000; intervention cost $1,200; intervention effectiveness 10%; capacity 500; threshold 0.0. These are scenario inputs the app lets a care-management leader adjust; they are not measured financial outcomes.</a:t>
            </a:r>
          </a:p>
        </p:txBody>
      </p:sp>
    </p:spTree>
    <p:extLst>
      <p:ext uri="{BB962C8B-B14F-4D97-AF65-F5344CB8AC3E}">
        <p14:creationId xmlns:p14="http://schemas.microsoft.com/office/powerpoint/2010/main" val="3716120180"/>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z="1100" smtClean="0"/>
              <a:pPr/>
              <a:t>25</a:t>
            </a:fld>
            <a:endParaRPr lang="en-US" sz="1100"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0"/>
            <a:ext cx="11814077" cy="850000"/>
          </a:xfrm>
        </p:spPr>
        <p:txBody>
          <a:bodyPr wrap="square" anchor="t">
            <a:normAutofit/>
          </a:bodyPr>
          <a:lstStyle/>
          <a:p>
            <a:r>
              <a:rPr lang="en-US" sz="2600" dirty="0"/>
              <a:t>Appendix: RAG Corpus and Example Questions</a:t>
            </a:r>
          </a:p>
        </p:txBody>
      </p:sp>
      <p:sp>
        <p:nvSpPr>
          <p:cNvPr id="11" name="Corpus"/>
          <p:cNvSpPr/>
          <p:nvPr/>
        </p:nvSpPr>
        <p:spPr>
          <a:xfrm>
            <a:off x="162457" y="690974"/>
            <a:ext cx="11802028" cy="600000"/>
          </a:xfrm>
          <a:prstGeom prst="rect">
            <a:avLst/>
          </a:prstGeom>
          <a:noFill/>
        </p:spPr>
        <p:txBody>
          <a:bodyPr wrap="square">
            <a:noAutofit/>
          </a:bodyPr>
          <a:lstStyle/>
          <a:p>
            <a:pPr>
              <a:buNone/>
            </a:pPr>
            <a:r>
              <a:rPr lang="en-US" sz="1600" dirty="0"/>
              <a:t>Corpus (pdfs/): HRRP_Formula.pdf (CMS HRRP payment reduction formula)  |  A Reengineered Hospital Discharge Program to Decrease Rehospitalization.pdf (AHRQ Project RED trial)  |  dischargeprep.pdf (RED discharge preparation workbook)  |  goinghomeguide.pdf (AHRQ going-home guide)</a:t>
            </a:r>
          </a:p>
        </p:txBody>
      </p:sp>
      <p:graphicFrame>
        <p:nvGraphicFramePr>
          <p:cNvPr id="10" name="RAG Plan Table"/>
          <p:cNvGraphicFramePr>
            <a:graphicFrameLocks noGrp="1"/>
          </p:cNvGraphicFramePr>
          <p:nvPr>
            <p:extLst>
              <p:ext uri="{D42A27DB-BD31-4B8C-83A1-F6EECF244321}">
                <p14:modId xmlns:p14="http://schemas.microsoft.com/office/powerpoint/2010/main" val="1060727097"/>
              </p:ext>
            </p:extLst>
          </p:nvPr>
        </p:nvGraphicFramePr>
        <p:xfrm>
          <a:off x="223468" y="1595257"/>
          <a:ext cx="11200000" cy="387576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5300000">
                  <a:extLst>
                    <a:ext uri="{9D8B030D-6E8A-4147-A177-3AD203B41FA5}">
                      <a16:colId xmlns:a16="http://schemas.microsoft.com/office/drawing/2014/main" val="20001"/>
                    </a:ext>
                  </a:extLst>
                </a:gridCol>
                <a:gridCol w="3400000">
                  <a:extLst>
                    <a:ext uri="{9D8B030D-6E8A-4147-A177-3AD203B41FA5}">
                      <a16:colId xmlns:a16="http://schemas.microsoft.com/office/drawing/2014/main" val="20002"/>
                    </a:ext>
                  </a:extLst>
                </a:gridCol>
              </a:tblGrid>
              <a:tr h="390000">
                <a:tc>
                  <a:txBody>
                    <a:bodyPr/>
                    <a:lstStyle/>
                    <a:p>
                      <a:pPr algn="l"/>
                      <a:r>
                        <a:rPr lang="en-US" sz="1050" b="1" dirty="0">
                          <a:solidFill>
                            <a:schemeClr val="bg1"/>
                          </a:solidFill>
                        </a:rPr>
                        <a:t>Requirement</a:t>
                      </a:r>
                    </a:p>
                  </a:txBody>
                  <a:tcPr marL="45720" marR="45720" marT="22860" marB="22860" anchor="ctr"/>
                </a:tc>
                <a:tc>
                  <a:txBody>
                    <a:bodyPr/>
                    <a:lstStyle/>
                    <a:p>
                      <a:pPr algn="l"/>
                      <a:r>
                        <a:rPr lang="en-US" sz="1050" b="1" dirty="0">
                          <a:solidFill>
                            <a:schemeClr val="bg1"/>
                          </a:solidFill>
                        </a:rPr>
                        <a:t>Status</a:t>
                      </a:r>
                    </a:p>
                  </a:txBody>
                  <a:tcPr marL="45720" marR="45720" marT="22860" marB="22860" anchor="ctr"/>
                </a:tc>
                <a:tc>
                  <a:txBody>
                    <a:bodyPr/>
                    <a:lstStyle/>
                    <a:p>
                      <a:pPr algn="l"/>
                      <a:r>
                        <a:rPr lang="en-US" sz="1050" b="1" dirty="0">
                          <a:solidFill>
                            <a:schemeClr val="bg1"/>
                          </a:solidFill>
                        </a:rPr>
                        <a:t>Notebook / app connection</a:t>
                      </a:r>
                    </a:p>
                  </a:txBody>
                  <a:tcPr marL="45720" marR="45720" marT="22860" marB="22860" anchor="ctr"/>
                </a:tc>
                <a:extLst>
                  <a:ext uri="{0D108BD9-81ED-4DB2-BD59-A6C34878D82A}">
                    <a16:rowId xmlns:a16="http://schemas.microsoft.com/office/drawing/2014/main" val="10000"/>
                  </a:ext>
                </a:extLst>
              </a:tr>
              <a:tr h="390000">
                <a:tc>
                  <a:txBody>
                    <a:bodyPr/>
                    <a:lstStyle/>
                    <a:p>
                      <a:pPr algn="l"/>
                      <a:r>
                        <a:rPr lang="en-US" sz="1050" b="1" dirty="0"/>
                        <a:t>Document collection</a:t>
                      </a:r>
                    </a:p>
                  </a:txBody>
                  <a:tcPr marL="45720" marR="45720" marT="22860" marB="22860" anchor="ctr"/>
                </a:tc>
                <a:tc>
                  <a:txBody>
                    <a:bodyPr/>
                    <a:lstStyle/>
                    <a:p>
                      <a:pPr algn="l"/>
                      <a:r>
                        <a:rPr lang="en-US" sz="1050" dirty="0"/>
                        <a:t>Done: 4 approved CMS HRRP / AHRQ RED PDFs in pdfs/</a:t>
                      </a:r>
                    </a:p>
                  </a:txBody>
                  <a:tcPr marL="45720" marR="45720" marT="22860" marB="22860" anchor="ctr"/>
                </a:tc>
                <a:tc>
                  <a:txBody>
                    <a:bodyPr/>
                    <a:lstStyle/>
                    <a:p>
                      <a:pPr algn="l"/>
                      <a:r>
                        <a:rPr lang="en-US" sz="1050" dirty="0"/>
                        <a:t>Guidance tab corpus</a:t>
                      </a:r>
                    </a:p>
                  </a:txBody>
                  <a:tcPr marL="45720" marR="45720" marT="22860" marB="22860" anchor="ctr"/>
                </a:tc>
                <a:extLst>
                  <a:ext uri="{0D108BD9-81ED-4DB2-BD59-A6C34878D82A}">
                    <a16:rowId xmlns:a16="http://schemas.microsoft.com/office/drawing/2014/main" val="10001"/>
                  </a:ext>
                </a:extLst>
              </a:tr>
              <a:tr h="390000">
                <a:tc>
                  <a:txBody>
                    <a:bodyPr/>
                    <a:lstStyle/>
                    <a:p>
                      <a:pPr algn="l"/>
                      <a:r>
                        <a:rPr lang="en-US" sz="1050" b="1" dirty="0"/>
                        <a:t>Document loading &amp; preprocessing</a:t>
                      </a:r>
                    </a:p>
                  </a:txBody>
                  <a:tcPr marL="45720" marR="45720" marT="22860" marB="22860" anchor="ctr"/>
                </a:tc>
                <a:tc>
                  <a:txBody>
                    <a:bodyPr/>
                    <a:lstStyle/>
                    <a:p>
                      <a:pPr algn="l"/>
                      <a:r>
                        <a:rPr lang="en-US" sz="1050" dirty="0"/>
                        <a:t>Done: pypdf text extraction, cleaned and paginated</a:t>
                      </a:r>
                    </a:p>
                  </a:txBody>
                  <a:tcPr marL="45720" marR="45720" marT="22860" marB="22860" anchor="ctr"/>
                </a:tc>
                <a:tc>
                  <a:txBody>
                    <a:bodyPr/>
                    <a:lstStyle/>
                    <a:p>
                      <a:pPr algn="l"/>
                      <a:r>
                        <a:rPr lang="en-US" sz="1050" dirty="0"/>
                        <a:t>RAG preprocessing script</a:t>
                      </a:r>
                    </a:p>
                  </a:txBody>
                  <a:tcPr marL="45720" marR="45720" marT="22860" marB="22860" anchor="ctr"/>
                </a:tc>
                <a:extLst>
                  <a:ext uri="{0D108BD9-81ED-4DB2-BD59-A6C34878D82A}">
                    <a16:rowId xmlns:a16="http://schemas.microsoft.com/office/drawing/2014/main" val="10002"/>
                  </a:ext>
                </a:extLst>
              </a:tr>
              <a:tr h="390000">
                <a:tc>
                  <a:txBody>
                    <a:bodyPr/>
                    <a:lstStyle/>
                    <a:p>
                      <a:pPr algn="l"/>
                      <a:r>
                        <a:rPr lang="en-US" sz="1050" b="1" dirty="0"/>
                        <a:t>Chunking strategy</a:t>
                      </a:r>
                    </a:p>
                  </a:txBody>
                  <a:tcPr marL="45720" marR="45720" marT="22860" marB="22860" anchor="ctr"/>
                </a:tc>
                <a:tc>
                  <a:txBody>
                    <a:bodyPr/>
                    <a:lstStyle/>
                    <a:p>
                      <a:pPr algn="l"/>
                      <a:r>
                        <a:rPr lang="en-US" sz="1050" dirty="0"/>
                        <a:t>Done: ~950-character chunks, 160-character overlap, sentence-aware breaks</a:t>
                      </a:r>
                    </a:p>
                  </a:txBody>
                  <a:tcPr marL="45720" marR="45720" marT="22860" marB="22860" anchor="ctr"/>
                </a:tc>
                <a:tc>
                  <a:txBody>
                    <a:bodyPr/>
                    <a:lstStyle/>
                    <a:p>
                      <a:pPr algn="l"/>
                      <a:r>
                        <a:rPr lang="en-US" sz="1050" dirty="0"/>
                        <a:t>Retriever quality</a:t>
                      </a:r>
                    </a:p>
                  </a:txBody>
                  <a:tcPr marL="45720" marR="45720" marT="22860" marB="22860" anchor="ctr"/>
                </a:tc>
                <a:extLst>
                  <a:ext uri="{0D108BD9-81ED-4DB2-BD59-A6C34878D82A}">
                    <a16:rowId xmlns:a16="http://schemas.microsoft.com/office/drawing/2014/main" val="10003"/>
                  </a:ext>
                </a:extLst>
              </a:tr>
              <a:tr h="390000">
                <a:tc>
                  <a:txBody>
                    <a:bodyPr/>
                    <a:lstStyle/>
                    <a:p>
                      <a:pPr algn="l"/>
                      <a:r>
                        <a:rPr lang="en-US" sz="1050" b="1" dirty="0"/>
                        <a:t>Embeddings</a:t>
                      </a:r>
                    </a:p>
                  </a:txBody>
                  <a:tcPr marL="45720" marR="45720" marT="22860" marB="22860" anchor="ctr"/>
                </a:tc>
                <a:tc>
                  <a:txBody>
                    <a:bodyPr/>
                    <a:lstStyle/>
                    <a:p>
                      <a:pPr algn="l"/>
                      <a:r>
                        <a:rPr lang="en-US" sz="1050" dirty="0"/>
                        <a:t>Done: sentence-transformers/all-MiniLM-L6-v2 dense embeddings</a:t>
                      </a:r>
                    </a:p>
                  </a:txBody>
                  <a:tcPr marL="45720" marR="45720" marT="22860" marB="22860" anchor="ctr"/>
                </a:tc>
                <a:tc>
                  <a:txBody>
                    <a:bodyPr/>
                    <a:lstStyle/>
                    <a:p>
                      <a:pPr algn="l"/>
                      <a:r>
                        <a:rPr lang="en-US" sz="1050" dirty="0"/>
                        <a:t>Retriever index</a:t>
                      </a:r>
                    </a:p>
                  </a:txBody>
                  <a:tcPr marL="45720" marR="45720" marT="22860" marB="22860" anchor="ctr"/>
                </a:tc>
                <a:extLst>
                  <a:ext uri="{0D108BD9-81ED-4DB2-BD59-A6C34878D82A}">
                    <a16:rowId xmlns:a16="http://schemas.microsoft.com/office/drawing/2014/main" val="10004"/>
                  </a:ext>
                </a:extLst>
              </a:tr>
              <a:tr h="390000">
                <a:tc>
                  <a:txBody>
                    <a:bodyPr/>
                    <a:lstStyle/>
                    <a:p>
                      <a:pPr algn="l"/>
                      <a:r>
                        <a:rPr lang="en-US" sz="1050" b="1" dirty="0"/>
                        <a:t>Vector search / retrieval</a:t>
                      </a:r>
                    </a:p>
                  </a:txBody>
                  <a:tcPr marL="45720" marR="45720" marT="22860" marB="22860" anchor="ctr"/>
                </a:tc>
                <a:tc>
                  <a:txBody>
                    <a:bodyPr/>
                    <a:lstStyle/>
                    <a:p>
                      <a:pPr algn="l"/>
                      <a:r>
                        <a:rPr lang="en-US" sz="1050" dirty="0"/>
                        <a:t>Done: FAISS vector search plus topic keyword boosting (TF-IDF fallback if embeddings unavailable)</a:t>
                      </a:r>
                    </a:p>
                  </a:txBody>
                  <a:tcPr marL="45720" marR="45720" marT="22860" marB="22860" anchor="ctr"/>
                </a:tc>
                <a:tc>
                  <a:txBody>
                    <a:bodyPr/>
                    <a:lstStyle/>
                    <a:p>
                      <a:pPr algn="l"/>
                      <a:r>
                        <a:rPr lang="en-US" sz="1050" dirty="0"/>
                        <a:t>Question-answer workflow</a:t>
                      </a:r>
                    </a:p>
                  </a:txBody>
                  <a:tcPr marL="45720" marR="45720" marT="22860" marB="22860" anchor="ctr"/>
                </a:tc>
                <a:extLst>
                  <a:ext uri="{0D108BD9-81ED-4DB2-BD59-A6C34878D82A}">
                    <a16:rowId xmlns:a16="http://schemas.microsoft.com/office/drawing/2014/main" val="10005"/>
                  </a:ext>
                </a:extLst>
              </a:tr>
              <a:tr h="390000">
                <a:tc>
                  <a:txBody>
                    <a:bodyPr/>
                    <a:lstStyle/>
                    <a:p>
                      <a:pPr algn="l"/>
                      <a:r>
                        <a:rPr lang="en-US" sz="1050" b="1" dirty="0"/>
                        <a:t>Prompt design</a:t>
                      </a:r>
                    </a:p>
                  </a:txBody>
                  <a:tcPr marL="45720" marR="45720" marT="22860" marB="22860" anchor="ctr"/>
                </a:tc>
                <a:tc>
                  <a:txBody>
                    <a:bodyPr/>
                    <a:lstStyle/>
                    <a:p>
                      <a:pPr algn="l"/>
                      <a:r>
                        <a:rPr lang="en-US" sz="1050" dirty="0"/>
                        <a:t>Done: system prompt scopes the assistant to grounded, cited, non-clinical guidance</a:t>
                      </a:r>
                    </a:p>
                  </a:txBody>
                  <a:tcPr marL="45720" marR="45720" marT="22860" marB="22860" anchor="ctr"/>
                </a:tc>
                <a:tc>
                  <a:txBody>
                    <a:bodyPr/>
                    <a:lstStyle/>
                    <a:p>
                      <a:pPr algn="l"/>
                      <a:r>
                        <a:rPr lang="en-US" sz="1050" dirty="0"/>
                        <a:t>Business-facing answer behavior</a:t>
                      </a:r>
                    </a:p>
                  </a:txBody>
                  <a:tcPr marL="45720" marR="45720" marT="22860" marB="22860" anchor="ctr"/>
                </a:tc>
                <a:extLst>
                  <a:ext uri="{0D108BD9-81ED-4DB2-BD59-A6C34878D82A}">
                    <a16:rowId xmlns:a16="http://schemas.microsoft.com/office/drawing/2014/main" val="10006"/>
                  </a:ext>
                </a:extLst>
              </a:tr>
              <a:tr h="390000">
                <a:tc>
                  <a:txBody>
                    <a:bodyPr/>
                    <a:lstStyle/>
                    <a:p>
                      <a:pPr algn="l"/>
                      <a:r>
                        <a:rPr lang="en-US" sz="1050" b="1" dirty="0"/>
                        <a:t>Generated response</a:t>
                      </a:r>
                    </a:p>
                  </a:txBody>
                  <a:tcPr marL="45720" marR="45720" marT="22860" marB="22860" anchor="ctr"/>
                </a:tc>
                <a:tc>
                  <a:txBody>
                    <a:bodyPr/>
                    <a:lstStyle/>
                    <a:p>
                      <a:pPr algn="l"/>
                      <a:r>
                        <a:rPr lang="en-US" sz="1050" dirty="0"/>
                        <a:t>Done (optional): OpenAI gpt-4o-mini answer when a user key is supplied, otherwise an extractive summary</a:t>
                      </a:r>
                    </a:p>
                  </a:txBody>
                  <a:tcPr marL="45720" marR="45720" marT="22860" marB="22860" anchor="ctr"/>
                </a:tc>
                <a:tc>
                  <a:txBody>
                    <a:bodyPr/>
                    <a:lstStyle/>
                    <a:p>
                      <a:pPr algn="l"/>
                      <a:r>
                        <a:rPr lang="en-US" sz="1050" dirty="0"/>
                        <a:t>Stakeholder output</a:t>
                      </a:r>
                    </a:p>
                  </a:txBody>
                  <a:tcPr marL="45720" marR="45720" marT="22860" marB="22860" anchor="ctr"/>
                </a:tc>
                <a:extLst>
                  <a:ext uri="{0D108BD9-81ED-4DB2-BD59-A6C34878D82A}">
                    <a16:rowId xmlns:a16="http://schemas.microsoft.com/office/drawing/2014/main" val="10007"/>
                  </a:ext>
                </a:extLst>
              </a:tr>
              <a:tr h="390000">
                <a:tc>
                  <a:txBody>
                    <a:bodyPr/>
                    <a:lstStyle/>
                    <a:p>
                      <a:pPr algn="l"/>
                      <a:r>
                        <a:rPr lang="en-US" sz="1050" b="1" dirty="0"/>
                        <a:t>Source grounding</a:t>
                      </a:r>
                    </a:p>
                  </a:txBody>
                  <a:tcPr marL="45720" marR="45720" marT="22860" marB="22860" anchor="ctr"/>
                </a:tc>
                <a:tc>
                  <a:txBody>
                    <a:bodyPr/>
                    <a:lstStyle/>
                    <a:p>
                      <a:pPr algn="l"/>
                      <a:r>
                        <a:rPr lang="en-US" sz="1050" dirty="0"/>
                        <a:t>Done: source title, page, and snippet shown with every answer</a:t>
                      </a:r>
                    </a:p>
                  </a:txBody>
                  <a:tcPr marL="45720" marR="45720" marT="22860" marB="22860" anchor="ctr"/>
                </a:tc>
                <a:tc>
                  <a:txBody>
                    <a:bodyPr/>
                    <a:lstStyle/>
                    <a:p>
                      <a:pPr algn="l"/>
                      <a:r>
                        <a:rPr lang="en-US" sz="1050" dirty="0"/>
                        <a:t>Trust and auditability</a:t>
                      </a:r>
                    </a:p>
                  </a:txBody>
                  <a:tcPr marL="45720" marR="45720" marT="22860" marB="22860" anchor="ctr"/>
                </a:tc>
                <a:extLst>
                  <a:ext uri="{0D108BD9-81ED-4DB2-BD59-A6C34878D82A}">
                    <a16:rowId xmlns:a16="http://schemas.microsoft.com/office/drawing/2014/main" val="10008"/>
                  </a:ext>
                </a:extLst>
              </a:tr>
              <a:tr h="0">
                <a:tc>
                  <a:txBody>
                    <a:bodyPr/>
                    <a:lstStyle/>
                    <a:p>
                      <a:pPr algn="l"/>
                      <a:r>
                        <a:rPr lang="en-US" sz="1050" b="1" dirty="0"/>
                        <a:t>Evaluation &amp; failure modes</a:t>
                      </a:r>
                    </a:p>
                  </a:txBody>
                  <a:tcPr marL="45720" marR="45720" marT="22860" marB="22860" anchor="ctr"/>
                </a:tc>
                <a:tc>
                  <a:txBody>
                    <a:bodyPr/>
                    <a:lstStyle/>
                    <a:p>
                      <a:pPr algn="l"/>
                      <a:r>
                        <a:rPr lang="en-US" sz="1050" dirty="0"/>
                        <a:t>Partial: manual test questions only, documented fallback behavior, no formal answer-quality rubric yet</a:t>
                      </a:r>
                    </a:p>
                  </a:txBody>
                  <a:tcPr marL="45720" marR="45720" marT="22860" marB="22860" anchor="ctr"/>
                </a:tc>
                <a:tc>
                  <a:txBody>
                    <a:bodyPr/>
                    <a:lstStyle/>
                    <a:p>
                      <a:pPr algn="l"/>
                      <a:r>
                        <a:rPr lang="en-US" sz="1050" dirty="0"/>
                        <a:t>Limitations and governance</a:t>
                      </a:r>
                    </a:p>
                  </a:txBody>
                  <a:tcPr marL="45720" marR="45720" marT="22860" marB="22860" anchor="ctr"/>
                </a:tc>
                <a:extLst>
                  <a:ext uri="{0D108BD9-81ED-4DB2-BD59-A6C34878D82A}">
                    <a16:rowId xmlns:a16="http://schemas.microsoft.com/office/drawing/2014/main" val="10009"/>
                  </a:ext>
                </a:extLst>
              </a:tr>
            </a:tbl>
          </a:graphicData>
        </a:graphic>
      </p:graphicFrame>
      <p:sp>
        <p:nvSpPr>
          <p:cNvPr id="12" name="Example Questions"/>
          <p:cNvSpPr/>
          <p:nvPr/>
        </p:nvSpPr>
        <p:spPr>
          <a:xfrm>
            <a:off x="202214" y="5533739"/>
            <a:ext cx="11802028" cy="1150000"/>
          </a:xfrm>
          <a:prstGeom prst="rect">
            <a:avLst/>
          </a:prstGeom>
          <a:noFill/>
        </p:spPr>
        <p:txBody>
          <a:bodyPr wrap="square">
            <a:normAutofit lnSpcReduction="10000"/>
          </a:bodyPr>
          <a:lstStyle/>
          <a:p>
            <a:r>
              <a:rPr lang="en-US" sz="1400" b="1" dirty="0"/>
              <a:t>Example care-transition questions:</a:t>
            </a:r>
          </a:p>
          <a:p>
            <a:r>
              <a:rPr lang="en-US" sz="1400" dirty="0"/>
              <a:t>What should a care manager confirm before a high-risk diabetes patient is discharged home?</a:t>
            </a:r>
          </a:p>
          <a:p>
            <a:r>
              <a:rPr lang="en-US" sz="1400" dirty="0"/>
              <a:t>What does the AHRQ Re-Engineered Discharge (RED) approach recommend for medication reconciliation?</a:t>
            </a:r>
          </a:p>
          <a:p>
            <a:r>
              <a:rPr lang="en-US" sz="1400" dirty="0"/>
              <a:t>How does CMS calculate the HRRP readmission payment penalty?</a:t>
            </a:r>
          </a:p>
          <a:p>
            <a:r>
              <a:rPr lang="en-US" sz="1400" dirty="0"/>
              <a:t>What follow-up appointment timing does the AHRQ discharge guidance recommend for high-risk patients?</a:t>
            </a:r>
          </a:p>
        </p:txBody>
      </p:sp>
    </p:spTree>
    <p:extLst>
      <p:ext uri="{BB962C8B-B14F-4D97-AF65-F5344CB8AC3E}">
        <p14:creationId xmlns:p14="http://schemas.microsoft.com/office/powerpoint/2010/main" val="1907505892"/>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FCE3E0-3D2C-483D-F792-57557AAA587F}"/>
              </a:ext>
            </a:extLst>
          </p:cNvPr>
          <p:cNvSpPr>
            <a:spLocks noGrp="1"/>
          </p:cNvSpPr>
          <p:nvPr>
            <p:ph type="sldNum" sz="quarter" idx="4"/>
          </p:nvPr>
        </p:nvSpPr>
        <p:spPr/>
        <p:txBody>
          <a:bodyPr/>
          <a:lstStyle/>
          <a:p>
            <a:fld id="{B3BD2672-75C2-438C-BF59-C55A35C73CD5}" type="slidenum">
              <a:rPr lang="en-US" sz="1400" smtClean="0"/>
              <a:pPr/>
              <a:t>26</a:t>
            </a:fld>
            <a:endParaRPr lang="en-US" sz="1400" dirty="0"/>
          </a:p>
        </p:txBody>
      </p:sp>
      <p:sp>
        <p:nvSpPr>
          <p:cNvPr id="4" name="Title 3">
            <a:extLst>
              <a:ext uri="{FF2B5EF4-FFF2-40B4-BE49-F238E27FC236}">
                <a16:creationId xmlns:a16="http://schemas.microsoft.com/office/drawing/2014/main" id="{86B1D7BC-42BB-37AF-E824-8CC186721E18}"/>
              </a:ext>
            </a:extLst>
          </p:cNvPr>
          <p:cNvSpPr>
            <a:spLocks noGrp="1"/>
          </p:cNvSpPr>
          <p:nvPr>
            <p:ph type="title"/>
          </p:nvPr>
        </p:nvSpPr>
        <p:spPr>
          <a:xfrm>
            <a:off x="188963" y="138022"/>
            <a:ext cx="11814077" cy="711977"/>
          </a:xfrm>
        </p:spPr>
        <p:txBody>
          <a:bodyPr wrap="square" anchor="t">
            <a:normAutofit/>
          </a:bodyPr>
          <a:lstStyle/>
          <a:p>
            <a:r>
              <a:rPr lang="en-US" sz="2600" dirty="0"/>
              <a:t>Appendix: Fine-Tuning Example Record</a:t>
            </a:r>
          </a:p>
        </p:txBody>
      </p:sp>
      <p:sp>
        <p:nvSpPr>
          <p:cNvPr id="10" name="Example Record"/>
          <p:cNvSpPr/>
          <p:nvPr/>
        </p:nvSpPr>
        <p:spPr>
          <a:xfrm>
            <a:off x="175710" y="1446348"/>
            <a:ext cx="11802028" cy="2200000"/>
          </a:xfrm>
          <a:prstGeom prst="roundRect">
            <a:avLst/>
          </a:prstGeom>
          <a:solidFill>
            <a:schemeClr val="lt2"/>
          </a:solidFill>
          <a:ln>
            <a:noFill/>
          </a:ln>
        </p:spPr>
        <p:txBody>
          <a:bodyPr wrap="square" lIns="200000" tIns="150000" rIns="200000" bIns="150000">
            <a:normAutofit fontScale="92500" lnSpcReduction="20000"/>
          </a:bodyPr>
          <a:lstStyle/>
          <a:p>
            <a:r>
              <a:rPr lang="en-US" sz="2000" b="1" dirty="0"/>
              <a:t>2,000 fine-tuning examples in artifacts/fine_tuning_readmission_examples.jsonl. Real example record:</a:t>
            </a:r>
          </a:p>
          <a:p>
            <a:r>
              <a:rPr lang="en-US" sz="1800" i="1" dirty="0"/>
              <a:t>text: “Classify whether this diabetes inpatient encounter is readmitted within 30 days. Age: [60-70); race: Caucasian; gender: Male; time in hospital: 4; prior inpatient visits: 0; prior emergency visits: 0; prior outpatient visits: 0; number of medications: 13; number of diagnoses: 7; A1C result: &gt;8; insulin: 0; discharge group: Home; admission source: Emergency room.”</a:t>
            </a:r>
          </a:p>
          <a:p>
            <a:r>
              <a:rPr lang="en-US" sz="1800" b="1" dirty="0"/>
              <a:t>label: “not_readmitted_within_30_days”</a:t>
            </a:r>
          </a:p>
        </p:txBody>
      </p:sp>
      <p:sp>
        <p:nvSpPr>
          <p:cNvPr id="11" name="HF Workflow"/>
          <p:cNvSpPr/>
          <p:nvPr/>
        </p:nvSpPr>
        <p:spPr>
          <a:xfrm>
            <a:off x="175710" y="3896348"/>
            <a:ext cx="11802028" cy="2400000"/>
          </a:xfrm>
          <a:prstGeom prst="rect">
            <a:avLst/>
          </a:prstGeom>
          <a:noFill/>
        </p:spPr>
        <p:txBody>
          <a:bodyPr wrap="square">
            <a:normAutofit/>
          </a:bodyPr>
          <a:lstStyle/>
          <a:p>
            <a:r>
              <a:rPr lang="en-US" sz="2400" b="1" dirty="0"/>
              <a:t>Reusable technical pattern:</a:t>
            </a:r>
          </a:p>
          <a:p>
            <a:pPr marL="285750" indent="-285750">
              <a:buFont typeface="+mj-lt"/>
              <a:buAutoNum type="arabicPeriod"/>
            </a:pPr>
            <a:r>
              <a:rPr lang="en-US" sz="2000" dirty="0"/>
              <a:t>Base model: Qwen 2.5 1.5B</a:t>
            </a:r>
          </a:p>
          <a:p>
            <a:pPr marL="285750" indent="-285750">
              <a:buFont typeface="+mj-lt"/>
              <a:buAutoNum type="arabicPeriod"/>
            </a:pPr>
            <a:r>
              <a:rPr lang="en-US" sz="2000" dirty="0"/>
              <a:t>Efficient fine-tuning: Unsloth LoRA adapters</a:t>
            </a:r>
          </a:p>
          <a:p>
            <a:pPr marL="285750" indent="-285750">
              <a:buFont typeface="+mj-lt"/>
              <a:buAutoNum type="arabicPeriod"/>
            </a:pPr>
            <a:r>
              <a:rPr lang="en-US" sz="2000" dirty="0"/>
              <a:t>Forced-choice label scoring (constrain generation to the label set instead of free text)</a:t>
            </a:r>
          </a:p>
          <a:p>
            <a:pPr marL="285750" indent="-285750">
              <a:buFont typeface="+mj-lt"/>
              <a:buAutoNum type="arabicPeriod"/>
            </a:pPr>
            <a:r>
              <a:rPr lang="en-US" sz="2000" dirty="0"/>
              <a:t>Save and reload the fine-tuned model via the Hugging Face Hub</a:t>
            </a:r>
          </a:p>
          <a:p>
            <a:pPr marL="285750" indent="-285750">
              <a:buFont typeface="+mj-lt"/>
              <a:buAutoNum type="arabicPeriod"/>
            </a:pPr>
            <a:r>
              <a:rPr lang="en-US" sz="2000" dirty="0"/>
              <a:t>Serve inference through a Gradio interface</a:t>
            </a:r>
          </a:p>
        </p:txBody>
      </p:sp>
    </p:spTree>
    <p:extLst>
      <p:ext uri="{BB962C8B-B14F-4D97-AF65-F5344CB8AC3E}">
        <p14:creationId xmlns:p14="http://schemas.microsoft.com/office/powerpoint/2010/main" val="222741004"/>
      </p:ext>
    </p:extLst>
  </p:cSld>
  <p:clrMapOvr>
    <a:masterClrMapping/>
  </p:clrMapOvr>
  <mc:AlternateContent xmlns:mc="http://schemas.openxmlformats.org/markup-compatibility/2006" xmlns:p14="http://schemas.microsoft.com/office/powerpoint/2010/main">
    <mc:Choice Requires="p14">
      <p:transition p14:dur="50">
        <p:cut/>
      </p:transition>
    </mc:Choice>
    <mc:Fallback xmlns="">
      <p:transition>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_t6f9lMZRH.qq4gGdjM2S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i7GddmogSIyayOo9cy.W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0IIAzwASru4RLKyiBqs5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heme/theme1.xml><?xml version="1.0" encoding="utf-8"?>
<a:theme xmlns:a="http://schemas.openxmlformats.org/drawingml/2006/main" name="SMU Brand PPT 2025">
  <a:themeElements>
    <a:clrScheme name="SMU2022">
      <a:dk1>
        <a:srgbClr val="000000"/>
      </a:dk1>
      <a:lt1>
        <a:sysClr val="window" lastClr="FFFFFF"/>
      </a:lt1>
      <a:dk2>
        <a:srgbClr val="000000"/>
      </a:dk2>
      <a:lt2>
        <a:srgbClr val="E7E6E6"/>
      </a:lt2>
      <a:accent1>
        <a:srgbClr val="354CA1"/>
      </a:accent1>
      <a:accent2>
        <a:srgbClr val="CC0035"/>
      </a:accent2>
      <a:accent3>
        <a:srgbClr val="F9C80E"/>
      </a:accent3>
      <a:accent4>
        <a:srgbClr val="FF1053"/>
      </a:accent4>
      <a:accent5>
        <a:srgbClr val="59C3C3"/>
      </a:accent5>
      <a:accent6>
        <a:srgbClr val="4C4842"/>
      </a:accent6>
      <a:hlink>
        <a:srgbClr val="798CD3"/>
      </a:hlink>
      <a:folHlink>
        <a:srgbClr val="AEABAB"/>
      </a:folHlink>
    </a:clrScheme>
    <a:fontScheme name="SMU 2021">
      <a:majorFont>
        <a:latin typeface="Georgia"/>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U PPT Template 2021.pptx" id="{AA697306-ED10-469B-AEE0-70580ED9E8B6}" vid="{A5B0066C-B55E-4605-A3A8-BF56786D6FE0}"/>
    </a:ext>
  </a:extLst>
</a:theme>
</file>

<file path=ppt/theme/theme2.xml><?xml version="1.0" encoding="utf-8"?>
<a:theme xmlns:a="http://schemas.openxmlformats.org/drawingml/2006/main" name="1_SMU Brand PPT 2025">
  <a:themeElements>
    <a:clrScheme name="SMU2022">
      <a:dk1>
        <a:srgbClr val="000000"/>
      </a:dk1>
      <a:lt1>
        <a:sysClr val="window" lastClr="FFFFFF"/>
      </a:lt1>
      <a:dk2>
        <a:srgbClr val="000000"/>
      </a:dk2>
      <a:lt2>
        <a:srgbClr val="E7E6E6"/>
      </a:lt2>
      <a:accent1>
        <a:srgbClr val="354CA1"/>
      </a:accent1>
      <a:accent2>
        <a:srgbClr val="CC0035"/>
      </a:accent2>
      <a:accent3>
        <a:srgbClr val="F9C80E"/>
      </a:accent3>
      <a:accent4>
        <a:srgbClr val="FF1053"/>
      </a:accent4>
      <a:accent5>
        <a:srgbClr val="59C3C3"/>
      </a:accent5>
      <a:accent6>
        <a:srgbClr val="4C4842"/>
      </a:accent6>
      <a:hlink>
        <a:srgbClr val="798CD3"/>
      </a:hlink>
      <a:folHlink>
        <a:srgbClr val="AEABAB"/>
      </a:folHlink>
    </a:clrScheme>
    <a:fontScheme name="SMU 2021">
      <a:majorFont>
        <a:latin typeface="Georgia"/>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U PPT Template 2021.pptx" id="{AA697306-ED10-469B-AEE0-70580ED9E8B6}" vid="{A5B0066C-B55E-4605-A3A8-BF56786D6FE0}"/>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SMU 2023">
      <a:dk1>
        <a:srgbClr val="000000"/>
      </a:dk1>
      <a:lt1>
        <a:sysClr val="window" lastClr="FFFFFF"/>
      </a:lt1>
      <a:dk2>
        <a:srgbClr val="000000"/>
      </a:dk2>
      <a:lt2>
        <a:srgbClr val="E7E6E6"/>
      </a:lt2>
      <a:accent1>
        <a:srgbClr val="354CA1"/>
      </a:accent1>
      <a:accent2>
        <a:srgbClr val="CC0035"/>
      </a:accent2>
      <a:accent3>
        <a:srgbClr val="F9C80E"/>
      </a:accent3>
      <a:accent4>
        <a:srgbClr val="FF1053"/>
      </a:accent4>
      <a:accent5>
        <a:srgbClr val="59C3C3"/>
      </a:accent5>
      <a:accent6>
        <a:srgbClr val="4C4842"/>
      </a:accent6>
      <a:hlink>
        <a:srgbClr val="798CD3"/>
      </a:hlink>
      <a:folHlink>
        <a:srgbClr val="AEABA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SMU Template 2021</Template>
  <TotalTime>3555</TotalTime>
  <Words>4624</Words>
  <Application>Microsoft Macintosh PowerPoint</Application>
  <PresentationFormat>Widescreen</PresentationFormat>
  <Paragraphs>694</Paragraphs>
  <Slides>26</Slides>
  <Notes>20</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26</vt:i4>
      </vt:variant>
    </vt:vector>
  </HeadingPairs>
  <TitlesOfParts>
    <vt:vector size="41" baseType="lpstr">
      <vt:lpstr>Aptos Narrow</vt:lpstr>
      <vt:lpstr>Arial</vt:lpstr>
      <vt:lpstr>Calibri</vt:lpstr>
      <vt:lpstr>Chronicle Display Black</vt:lpstr>
      <vt:lpstr>Chronicle Display Light</vt:lpstr>
      <vt:lpstr>Georgia</vt:lpstr>
      <vt:lpstr>Open Sans ExtraBold</vt:lpstr>
      <vt:lpstr>Open Sans Light</vt:lpstr>
      <vt:lpstr>Times New Roman</vt:lpstr>
      <vt:lpstr>Verdana</vt:lpstr>
      <vt:lpstr>Wingdings 2</vt:lpstr>
      <vt:lpstr>SMU Brand PPT 2025</vt:lpstr>
      <vt:lpstr>1_SMU Brand PPT 2025</vt:lpstr>
      <vt:lpstr>Office Theme</vt:lpstr>
      <vt:lpstr>think-cell Slide</vt:lpstr>
      <vt:lpstr>Preventing  Readmissions</vt:lpstr>
      <vt:lpstr>Today’s Agenda and Outcomes</vt:lpstr>
      <vt:lpstr>Business Problem &amp; Stakeholder</vt:lpstr>
      <vt:lpstr>FACE Framework</vt:lpstr>
      <vt:lpstr>DELTA Framework</vt:lpstr>
      <vt:lpstr>Data and Methodology</vt:lpstr>
      <vt:lpstr>Model Selection: Gradient Boosting</vt:lpstr>
      <vt:lpstr>Risk Tiers Turn Scores Into Care Workflows</vt:lpstr>
      <vt:lpstr>RAG Connects Risk Scores to Care Guidance</vt:lpstr>
      <vt:lpstr>Fine-Tuning Pipeline: Business Evaluation</vt:lpstr>
      <vt:lpstr>Fine-Tuned Readmission Classifier: Model Comparison</vt:lpstr>
      <vt:lpstr>Cost &amp; Value: Scenario Assumptions</vt:lpstr>
      <vt:lpstr>Cost &amp; Value: Results at 500 Patients</vt:lpstr>
      <vt:lpstr>Product Demo</vt:lpstr>
      <vt:lpstr>Recommendation: Pilot as Decision Support</vt:lpstr>
      <vt:lpstr>Limitations, Risks &amp; Next Steps</vt:lpstr>
      <vt:lpstr>Thank you!</vt:lpstr>
      <vt:lpstr>Appendix</vt:lpstr>
      <vt:lpstr>Appendix: Full Model Comparison Table</vt:lpstr>
      <vt:lpstr>Appendix: Confusion Matrix and Threshold Table</vt:lpstr>
      <vt:lpstr>Appendix: Capacity Table by Patient Volume</vt:lpstr>
      <vt:lpstr>Appendix: Feature Importance (Top 15)</vt:lpstr>
      <vt:lpstr>Appendix: Fairness by Race, Gender, and Age</vt:lpstr>
      <vt:lpstr>Appendix: Cost / Value Formulas</vt:lpstr>
      <vt:lpstr>Appendix: RAG Corpus and Example Questions</vt:lpstr>
      <vt:lpstr>Appendix: Fine-Tuning Example Record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Branding  PPT Update</dc:title>
  <dc:creator>O'Berg, Gary</dc:creator>
  <cp:lastModifiedBy>Chloe Barker</cp:lastModifiedBy>
  <cp:revision>77</cp:revision>
  <cp:lastPrinted>2021-05-12T17:20:55Z</cp:lastPrinted>
  <dcterms:created xsi:type="dcterms:W3CDTF">2021-08-31T14:05:53Z</dcterms:created>
  <dcterms:modified xsi:type="dcterms:W3CDTF">2026-08-21T19:53:24Z</dcterms:modified>
</cp:coreProperties>
</file>